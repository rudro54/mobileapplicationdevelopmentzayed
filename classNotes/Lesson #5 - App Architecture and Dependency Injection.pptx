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4"/>
  </p:notesMasterIdLst>
  <p:sldIdLst>
    <p:sldId id="315" r:id="rId2"/>
    <p:sldId id="318" r:id="rId3"/>
    <p:sldId id="319" r:id="rId4"/>
    <p:sldId id="505" r:id="rId5"/>
    <p:sldId id="320" r:id="rId6"/>
    <p:sldId id="337" r:id="rId7"/>
    <p:sldId id="338" r:id="rId8"/>
    <p:sldId id="339" r:id="rId9"/>
    <p:sldId id="340" r:id="rId10"/>
    <p:sldId id="341" r:id="rId11"/>
    <p:sldId id="342" r:id="rId12"/>
    <p:sldId id="346" r:id="rId13"/>
    <p:sldId id="347" r:id="rId14"/>
    <p:sldId id="504" r:id="rId15"/>
    <p:sldId id="503" r:id="rId16"/>
    <p:sldId id="348" r:id="rId17"/>
    <p:sldId id="349" r:id="rId18"/>
    <p:sldId id="357" r:id="rId19"/>
    <p:sldId id="350" r:id="rId20"/>
    <p:sldId id="351" r:id="rId21"/>
    <p:sldId id="353" r:id="rId22"/>
    <p:sldId id="354" r:id="rId23"/>
    <p:sldId id="355" r:id="rId24"/>
    <p:sldId id="343" r:id="rId25"/>
    <p:sldId id="356" r:id="rId26"/>
    <p:sldId id="358" r:id="rId27"/>
    <p:sldId id="361" r:id="rId28"/>
    <p:sldId id="363" r:id="rId29"/>
    <p:sldId id="376" r:id="rId30"/>
    <p:sldId id="364" r:id="rId31"/>
    <p:sldId id="360" r:id="rId32"/>
    <p:sldId id="366" r:id="rId33"/>
    <p:sldId id="367" r:id="rId34"/>
    <p:sldId id="368" r:id="rId35"/>
    <p:sldId id="369" r:id="rId36"/>
    <p:sldId id="370" r:id="rId37"/>
    <p:sldId id="371" r:id="rId38"/>
    <p:sldId id="372" r:id="rId39"/>
    <p:sldId id="374" r:id="rId40"/>
    <p:sldId id="373" r:id="rId41"/>
    <p:sldId id="345" r:id="rId42"/>
    <p:sldId id="512" r:id="rId43"/>
    <p:sldId id="524" r:id="rId44"/>
    <p:sldId id="513" r:id="rId45"/>
    <p:sldId id="514" r:id="rId46"/>
    <p:sldId id="515" r:id="rId47"/>
    <p:sldId id="516" r:id="rId48"/>
    <p:sldId id="375" r:id="rId49"/>
    <p:sldId id="377" r:id="rId50"/>
    <p:sldId id="378" r:id="rId51"/>
    <p:sldId id="380" r:id="rId52"/>
    <p:sldId id="381" r:id="rId53"/>
    <p:sldId id="521" r:id="rId54"/>
    <p:sldId id="385" r:id="rId55"/>
    <p:sldId id="386" r:id="rId56"/>
    <p:sldId id="470" r:id="rId57"/>
    <p:sldId id="471" r:id="rId58"/>
    <p:sldId id="492" r:id="rId59"/>
    <p:sldId id="488" r:id="rId60"/>
    <p:sldId id="473" r:id="rId61"/>
    <p:sldId id="490" r:id="rId62"/>
    <p:sldId id="506" r:id="rId63"/>
    <p:sldId id="474" r:id="rId64"/>
    <p:sldId id="482" r:id="rId65"/>
    <p:sldId id="483" r:id="rId66"/>
    <p:sldId id="487" r:id="rId67"/>
    <p:sldId id="523" r:id="rId68"/>
    <p:sldId id="522" r:id="rId69"/>
    <p:sldId id="507" r:id="rId70"/>
    <p:sldId id="475" r:id="rId71"/>
    <p:sldId id="476" r:id="rId72"/>
    <p:sldId id="477" r:id="rId73"/>
    <p:sldId id="478" r:id="rId74"/>
    <p:sldId id="480" r:id="rId75"/>
    <p:sldId id="481" r:id="rId76"/>
    <p:sldId id="509" r:id="rId77"/>
    <p:sldId id="510" r:id="rId78"/>
    <p:sldId id="485" r:id="rId79"/>
    <p:sldId id="484" r:id="rId80"/>
    <p:sldId id="486" r:id="rId81"/>
    <p:sldId id="511" r:id="rId82"/>
    <p:sldId id="489" r:id="rId83"/>
    <p:sldId id="493" r:id="rId84"/>
    <p:sldId id="494" r:id="rId85"/>
    <p:sldId id="495" r:id="rId86"/>
    <p:sldId id="496" r:id="rId87"/>
    <p:sldId id="497" r:id="rId88"/>
    <p:sldId id="498" r:id="rId89"/>
    <p:sldId id="499" r:id="rId90"/>
    <p:sldId id="500" r:id="rId91"/>
    <p:sldId id="501" r:id="rId92"/>
    <p:sldId id="502" r:id="rId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6B24"/>
    <a:srgbClr val="41558C"/>
    <a:srgbClr val="DAE2FF"/>
    <a:srgbClr val="142F3F"/>
    <a:srgbClr val="71D88D"/>
    <a:srgbClr val="3A86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CA7C00-CE8B-CB4E-88C1-BD7BE5A43FBE}" v="78" dt="2025-10-04T16:08:16.9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84"/>
    <p:restoredTop sz="75932"/>
  </p:normalViewPr>
  <p:slideViewPr>
    <p:cSldViewPr snapToGrid="0">
      <p:cViewPr varScale="1">
        <p:scale>
          <a:sx n="120" d="100"/>
          <a:sy n="120" d="100"/>
        </p:scale>
        <p:origin x="16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3CBDFE-848E-4BCD-BA0B-848BBF41C299}"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F38DE7CD-FBF5-447B-B163-7A84805A74A0}">
      <dgm:prSet/>
      <dgm:spPr/>
      <dgm:t>
        <a:bodyPr/>
        <a:lstStyle/>
        <a:p>
          <a:r>
            <a:rPr lang="en-US"/>
            <a:t>App Architecture</a:t>
          </a:r>
        </a:p>
      </dgm:t>
    </dgm:pt>
    <dgm:pt modelId="{59B9FB49-4D39-4462-8C02-1E0BE2DCC752}" type="parTrans" cxnId="{800C5E30-5A85-4D8A-8025-F14B1FE6254E}">
      <dgm:prSet/>
      <dgm:spPr/>
      <dgm:t>
        <a:bodyPr/>
        <a:lstStyle/>
        <a:p>
          <a:endParaRPr lang="en-US"/>
        </a:p>
      </dgm:t>
    </dgm:pt>
    <dgm:pt modelId="{30FEC887-3403-4644-BAB1-E4D714350184}" type="sibTrans" cxnId="{800C5E30-5A85-4D8A-8025-F14B1FE6254E}">
      <dgm:prSet/>
      <dgm:spPr/>
      <dgm:t>
        <a:bodyPr/>
        <a:lstStyle/>
        <a:p>
          <a:endParaRPr lang="en-US"/>
        </a:p>
      </dgm:t>
    </dgm:pt>
    <dgm:pt modelId="{099CAD69-8546-4540-84D3-D90A5EA881C7}">
      <dgm:prSet/>
      <dgm:spPr/>
      <dgm:t>
        <a:bodyPr/>
        <a:lstStyle/>
        <a:p>
          <a:r>
            <a:rPr lang="en-US"/>
            <a:t>Unit Testing for ViewModel</a:t>
          </a:r>
        </a:p>
      </dgm:t>
    </dgm:pt>
    <dgm:pt modelId="{49B7310E-D104-469C-982D-E08320DE8F19}" type="parTrans" cxnId="{F08CF023-D763-4C14-83E7-7E86E2DF2DB0}">
      <dgm:prSet/>
      <dgm:spPr/>
      <dgm:t>
        <a:bodyPr/>
        <a:lstStyle/>
        <a:p>
          <a:endParaRPr lang="en-US"/>
        </a:p>
      </dgm:t>
    </dgm:pt>
    <dgm:pt modelId="{1D69E462-9AD8-4500-8B03-6CC0A6BED54A}" type="sibTrans" cxnId="{F08CF023-D763-4C14-83E7-7E86E2DF2DB0}">
      <dgm:prSet/>
      <dgm:spPr/>
      <dgm:t>
        <a:bodyPr/>
        <a:lstStyle/>
        <a:p>
          <a:endParaRPr lang="en-US"/>
        </a:p>
      </dgm:t>
    </dgm:pt>
    <dgm:pt modelId="{E5D7F896-8061-4FBD-B783-3055E68F13FA}">
      <dgm:prSet/>
      <dgm:spPr/>
      <dgm:t>
        <a:bodyPr/>
        <a:lstStyle/>
        <a:p>
          <a:r>
            <a:rPr lang="en-US"/>
            <a:t>Dependency injection with Hilt</a:t>
          </a:r>
        </a:p>
      </dgm:t>
    </dgm:pt>
    <dgm:pt modelId="{002BF441-4003-49C1-907A-5461438C5FB3}" type="parTrans" cxnId="{13D873B1-8D8F-4E37-8938-86CEE63118A5}">
      <dgm:prSet/>
      <dgm:spPr/>
      <dgm:t>
        <a:bodyPr/>
        <a:lstStyle/>
        <a:p>
          <a:endParaRPr lang="en-US"/>
        </a:p>
      </dgm:t>
    </dgm:pt>
    <dgm:pt modelId="{D74F3F1B-4C83-46E0-8B56-E6BF29D4681C}" type="sibTrans" cxnId="{13D873B1-8D8F-4E37-8938-86CEE63118A5}">
      <dgm:prSet/>
      <dgm:spPr/>
      <dgm:t>
        <a:bodyPr/>
        <a:lstStyle/>
        <a:p>
          <a:endParaRPr lang="en-US"/>
        </a:p>
      </dgm:t>
    </dgm:pt>
    <dgm:pt modelId="{9B19D23D-5A29-3749-888C-5114BC956E1A}">
      <dgm:prSet/>
      <dgm:spPr/>
      <dgm:t>
        <a:bodyPr/>
        <a:lstStyle/>
        <a:p>
          <a:r>
            <a:rPr lang="en-US"/>
            <a:t>More UIs</a:t>
          </a:r>
        </a:p>
      </dgm:t>
    </dgm:pt>
    <dgm:pt modelId="{BA6B2752-3BD9-0C4F-91FA-517382969B52}" type="parTrans" cxnId="{B0D25DDD-AAD2-6B47-97AB-94D8CA07177A}">
      <dgm:prSet/>
      <dgm:spPr/>
      <dgm:t>
        <a:bodyPr/>
        <a:lstStyle/>
        <a:p>
          <a:endParaRPr lang="en-US"/>
        </a:p>
      </dgm:t>
    </dgm:pt>
    <dgm:pt modelId="{12206E99-8543-AE4A-9A5E-C61D28500B88}" type="sibTrans" cxnId="{B0D25DDD-AAD2-6B47-97AB-94D8CA07177A}">
      <dgm:prSet/>
      <dgm:spPr/>
      <dgm:t>
        <a:bodyPr/>
        <a:lstStyle/>
        <a:p>
          <a:endParaRPr lang="en-US"/>
        </a:p>
      </dgm:t>
    </dgm:pt>
    <dgm:pt modelId="{C43D4C21-4CBD-704D-9770-18422E5BF2E0}">
      <dgm:prSet/>
      <dgm:spPr/>
      <dgm:t>
        <a:bodyPr/>
        <a:lstStyle/>
        <a:p>
          <a:r>
            <a:rPr lang="en-US"/>
            <a:t>RadioButton</a:t>
          </a:r>
        </a:p>
      </dgm:t>
    </dgm:pt>
    <dgm:pt modelId="{F50A08C8-D2B7-0C4C-8182-23E0911B9B0B}" type="parTrans" cxnId="{8803E980-373B-134A-BB0E-B455320FE316}">
      <dgm:prSet/>
      <dgm:spPr/>
      <dgm:t>
        <a:bodyPr/>
        <a:lstStyle/>
        <a:p>
          <a:endParaRPr lang="en-US"/>
        </a:p>
      </dgm:t>
    </dgm:pt>
    <dgm:pt modelId="{06A01B89-E0AC-264F-9530-D0B8317A3CCA}" type="sibTrans" cxnId="{8803E980-373B-134A-BB0E-B455320FE316}">
      <dgm:prSet/>
      <dgm:spPr/>
      <dgm:t>
        <a:bodyPr/>
        <a:lstStyle/>
        <a:p>
          <a:endParaRPr lang="en-US"/>
        </a:p>
      </dgm:t>
    </dgm:pt>
    <dgm:pt modelId="{E3AE06BF-BF16-8444-8977-BAAB7EFB4184}">
      <dgm:prSet/>
      <dgm:spPr/>
      <dgm:t>
        <a:bodyPr/>
        <a:lstStyle/>
        <a:p>
          <a:r>
            <a:rPr lang="en-US"/>
            <a:t>Checkbox</a:t>
          </a:r>
        </a:p>
      </dgm:t>
    </dgm:pt>
    <dgm:pt modelId="{73EE47BE-055B-7545-B46C-A24D81FFE297}" type="parTrans" cxnId="{DE63CA60-66D8-4846-A3B4-53C8895A3B16}">
      <dgm:prSet/>
      <dgm:spPr/>
      <dgm:t>
        <a:bodyPr/>
        <a:lstStyle/>
        <a:p>
          <a:endParaRPr lang="en-US"/>
        </a:p>
      </dgm:t>
    </dgm:pt>
    <dgm:pt modelId="{A6B62846-C2E5-2144-A96D-FE3AC3EA3062}" type="sibTrans" cxnId="{DE63CA60-66D8-4846-A3B4-53C8895A3B16}">
      <dgm:prSet/>
      <dgm:spPr/>
      <dgm:t>
        <a:bodyPr/>
        <a:lstStyle/>
        <a:p>
          <a:endParaRPr lang="en-US"/>
        </a:p>
      </dgm:t>
    </dgm:pt>
    <dgm:pt modelId="{259D3E50-316F-AC4C-A827-29FD5BB383DB}" type="pres">
      <dgm:prSet presAssocID="{813CBDFE-848E-4BCD-BA0B-848BBF41C299}" presName="linear" presStyleCnt="0">
        <dgm:presLayoutVars>
          <dgm:dir/>
          <dgm:animLvl val="lvl"/>
          <dgm:resizeHandles val="exact"/>
        </dgm:presLayoutVars>
      </dgm:prSet>
      <dgm:spPr/>
    </dgm:pt>
    <dgm:pt modelId="{DC6B3E42-E56F-3440-800B-1B47B76EFB17}" type="pres">
      <dgm:prSet presAssocID="{F38DE7CD-FBF5-447B-B163-7A84805A74A0}" presName="parentLin" presStyleCnt="0"/>
      <dgm:spPr/>
    </dgm:pt>
    <dgm:pt modelId="{F2CA8118-7459-5749-B186-41F11BEA2CEF}" type="pres">
      <dgm:prSet presAssocID="{F38DE7CD-FBF5-447B-B163-7A84805A74A0}" presName="parentLeftMargin" presStyleLbl="node1" presStyleIdx="0" presStyleCnt="4"/>
      <dgm:spPr/>
    </dgm:pt>
    <dgm:pt modelId="{2C66899D-E833-7340-9690-CF473EF4FDCE}" type="pres">
      <dgm:prSet presAssocID="{F38DE7CD-FBF5-447B-B163-7A84805A74A0}" presName="parentText" presStyleLbl="node1" presStyleIdx="0" presStyleCnt="4">
        <dgm:presLayoutVars>
          <dgm:chMax val="0"/>
          <dgm:bulletEnabled val="1"/>
        </dgm:presLayoutVars>
      </dgm:prSet>
      <dgm:spPr/>
    </dgm:pt>
    <dgm:pt modelId="{C869CB80-0BF3-4B4A-B9FB-328F50F46D0B}" type="pres">
      <dgm:prSet presAssocID="{F38DE7CD-FBF5-447B-B163-7A84805A74A0}" presName="negativeSpace" presStyleCnt="0"/>
      <dgm:spPr/>
    </dgm:pt>
    <dgm:pt modelId="{F240F706-29DE-3848-B45B-A2F6C62E2989}" type="pres">
      <dgm:prSet presAssocID="{F38DE7CD-FBF5-447B-B163-7A84805A74A0}" presName="childText" presStyleLbl="conFgAcc1" presStyleIdx="0" presStyleCnt="4">
        <dgm:presLayoutVars>
          <dgm:bulletEnabled val="1"/>
        </dgm:presLayoutVars>
      </dgm:prSet>
      <dgm:spPr/>
    </dgm:pt>
    <dgm:pt modelId="{D45C9CDE-E0C7-7642-9013-9567E386FAA6}" type="pres">
      <dgm:prSet presAssocID="{30FEC887-3403-4644-BAB1-E4D714350184}" presName="spaceBetweenRectangles" presStyleCnt="0"/>
      <dgm:spPr/>
    </dgm:pt>
    <dgm:pt modelId="{5F04B287-41E5-7F40-92AA-8996766C03A9}" type="pres">
      <dgm:prSet presAssocID="{099CAD69-8546-4540-84D3-D90A5EA881C7}" presName="parentLin" presStyleCnt="0"/>
      <dgm:spPr/>
    </dgm:pt>
    <dgm:pt modelId="{B5F0B2EE-5439-234F-90B6-8E8FC7E0E777}" type="pres">
      <dgm:prSet presAssocID="{099CAD69-8546-4540-84D3-D90A5EA881C7}" presName="parentLeftMargin" presStyleLbl="node1" presStyleIdx="0" presStyleCnt="4"/>
      <dgm:spPr/>
    </dgm:pt>
    <dgm:pt modelId="{9E60BD9F-340C-6C49-BF0E-A56017C3467C}" type="pres">
      <dgm:prSet presAssocID="{099CAD69-8546-4540-84D3-D90A5EA881C7}" presName="parentText" presStyleLbl="node1" presStyleIdx="1" presStyleCnt="4">
        <dgm:presLayoutVars>
          <dgm:chMax val="0"/>
          <dgm:bulletEnabled val="1"/>
        </dgm:presLayoutVars>
      </dgm:prSet>
      <dgm:spPr/>
    </dgm:pt>
    <dgm:pt modelId="{28551F62-C2A7-A846-99BE-7D5E1C517286}" type="pres">
      <dgm:prSet presAssocID="{099CAD69-8546-4540-84D3-D90A5EA881C7}" presName="negativeSpace" presStyleCnt="0"/>
      <dgm:spPr/>
    </dgm:pt>
    <dgm:pt modelId="{F45E8F6F-87F4-364B-81C2-9E6D5577DA61}" type="pres">
      <dgm:prSet presAssocID="{099CAD69-8546-4540-84D3-D90A5EA881C7}" presName="childText" presStyleLbl="conFgAcc1" presStyleIdx="1" presStyleCnt="4">
        <dgm:presLayoutVars>
          <dgm:bulletEnabled val="1"/>
        </dgm:presLayoutVars>
      </dgm:prSet>
      <dgm:spPr/>
    </dgm:pt>
    <dgm:pt modelId="{0F294881-94F8-EF42-8B44-65C3EB04E6CA}" type="pres">
      <dgm:prSet presAssocID="{1D69E462-9AD8-4500-8B03-6CC0A6BED54A}" presName="spaceBetweenRectangles" presStyleCnt="0"/>
      <dgm:spPr/>
    </dgm:pt>
    <dgm:pt modelId="{D81BFB4C-ED22-E24E-9CB2-51CA5735F034}" type="pres">
      <dgm:prSet presAssocID="{E5D7F896-8061-4FBD-B783-3055E68F13FA}" presName="parentLin" presStyleCnt="0"/>
      <dgm:spPr/>
    </dgm:pt>
    <dgm:pt modelId="{1B312BE9-5661-E244-B0A9-D27DE0F3CD2F}" type="pres">
      <dgm:prSet presAssocID="{E5D7F896-8061-4FBD-B783-3055E68F13FA}" presName="parentLeftMargin" presStyleLbl="node1" presStyleIdx="1" presStyleCnt="4"/>
      <dgm:spPr/>
    </dgm:pt>
    <dgm:pt modelId="{B11AF6EF-65B7-5C4E-84AF-106A285CD2E9}" type="pres">
      <dgm:prSet presAssocID="{E5D7F896-8061-4FBD-B783-3055E68F13FA}" presName="parentText" presStyleLbl="node1" presStyleIdx="2" presStyleCnt="4">
        <dgm:presLayoutVars>
          <dgm:chMax val="0"/>
          <dgm:bulletEnabled val="1"/>
        </dgm:presLayoutVars>
      </dgm:prSet>
      <dgm:spPr/>
    </dgm:pt>
    <dgm:pt modelId="{680C90E4-94B2-AE44-A715-71493A7FECB9}" type="pres">
      <dgm:prSet presAssocID="{E5D7F896-8061-4FBD-B783-3055E68F13FA}" presName="negativeSpace" presStyleCnt="0"/>
      <dgm:spPr/>
    </dgm:pt>
    <dgm:pt modelId="{05B578D6-78AD-5D47-96D2-D99314905854}" type="pres">
      <dgm:prSet presAssocID="{E5D7F896-8061-4FBD-B783-3055E68F13FA}" presName="childText" presStyleLbl="conFgAcc1" presStyleIdx="2" presStyleCnt="4">
        <dgm:presLayoutVars>
          <dgm:bulletEnabled val="1"/>
        </dgm:presLayoutVars>
      </dgm:prSet>
      <dgm:spPr/>
    </dgm:pt>
    <dgm:pt modelId="{F9CCD0F7-4381-7A4B-AA58-9ACC22E7E87C}" type="pres">
      <dgm:prSet presAssocID="{D74F3F1B-4C83-46E0-8B56-E6BF29D4681C}" presName="spaceBetweenRectangles" presStyleCnt="0"/>
      <dgm:spPr/>
    </dgm:pt>
    <dgm:pt modelId="{C19178D4-8E1A-6749-836B-8F4EA27E3317}" type="pres">
      <dgm:prSet presAssocID="{9B19D23D-5A29-3749-888C-5114BC956E1A}" presName="parentLin" presStyleCnt="0"/>
      <dgm:spPr/>
    </dgm:pt>
    <dgm:pt modelId="{FE584E5A-BE25-5545-AF75-18FDB4E7C96D}" type="pres">
      <dgm:prSet presAssocID="{9B19D23D-5A29-3749-888C-5114BC956E1A}" presName="parentLeftMargin" presStyleLbl="node1" presStyleIdx="2" presStyleCnt="4"/>
      <dgm:spPr/>
    </dgm:pt>
    <dgm:pt modelId="{E78E368C-0B70-C04F-A0D4-59D262329C2C}" type="pres">
      <dgm:prSet presAssocID="{9B19D23D-5A29-3749-888C-5114BC956E1A}" presName="parentText" presStyleLbl="node1" presStyleIdx="3" presStyleCnt="4">
        <dgm:presLayoutVars>
          <dgm:chMax val="0"/>
          <dgm:bulletEnabled val="1"/>
        </dgm:presLayoutVars>
      </dgm:prSet>
      <dgm:spPr/>
    </dgm:pt>
    <dgm:pt modelId="{E7E2BB68-4A81-0243-9E42-34631B4A97EE}" type="pres">
      <dgm:prSet presAssocID="{9B19D23D-5A29-3749-888C-5114BC956E1A}" presName="negativeSpace" presStyleCnt="0"/>
      <dgm:spPr/>
    </dgm:pt>
    <dgm:pt modelId="{F74BBB20-05FC-B54B-8503-4768F108EEC9}" type="pres">
      <dgm:prSet presAssocID="{9B19D23D-5A29-3749-888C-5114BC956E1A}" presName="childText" presStyleLbl="conFgAcc1" presStyleIdx="3" presStyleCnt="4">
        <dgm:presLayoutVars>
          <dgm:bulletEnabled val="1"/>
        </dgm:presLayoutVars>
      </dgm:prSet>
      <dgm:spPr/>
    </dgm:pt>
  </dgm:ptLst>
  <dgm:cxnLst>
    <dgm:cxn modelId="{373B4F15-AF25-454D-BF54-6642EF849A4F}" type="presOf" srcId="{9B19D23D-5A29-3749-888C-5114BC956E1A}" destId="{FE584E5A-BE25-5545-AF75-18FDB4E7C96D}" srcOrd="0" destOrd="0" presId="urn:microsoft.com/office/officeart/2005/8/layout/list1"/>
    <dgm:cxn modelId="{F08CF023-D763-4C14-83E7-7E86E2DF2DB0}" srcId="{813CBDFE-848E-4BCD-BA0B-848BBF41C299}" destId="{099CAD69-8546-4540-84D3-D90A5EA881C7}" srcOrd="1" destOrd="0" parTransId="{49B7310E-D104-469C-982D-E08320DE8F19}" sibTransId="{1D69E462-9AD8-4500-8B03-6CC0A6BED54A}"/>
    <dgm:cxn modelId="{800C5E30-5A85-4D8A-8025-F14B1FE6254E}" srcId="{813CBDFE-848E-4BCD-BA0B-848BBF41C299}" destId="{F38DE7CD-FBF5-447B-B163-7A84805A74A0}" srcOrd="0" destOrd="0" parTransId="{59B9FB49-4D39-4462-8C02-1E0BE2DCC752}" sibTransId="{30FEC887-3403-4644-BAB1-E4D714350184}"/>
    <dgm:cxn modelId="{EF255840-94AE-E541-84C0-CBE215AC1BA0}" type="presOf" srcId="{F38DE7CD-FBF5-447B-B163-7A84805A74A0}" destId="{F2CA8118-7459-5749-B186-41F11BEA2CEF}" srcOrd="0" destOrd="0" presId="urn:microsoft.com/office/officeart/2005/8/layout/list1"/>
    <dgm:cxn modelId="{DE63CA60-66D8-4846-A3B4-53C8895A3B16}" srcId="{9B19D23D-5A29-3749-888C-5114BC956E1A}" destId="{E3AE06BF-BF16-8444-8977-BAAB7EFB4184}" srcOrd="1" destOrd="0" parTransId="{73EE47BE-055B-7545-B46C-A24D81FFE297}" sibTransId="{A6B62846-C2E5-2144-A96D-FE3AC3EA3062}"/>
    <dgm:cxn modelId="{B53B8671-E7A2-FD4C-8C88-9C740AB77028}" type="presOf" srcId="{813CBDFE-848E-4BCD-BA0B-848BBF41C299}" destId="{259D3E50-316F-AC4C-A827-29FD5BB383DB}" srcOrd="0" destOrd="0" presId="urn:microsoft.com/office/officeart/2005/8/layout/list1"/>
    <dgm:cxn modelId="{8803E980-373B-134A-BB0E-B455320FE316}" srcId="{9B19D23D-5A29-3749-888C-5114BC956E1A}" destId="{C43D4C21-4CBD-704D-9770-18422E5BF2E0}" srcOrd="0" destOrd="0" parTransId="{F50A08C8-D2B7-0C4C-8182-23E0911B9B0B}" sibTransId="{06A01B89-E0AC-264F-9530-D0B8317A3CCA}"/>
    <dgm:cxn modelId="{265F2381-641D-484A-B1FC-3F5BF235E174}" type="presOf" srcId="{E5D7F896-8061-4FBD-B783-3055E68F13FA}" destId="{1B312BE9-5661-E244-B0A9-D27DE0F3CD2F}" srcOrd="0" destOrd="0" presId="urn:microsoft.com/office/officeart/2005/8/layout/list1"/>
    <dgm:cxn modelId="{7988D599-25F0-2B4A-ADEB-3148D5D3FA7D}" type="presOf" srcId="{9B19D23D-5A29-3749-888C-5114BC956E1A}" destId="{E78E368C-0B70-C04F-A0D4-59D262329C2C}" srcOrd="1" destOrd="0" presId="urn:microsoft.com/office/officeart/2005/8/layout/list1"/>
    <dgm:cxn modelId="{8ADECA9D-6CB2-1A4A-A7B3-8F242C24FE56}" type="presOf" srcId="{E3AE06BF-BF16-8444-8977-BAAB7EFB4184}" destId="{F74BBB20-05FC-B54B-8503-4768F108EEC9}" srcOrd="0" destOrd="1" presId="urn:microsoft.com/office/officeart/2005/8/layout/list1"/>
    <dgm:cxn modelId="{5CAEF4A2-B389-CC4F-A7CF-AD66118B39E7}" type="presOf" srcId="{099CAD69-8546-4540-84D3-D90A5EA881C7}" destId="{9E60BD9F-340C-6C49-BF0E-A56017C3467C}" srcOrd="1" destOrd="0" presId="urn:microsoft.com/office/officeart/2005/8/layout/list1"/>
    <dgm:cxn modelId="{13D873B1-8D8F-4E37-8938-86CEE63118A5}" srcId="{813CBDFE-848E-4BCD-BA0B-848BBF41C299}" destId="{E5D7F896-8061-4FBD-B783-3055E68F13FA}" srcOrd="2" destOrd="0" parTransId="{002BF441-4003-49C1-907A-5461438C5FB3}" sibTransId="{D74F3F1B-4C83-46E0-8B56-E6BF29D4681C}"/>
    <dgm:cxn modelId="{D12C37C1-6268-4D47-A67C-2B67F07CF653}" type="presOf" srcId="{099CAD69-8546-4540-84D3-D90A5EA881C7}" destId="{B5F0B2EE-5439-234F-90B6-8E8FC7E0E777}" srcOrd="0" destOrd="0" presId="urn:microsoft.com/office/officeart/2005/8/layout/list1"/>
    <dgm:cxn modelId="{B364A3C7-BE63-5A4B-8D69-4C2C7F66B62A}" type="presOf" srcId="{C43D4C21-4CBD-704D-9770-18422E5BF2E0}" destId="{F74BBB20-05FC-B54B-8503-4768F108EEC9}" srcOrd="0" destOrd="0" presId="urn:microsoft.com/office/officeart/2005/8/layout/list1"/>
    <dgm:cxn modelId="{673772CC-16A3-D44F-A8E8-C662AA202686}" type="presOf" srcId="{F38DE7CD-FBF5-447B-B163-7A84805A74A0}" destId="{2C66899D-E833-7340-9690-CF473EF4FDCE}" srcOrd="1" destOrd="0" presId="urn:microsoft.com/office/officeart/2005/8/layout/list1"/>
    <dgm:cxn modelId="{B0D25DDD-AAD2-6B47-97AB-94D8CA07177A}" srcId="{813CBDFE-848E-4BCD-BA0B-848BBF41C299}" destId="{9B19D23D-5A29-3749-888C-5114BC956E1A}" srcOrd="3" destOrd="0" parTransId="{BA6B2752-3BD9-0C4F-91FA-517382969B52}" sibTransId="{12206E99-8543-AE4A-9A5E-C61D28500B88}"/>
    <dgm:cxn modelId="{03607AFC-EA8D-034D-B1FD-900501459FDE}" type="presOf" srcId="{E5D7F896-8061-4FBD-B783-3055E68F13FA}" destId="{B11AF6EF-65B7-5C4E-84AF-106A285CD2E9}" srcOrd="1" destOrd="0" presId="urn:microsoft.com/office/officeart/2005/8/layout/list1"/>
    <dgm:cxn modelId="{BFFF84B3-8643-BA41-8AF8-B548EF91088E}" type="presParOf" srcId="{259D3E50-316F-AC4C-A827-29FD5BB383DB}" destId="{DC6B3E42-E56F-3440-800B-1B47B76EFB17}" srcOrd="0" destOrd="0" presId="urn:microsoft.com/office/officeart/2005/8/layout/list1"/>
    <dgm:cxn modelId="{12AA4141-BE35-C647-924E-5C118E65AA2A}" type="presParOf" srcId="{DC6B3E42-E56F-3440-800B-1B47B76EFB17}" destId="{F2CA8118-7459-5749-B186-41F11BEA2CEF}" srcOrd="0" destOrd="0" presId="urn:microsoft.com/office/officeart/2005/8/layout/list1"/>
    <dgm:cxn modelId="{95F1908F-9B37-F54C-A641-C95C3EECE2AA}" type="presParOf" srcId="{DC6B3E42-E56F-3440-800B-1B47B76EFB17}" destId="{2C66899D-E833-7340-9690-CF473EF4FDCE}" srcOrd="1" destOrd="0" presId="urn:microsoft.com/office/officeart/2005/8/layout/list1"/>
    <dgm:cxn modelId="{C5EC7F6A-2AA0-B74C-81D2-98E72C0436CF}" type="presParOf" srcId="{259D3E50-316F-AC4C-A827-29FD5BB383DB}" destId="{C869CB80-0BF3-4B4A-B9FB-328F50F46D0B}" srcOrd="1" destOrd="0" presId="urn:microsoft.com/office/officeart/2005/8/layout/list1"/>
    <dgm:cxn modelId="{E3744D73-BA35-1646-A000-FEA6130D4EE3}" type="presParOf" srcId="{259D3E50-316F-AC4C-A827-29FD5BB383DB}" destId="{F240F706-29DE-3848-B45B-A2F6C62E2989}" srcOrd="2" destOrd="0" presId="urn:microsoft.com/office/officeart/2005/8/layout/list1"/>
    <dgm:cxn modelId="{874AF99B-8526-BC4A-8CE3-CE76DF24529C}" type="presParOf" srcId="{259D3E50-316F-AC4C-A827-29FD5BB383DB}" destId="{D45C9CDE-E0C7-7642-9013-9567E386FAA6}" srcOrd="3" destOrd="0" presId="urn:microsoft.com/office/officeart/2005/8/layout/list1"/>
    <dgm:cxn modelId="{0E3A61D8-9020-FC42-940B-DA0924F1569D}" type="presParOf" srcId="{259D3E50-316F-AC4C-A827-29FD5BB383DB}" destId="{5F04B287-41E5-7F40-92AA-8996766C03A9}" srcOrd="4" destOrd="0" presId="urn:microsoft.com/office/officeart/2005/8/layout/list1"/>
    <dgm:cxn modelId="{DDDA157B-A6A1-B640-84EF-6DDE11C53967}" type="presParOf" srcId="{5F04B287-41E5-7F40-92AA-8996766C03A9}" destId="{B5F0B2EE-5439-234F-90B6-8E8FC7E0E777}" srcOrd="0" destOrd="0" presId="urn:microsoft.com/office/officeart/2005/8/layout/list1"/>
    <dgm:cxn modelId="{729C1008-4C9A-B84A-B3DC-CD379313DEA4}" type="presParOf" srcId="{5F04B287-41E5-7F40-92AA-8996766C03A9}" destId="{9E60BD9F-340C-6C49-BF0E-A56017C3467C}" srcOrd="1" destOrd="0" presId="urn:microsoft.com/office/officeart/2005/8/layout/list1"/>
    <dgm:cxn modelId="{45D31A4B-5AE3-FE4A-96C7-644B87270898}" type="presParOf" srcId="{259D3E50-316F-AC4C-A827-29FD5BB383DB}" destId="{28551F62-C2A7-A846-99BE-7D5E1C517286}" srcOrd="5" destOrd="0" presId="urn:microsoft.com/office/officeart/2005/8/layout/list1"/>
    <dgm:cxn modelId="{2CA06D42-9C80-C146-B440-0127AC7C4C6B}" type="presParOf" srcId="{259D3E50-316F-AC4C-A827-29FD5BB383DB}" destId="{F45E8F6F-87F4-364B-81C2-9E6D5577DA61}" srcOrd="6" destOrd="0" presId="urn:microsoft.com/office/officeart/2005/8/layout/list1"/>
    <dgm:cxn modelId="{5E0AAAD9-E3A2-8345-B2D5-AFD257422FCA}" type="presParOf" srcId="{259D3E50-316F-AC4C-A827-29FD5BB383DB}" destId="{0F294881-94F8-EF42-8B44-65C3EB04E6CA}" srcOrd="7" destOrd="0" presId="urn:microsoft.com/office/officeart/2005/8/layout/list1"/>
    <dgm:cxn modelId="{669C0E75-F951-D844-B896-EAB364E2D21C}" type="presParOf" srcId="{259D3E50-316F-AC4C-A827-29FD5BB383DB}" destId="{D81BFB4C-ED22-E24E-9CB2-51CA5735F034}" srcOrd="8" destOrd="0" presId="urn:microsoft.com/office/officeart/2005/8/layout/list1"/>
    <dgm:cxn modelId="{A695059B-8119-0D4C-A910-19F09C24ABC6}" type="presParOf" srcId="{D81BFB4C-ED22-E24E-9CB2-51CA5735F034}" destId="{1B312BE9-5661-E244-B0A9-D27DE0F3CD2F}" srcOrd="0" destOrd="0" presId="urn:microsoft.com/office/officeart/2005/8/layout/list1"/>
    <dgm:cxn modelId="{A44A416D-699C-DB44-B0BB-45A16D7D1483}" type="presParOf" srcId="{D81BFB4C-ED22-E24E-9CB2-51CA5735F034}" destId="{B11AF6EF-65B7-5C4E-84AF-106A285CD2E9}" srcOrd="1" destOrd="0" presId="urn:microsoft.com/office/officeart/2005/8/layout/list1"/>
    <dgm:cxn modelId="{994218B0-5E1D-7C40-AFD2-A71B340AA396}" type="presParOf" srcId="{259D3E50-316F-AC4C-A827-29FD5BB383DB}" destId="{680C90E4-94B2-AE44-A715-71493A7FECB9}" srcOrd="9" destOrd="0" presId="urn:microsoft.com/office/officeart/2005/8/layout/list1"/>
    <dgm:cxn modelId="{317B0D11-398F-2248-8440-BAFFBEF15A32}" type="presParOf" srcId="{259D3E50-316F-AC4C-A827-29FD5BB383DB}" destId="{05B578D6-78AD-5D47-96D2-D99314905854}" srcOrd="10" destOrd="0" presId="urn:microsoft.com/office/officeart/2005/8/layout/list1"/>
    <dgm:cxn modelId="{E01C35F5-0E43-814C-A561-DAF158EC4AFE}" type="presParOf" srcId="{259D3E50-316F-AC4C-A827-29FD5BB383DB}" destId="{F9CCD0F7-4381-7A4B-AA58-9ACC22E7E87C}" srcOrd="11" destOrd="0" presId="urn:microsoft.com/office/officeart/2005/8/layout/list1"/>
    <dgm:cxn modelId="{39862A92-66EB-6C45-A44B-746085E79FFE}" type="presParOf" srcId="{259D3E50-316F-AC4C-A827-29FD5BB383DB}" destId="{C19178D4-8E1A-6749-836B-8F4EA27E3317}" srcOrd="12" destOrd="0" presId="urn:microsoft.com/office/officeart/2005/8/layout/list1"/>
    <dgm:cxn modelId="{4C2B5BF9-FD3F-FE4A-86B7-B64EAD30DDFF}" type="presParOf" srcId="{C19178D4-8E1A-6749-836B-8F4EA27E3317}" destId="{FE584E5A-BE25-5545-AF75-18FDB4E7C96D}" srcOrd="0" destOrd="0" presId="urn:microsoft.com/office/officeart/2005/8/layout/list1"/>
    <dgm:cxn modelId="{258A7730-A1A2-484C-838C-3F13D79858B6}" type="presParOf" srcId="{C19178D4-8E1A-6749-836B-8F4EA27E3317}" destId="{E78E368C-0B70-C04F-A0D4-59D262329C2C}" srcOrd="1" destOrd="0" presId="urn:microsoft.com/office/officeart/2005/8/layout/list1"/>
    <dgm:cxn modelId="{96EEE1B4-3E4B-C74E-BCAA-17B422479069}" type="presParOf" srcId="{259D3E50-316F-AC4C-A827-29FD5BB383DB}" destId="{E7E2BB68-4A81-0243-9E42-34631B4A97EE}" srcOrd="13" destOrd="0" presId="urn:microsoft.com/office/officeart/2005/8/layout/list1"/>
    <dgm:cxn modelId="{0A7DA911-6B5C-754D-B2BF-B5107717F5A9}" type="presParOf" srcId="{259D3E50-316F-AC4C-A827-29FD5BB383DB}" destId="{F74BBB20-05FC-B54B-8503-4768F108EEC9}"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02320A2-AEEA-9947-8F65-478652637F10}" type="doc">
      <dgm:prSet loTypeId="urn:microsoft.com/office/officeart/2005/8/layout/vList2" loCatId="list" qsTypeId="urn:microsoft.com/office/officeart/2005/8/quickstyle/simple1" qsCatId="simple" csTypeId="urn:microsoft.com/office/officeart/2005/8/colors/accent2_2" csCatId="accent2"/>
      <dgm:spPr/>
      <dgm:t>
        <a:bodyPr/>
        <a:lstStyle/>
        <a:p>
          <a:endParaRPr lang="en-US"/>
        </a:p>
      </dgm:t>
    </dgm:pt>
    <dgm:pt modelId="{DADD9BD4-1178-7A41-8479-11E1090386C8}">
      <dgm:prSet/>
      <dgm:spPr/>
      <dgm:t>
        <a:bodyPr/>
        <a:lstStyle/>
        <a:p>
          <a:r>
            <a:rPr lang="en-US"/>
            <a:t>Separation of concerns</a:t>
          </a:r>
        </a:p>
      </dgm:t>
    </dgm:pt>
    <dgm:pt modelId="{17DC7296-3643-AB40-AE33-14ADD48A8082}" type="parTrans" cxnId="{4D894C9D-A5D6-B747-857D-E07EF3F59793}">
      <dgm:prSet/>
      <dgm:spPr/>
      <dgm:t>
        <a:bodyPr/>
        <a:lstStyle/>
        <a:p>
          <a:endParaRPr lang="en-US"/>
        </a:p>
      </dgm:t>
    </dgm:pt>
    <dgm:pt modelId="{340AB53C-764B-EE4B-B4E7-D974A7B485BF}" type="sibTrans" cxnId="{4D894C9D-A5D6-B747-857D-E07EF3F59793}">
      <dgm:prSet/>
      <dgm:spPr/>
      <dgm:t>
        <a:bodyPr/>
        <a:lstStyle/>
        <a:p>
          <a:endParaRPr lang="en-US"/>
        </a:p>
      </dgm:t>
    </dgm:pt>
    <dgm:pt modelId="{392DF65E-F7BB-3444-8F1C-01438D9572C2}">
      <dgm:prSet/>
      <dgm:spPr/>
      <dgm:t>
        <a:bodyPr/>
        <a:lstStyle/>
        <a:p>
          <a:r>
            <a:rPr lang="en-US"/>
            <a:t>The separation of concerns design principle states that the app is divided into classes of functions, each with separate responsibilities.</a:t>
          </a:r>
        </a:p>
      </dgm:t>
    </dgm:pt>
    <dgm:pt modelId="{7CB30DE9-53F5-D74C-BB97-4D2DD3BC7597}" type="parTrans" cxnId="{321206DC-7768-3149-8634-4040078247C2}">
      <dgm:prSet/>
      <dgm:spPr/>
      <dgm:t>
        <a:bodyPr/>
        <a:lstStyle/>
        <a:p>
          <a:endParaRPr lang="en-US"/>
        </a:p>
      </dgm:t>
    </dgm:pt>
    <dgm:pt modelId="{473011FE-EF98-564C-9E48-E7742D5A923C}" type="sibTrans" cxnId="{321206DC-7768-3149-8634-4040078247C2}">
      <dgm:prSet/>
      <dgm:spPr/>
      <dgm:t>
        <a:bodyPr/>
        <a:lstStyle/>
        <a:p>
          <a:endParaRPr lang="en-US"/>
        </a:p>
      </dgm:t>
    </dgm:pt>
    <dgm:pt modelId="{AC04AAB7-07CC-F440-B76B-D2E602AA9211}">
      <dgm:prSet/>
      <dgm:spPr/>
      <dgm:t>
        <a:bodyPr/>
        <a:lstStyle/>
        <a:p>
          <a:r>
            <a:rPr lang="en-US"/>
            <a:t>Drive UI from a model</a:t>
          </a:r>
        </a:p>
      </dgm:t>
    </dgm:pt>
    <dgm:pt modelId="{ED1B17BF-650A-1145-9F13-4B1CEE9D46C2}" type="parTrans" cxnId="{5C9CB775-2B7C-3D4F-8111-EC0A37492FD2}">
      <dgm:prSet/>
      <dgm:spPr/>
      <dgm:t>
        <a:bodyPr/>
        <a:lstStyle/>
        <a:p>
          <a:endParaRPr lang="en-US"/>
        </a:p>
      </dgm:t>
    </dgm:pt>
    <dgm:pt modelId="{AC36453C-74E3-1849-AD00-132BC5177309}" type="sibTrans" cxnId="{5C9CB775-2B7C-3D4F-8111-EC0A37492FD2}">
      <dgm:prSet/>
      <dgm:spPr/>
      <dgm:t>
        <a:bodyPr/>
        <a:lstStyle/>
        <a:p>
          <a:endParaRPr lang="en-US"/>
        </a:p>
      </dgm:t>
    </dgm:pt>
    <dgm:pt modelId="{8555D71E-2085-9740-B226-AF2D35CF7050}">
      <dgm:prSet/>
      <dgm:spPr/>
      <dgm:t>
        <a:bodyPr/>
        <a:lstStyle/>
        <a:p>
          <a:r>
            <a:rPr lang="en-US"/>
            <a:t>The drive UI from a model principle states that you should drive your UI from a model, preferably a persistent model. </a:t>
          </a:r>
        </a:p>
      </dgm:t>
    </dgm:pt>
    <dgm:pt modelId="{D15512B5-B8E2-E14A-A57E-7D2C2C22BE80}" type="parTrans" cxnId="{541572CE-D9CF-0F40-BD8B-E441E7F6EA05}">
      <dgm:prSet/>
      <dgm:spPr/>
      <dgm:t>
        <a:bodyPr/>
        <a:lstStyle/>
        <a:p>
          <a:endParaRPr lang="en-US"/>
        </a:p>
      </dgm:t>
    </dgm:pt>
    <dgm:pt modelId="{A1D8CA97-07A1-0D40-88D6-0B0F2898E579}" type="sibTrans" cxnId="{541572CE-D9CF-0F40-BD8B-E441E7F6EA05}">
      <dgm:prSet/>
      <dgm:spPr/>
      <dgm:t>
        <a:bodyPr/>
        <a:lstStyle/>
        <a:p>
          <a:endParaRPr lang="en-US"/>
        </a:p>
      </dgm:t>
    </dgm:pt>
    <dgm:pt modelId="{09E6DBDA-CD96-6944-9CA3-9BA873ACB371}">
      <dgm:prSet/>
      <dgm:spPr/>
      <dgm:t>
        <a:bodyPr/>
        <a:lstStyle/>
        <a:p>
          <a:r>
            <a:rPr lang="en-US"/>
            <a:t>Models are components responsible for handling the data for an app.</a:t>
          </a:r>
        </a:p>
      </dgm:t>
    </dgm:pt>
    <dgm:pt modelId="{A323DFA4-CA8A-E345-9982-6DBCD73A4C25}" type="parTrans" cxnId="{BEDDDFC3-53DC-0047-8D23-1536381253B8}">
      <dgm:prSet/>
      <dgm:spPr/>
      <dgm:t>
        <a:bodyPr/>
        <a:lstStyle/>
        <a:p>
          <a:endParaRPr lang="en-US"/>
        </a:p>
      </dgm:t>
    </dgm:pt>
    <dgm:pt modelId="{250D0343-DEC0-9C40-8A9C-6BC1AB6A9B80}" type="sibTrans" cxnId="{BEDDDFC3-53DC-0047-8D23-1536381253B8}">
      <dgm:prSet/>
      <dgm:spPr/>
      <dgm:t>
        <a:bodyPr/>
        <a:lstStyle/>
        <a:p>
          <a:endParaRPr lang="en-US"/>
        </a:p>
      </dgm:t>
    </dgm:pt>
    <dgm:pt modelId="{CF7C9927-2D4D-6749-8225-366AD631E4D6}">
      <dgm:prSet/>
      <dgm:spPr/>
      <dgm:t>
        <a:bodyPr/>
        <a:lstStyle/>
        <a:p>
          <a:r>
            <a:rPr lang="en-US"/>
            <a:t>Models are independent from the UI elements and app components in your app, so they're unaffected by the app's lifecycle and associated concerns.</a:t>
          </a:r>
        </a:p>
      </dgm:t>
    </dgm:pt>
    <dgm:pt modelId="{A9EBFBB2-04D3-4942-8639-B59B5BC84129}" type="parTrans" cxnId="{57C34BD2-3883-7744-B3DE-CFA1DEAC4E32}">
      <dgm:prSet/>
      <dgm:spPr/>
      <dgm:t>
        <a:bodyPr/>
        <a:lstStyle/>
        <a:p>
          <a:endParaRPr lang="en-US"/>
        </a:p>
      </dgm:t>
    </dgm:pt>
    <dgm:pt modelId="{71D6710B-A546-194C-8AF0-FC4F6578119B}" type="sibTrans" cxnId="{57C34BD2-3883-7744-B3DE-CFA1DEAC4E32}">
      <dgm:prSet/>
      <dgm:spPr/>
      <dgm:t>
        <a:bodyPr/>
        <a:lstStyle/>
        <a:p>
          <a:endParaRPr lang="en-US"/>
        </a:p>
      </dgm:t>
    </dgm:pt>
    <dgm:pt modelId="{9C3A11F2-4188-764F-8E9C-11AA938E378F}" type="pres">
      <dgm:prSet presAssocID="{802320A2-AEEA-9947-8F65-478652637F10}" presName="linear" presStyleCnt="0">
        <dgm:presLayoutVars>
          <dgm:animLvl val="lvl"/>
          <dgm:resizeHandles val="exact"/>
        </dgm:presLayoutVars>
      </dgm:prSet>
      <dgm:spPr/>
    </dgm:pt>
    <dgm:pt modelId="{97BA46FD-0C90-FE4E-8C55-F46FF07DA7CB}" type="pres">
      <dgm:prSet presAssocID="{DADD9BD4-1178-7A41-8479-11E1090386C8}" presName="parentText" presStyleLbl="node1" presStyleIdx="0" presStyleCnt="2">
        <dgm:presLayoutVars>
          <dgm:chMax val="0"/>
          <dgm:bulletEnabled val="1"/>
        </dgm:presLayoutVars>
      </dgm:prSet>
      <dgm:spPr/>
    </dgm:pt>
    <dgm:pt modelId="{BA5E175E-C69A-AA41-917B-E5367920A7ED}" type="pres">
      <dgm:prSet presAssocID="{DADD9BD4-1178-7A41-8479-11E1090386C8}" presName="childText" presStyleLbl="revTx" presStyleIdx="0" presStyleCnt="2">
        <dgm:presLayoutVars>
          <dgm:bulletEnabled val="1"/>
        </dgm:presLayoutVars>
      </dgm:prSet>
      <dgm:spPr/>
    </dgm:pt>
    <dgm:pt modelId="{E031BE51-B524-5643-A4E8-9782E8F94E53}" type="pres">
      <dgm:prSet presAssocID="{AC04AAB7-07CC-F440-B76B-D2E602AA9211}" presName="parentText" presStyleLbl="node1" presStyleIdx="1" presStyleCnt="2">
        <dgm:presLayoutVars>
          <dgm:chMax val="0"/>
          <dgm:bulletEnabled val="1"/>
        </dgm:presLayoutVars>
      </dgm:prSet>
      <dgm:spPr/>
    </dgm:pt>
    <dgm:pt modelId="{80A5E30F-604A-CD47-B604-B5F84C9DE54D}" type="pres">
      <dgm:prSet presAssocID="{AC04AAB7-07CC-F440-B76B-D2E602AA9211}" presName="childText" presStyleLbl="revTx" presStyleIdx="1" presStyleCnt="2">
        <dgm:presLayoutVars>
          <dgm:bulletEnabled val="1"/>
        </dgm:presLayoutVars>
      </dgm:prSet>
      <dgm:spPr/>
    </dgm:pt>
  </dgm:ptLst>
  <dgm:cxnLst>
    <dgm:cxn modelId="{C6F0CC11-C1DC-6046-851B-2C9B9525A56A}" type="presOf" srcId="{8555D71E-2085-9740-B226-AF2D35CF7050}" destId="{80A5E30F-604A-CD47-B604-B5F84C9DE54D}" srcOrd="0" destOrd="0" presId="urn:microsoft.com/office/officeart/2005/8/layout/vList2"/>
    <dgm:cxn modelId="{A72B5F30-718C-C740-B76A-4D955B766788}" type="presOf" srcId="{CF7C9927-2D4D-6749-8225-366AD631E4D6}" destId="{80A5E30F-604A-CD47-B604-B5F84C9DE54D}" srcOrd="0" destOrd="2" presId="urn:microsoft.com/office/officeart/2005/8/layout/vList2"/>
    <dgm:cxn modelId="{E139FF31-1265-0E46-ACF8-26FDA2DD02B6}" type="presOf" srcId="{DADD9BD4-1178-7A41-8479-11E1090386C8}" destId="{97BA46FD-0C90-FE4E-8C55-F46FF07DA7CB}" srcOrd="0" destOrd="0" presId="urn:microsoft.com/office/officeart/2005/8/layout/vList2"/>
    <dgm:cxn modelId="{1BBC2F5B-717F-204F-B656-473EB1FE69C9}" type="presOf" srcId="{09E6DBDA-CD96-6944-9CA3-9BA873ACB371}" destId="{80A5E30F-604A-CD47-B604-B5F84C9DE54D}" srcOrd="0" destOrd="1" presId="urn:microsoft.com/office/officeart/2005/8/layout/vList2"/>
    <dgm:cxn modelId="{563ED747-DB98-D340-98F8-B2D5CF4E7429}" type="presOf" srcId="{392DF65E-F7BB-3444-8F1C-01438D9572C2}" destId="{BA5E175E-C69A-AA41-917B-E5367920A7ED}" srcOrd="0" destOrd="0" presId="urn:microsoft.com/office/officeart/2005/8/layout/vList2"/>
    <dgm:cxn modelId="{5C9CB775-2B7C-3D4F-8111-EC0A37492FD2}" srcId="{802320A2-AEEA-9947-8F65-478652637F10}" destId="{AC04AAB7-07CC-F440-B76B-D2E602AA9211}" srcOrd="1" destOrd="0" parTransId="{ED1B17BF-650A-1145-9F13-4B1CEE9D46C2}" sibTransId="{AC36453C-74E3-1849-AD00-132BC5177309}"/>
    <dgm:cxn modelId="{D3E1E45A-C8A5-2D4E-9445-B592C35C4D09}" type="presOf" srcId="{AC04AAB7-07CC-F440-B76B-D2E602AA9211}" destId="{E031BE51-B524-5643-A4E8-9782E8F94E53}" srcOrd="0" destOrd="0" presId="urn:microsoft.com/office/officeart/2005/8/layout/vList2"/>
    <dgm:cxn modelId="{4D894C9D-A5D6-B747-857D-E07EF3F59793}" srcId="{802320A2-AEEA-9947-8F65-478652637F10}" destId="{DADD9BD4-1178-7A41-8479-11E1090386C8}" srcOrd="0" destOrd="0" parTransId="{17DC7296-3643-AB40-AE33-14ADD48A8082}" sibTransId="{340AB53C-764B-EE4B-B4E7-D974A7B485BF}"/>
    <dgm:cxn modelId="{BEDDDFC3-53DC-0047-8D23-1536381253B8}" srcId="{AC04AAB7-07CC-F440-B76B-D2E602AA9211}" destId="{09E6DBDA-CD96-6944-9CA3-9BA873ACB371}" srcOrd="1" destOrd="0" parTransId="{A323DFA4-CA8A-E345-9982-6DBCD73A4C25}" sibTransId="{250D0343-DEC0-9C40-8A9C-6BC1AB6A9B80}"/>
    <dgm:cxn modelId="{541572CE-D9CF-0F40-BD8B-E441E7F6EA05}" srcId="{AC04AAB7-07CC-F440-B76B-D2E602AA9211}" destId="{8555D71E-2085-9740-B226-AF2D35CF7050}" srcOrd="0" destOrd="0" parTransId="{D15512B5-B8E2-E14A-A57E-7D2C2C22BE80}" sibTransId="{A1D8CA97-07A1-0D40-88D6-0B0F2898E579}"/>
    <dgm:cxn modelId="{57C34BD2-3883-7744-B3DE-CFA1DEAC4E32}" srcId="{AC04AAB7-07CC-F440-B76B-D2E602AA9211}" destId="{CF7C9927-2D4D-6749-8225-366AD631E4D6}" srcOrd="2" destOrd="0" parTransId="{A9EBFBB2-04D3-4942-8639-B59B5BC84129}" sibTransId="{71D6710B-A546-194C-8AF0-FC4F6578119B}"/>
    <dgm:cxn modelId="{321206DC-7768-3149-8634-4040078247C2}" srcId="{DADD9BD4-1178-7A41-8479-11E1090386C8}" destId="{392DF65E-F7BB-3444-8F1C-01438D9572C2}" srcOrd="0" destOrd="0" parTransId="{7CB30DE9-53F5-D74C-BB97-4D2DD3BC7597}" sibTransId="{473011FE-EF98-564C-9E48-E7742D5A923C}"/>
    <dgm:cxn modelId="{91F719E6-3E0F-E94D-88BD-F0500C579DB4}" type="presOf" srcId="{802320A2-AEEA-9947-8F65-478652637F10}" destId="{9C3A11F2-4188-764F-8E9C-11AA938E378F}" srcOrd="0" destOrd="0" presId="urn:microsoft.com/office/officeart/2005/8/layout/vList2"/>
    <dgm:cxn modelId="{FCDB13EB-2A45-6146-BEDD-C7F345406357}" type="presParOf" srcId="{9C3A11F2-4188-764F-8E9C-11AA938E378F}" destId="{97BA46FD-0C90-FE4E-8C55-F46FF07DA7CB}" srcOrd="0" destOrd="0" presId="urn:microsoft.com/office/officeart/2005/8/layout/vList2"/>
    <dgm:cxn modelId="{214741ED-3CC8-F04B-9646-ED46D5F7660F}" type="presParOf" srcId="{9C3A11F2-4188-764F-8E9C-11AA938E378F}" destId="{BA5E175E-C69A-AA41-917B-E5367920A7ED}" srcOrd="1" destOrd="0" presId="urn:microsoft.com/office/officeart/2005/8/layout/vList2"/>
    <dgm:cxn modelId="{82B6D9B2-8CE7-1D4A-98A7-0C3203874FB8}" type="presParOf" srcId="{9C3A11F2-4188-764F-8E9C-11AA938E378F}" destId="{E031BE51-B524-5643-A4E8-9782E8F94E53}" srcOrd="2" destOrd="0" presId="urn:microsoft.com/office/officeart/2005/8/layout/vList2"/>
    <dgm:cxn modelId="{840CFACA-5CDB-BB42-8FE9-8459DED7ADCC}" type="presParOf" srcId="{9C3A11F2-4188-764F-8E9C-11AA938E378F}" destId="{80A5E30F-604A-CD47-B604-B5F84C9DE54D}"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BFE6C4-FDE3-46AC-BFA1-D7CE790F3F40}"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1AEE6E43-5B21-41D8-913D-EA8B9EF1610C}">
      <dgm:prSet custT="1"/>
      <dgm:spPr/>
      <dgm:t>
        <a:bodyPr/>
        <a:lstStyle/>
        <a:p>
          <a:pPr>
            <a:spcAft>
              <a:spcPts val="0"/>
            </a:spcAft>
          </a:pPr>
          <a:r>
            <a:rPr lang="en-US" sz="2800"/>
            <a:t>While </a:t>
          </a:r>
          <a:r>
            <a:rPr lang="en-US" sz="2800" b="1">
              <a:solidFill>
                <a:srgbClr val="0070C0"/>
              </a:solidFill>
            </a:rPr>
            <a:t>remember{ }</a:t>
          </a:r>
          <a:r>
            <a:rPr lang="en-US" sz="2800">
              <a:solidFill>
                <a:srgbClr val="0070C0"/>
              </a:solidFill>
            </a:rPr>
            <a:t> </a:t>
          </a:r>
          <a:r>
            <a:rPr lang="en-US" sz="2800"/>
            <a:t>helps you retain state across </a:t>
          </a:r>
          <a:r>
            <a:rPr lang="en-US" sz="2800" err="1"/>
            <a:t>recompositions</a:t>
          </a:r>
          <a:r>
            <a:rPr lang="en-US" sz="2800"/>
            <a:t>, the state is not retained across configuration changes. </a:t>
          </a:r>
        </a:p>
      </dgm:t>
    </dgm:pt>
    <dgm:pt modelId="{9EF2F80A-546D-4994-8BAB-B6AA12BFA5FA}" type="parTrans" cxnId="{F53BA76C-DD2D-45F8-B308-D6EA2B1F8511}">
      <dgm:prSet/>
      <dgm:spPr/>
      <dgm:t>
        <a:bodyPr/>
        <a:lstStyle/>
        <a:p>
          <a:endParaRPr lang="en-US" sz="2800"/>
        </a:p>
      </dgm:t>
    </dgm:pt>
    <dgm:pt modelId="{4EF352C3-C416-49C9-8491-2105FE617C38}" type="sibTrans" cxnId="{F53BA76C-DD2D-45F8-B308-D6EA2B1F8511}">
      <dgm:prSet/>
      <dgm:spPr/>
      <dgm:t>
        <a:bodyPr/>
        <a:lstStyle/>
        <a:p>
          <a:endParaRPr lang="en-US" sz="2800"/>
        </a:p>
      </dgm:t>
    </dgm:pt>
    <dgm:pt modelId="{42A29DD3-6DA0-4F53-8D1F-9A412F53F3CC}">
      <dgm:prSet custT="1"/>
      <dgm:spPr/>
      <dgm:t>
        <a:bodyPr/>
        <a:lstStyle/>
        <a:p>
          <a:pPr>
            <a:spcAft>
              <a:spcPts val="0"/>
            </a:spcAft>
          </a:pPr>
          <a:r>
            <a:rPr lang="en-US" sz="2800"/>
            <a:t>For this, you must use </a:t>
          </a:r>
          <a:r>
            <a:rPr lang="en-US" sz="2800" b="1" err="1">
              <a:solidFill>
                <a:srgbClr val="0070C0"/>
              </a:solidFill>
            </a:rPr>
            <a:t>rememberSaveable</a:t>
          </a:r>
          <a:r>
            <a:rPr lang="en-US" sz="2800"/>
            <a:t>. </a:t>
          </a:r>
        </a:p>
      </dgm:t>
    </dgm:pt>
    <dgm:pt modelId="{C3C0E9F0-90ED-4E20-A7B4-CE26BE5F0E42}" type="parTrans" cxnId="{398A75F5-9236-45D5-8606-8905661AB42C}">
      <dgm:prSet/>
      <dgm:spPr/>
      <dgm:t>
        <a:bodyPr/>
        <a:lstStyle/>
        <a:p>
          <a:endParaRPr lang="en-US" sz="2800"/>
        </a:p>
      </dgm:t>
    </dgm:pt>
    <dgm:pt modelId="{27CF7E94-1272-4026-9F77-05E6E08DDF8C}" type="sibTrans" cxnId="{398A75F5-9236-45D5-8606-8905661AB42C}">
      <dgm:prSet/>
      <dgm:spPr/>
      <dgm:t>
        <a:bodyPr/>
        <a:lstStyle/>
        <a:p>
          <a:endParaRPr lang="en-US" sz="2800"/>
        </a:p>
      </dgm:t>
    </dgm:pt>
    <dgm:pt modelId="{1A15ED8D-1D46-4BFD-A189-88DF29CD0458}">
      <dgm:prSet custT="1"/>
      <dgm:spPr/>
      <dgm:t>
        <a:bodyPr/>
        <a:lstStyle/>
        <a:p>
          <a:pPr>
            <a:spcAft>
              <a:spcPts val="0"/>
            </a:spcAft>
          </a:pPr>
          <a:r>
            <a:rPr lang="en-US" sz="2800" b="1" err="1">
              <a:solidFill>
                <a:srgbClr val="0070C0"/>
              </a:solidFill>
            </a:rPr>
            <a:t>rememberSaveable</a:t>
          </a:r>
          <a:r>
            <a:rPr lang="en-US" sz="2800"/>
            <a:t> automatically saves any value that can be saved in a Bundle.</a:t>
          </a:r>
        </a:p>
      </dgm:t>
    </dgm:pt>
    <dgm:pt modelId="{FC621A0E-A227-4F25-A0D3-F96FA22D8F64}" type="parTrans" cxnId="{056E13B6-26E1-4BB2-A28A-CD6D97D2B0DE}">
      <dgm:prSet/>
      <dgm:spPr/>
      <dgm:t>
        <a:bodyPr/>
        <a:lstStyle/>
        <a:p>
          <a:endParaRPr lang="en-US" sz="2800"/>
        </a:p>
      </dgm:t>
    </dgm:pt>
    <dgm:pt modelId="{77FD9525-21D4-4FC5-B5D1-E55061EBF111}" type="sibTrans" cxnId="{056E13B6-26E1-4BB2-A28A-CD6D97D2B0DE}">
      <dgm:prSet/>
      <dgm:spPr/>
      <dgm:t>
        <a:bodyPr/>
        <a:lstStyle/>
        <a:p>
          <a:endParaRPr lang="en-US" sz="2800"/>
        </a:p>
      </dgm:t>
    </dgm:pt>
    <dgm:pt modelId="{601872B9-DDD2-4E4D-B6B6-F61FB2A8B0F4}" type="pres">
      <dgm:prSet presAssocID="{B7BFE6C4-FDE3-46AC-BFA1-D7CE790F3F40}" presName="vert0" presStyleCnt="0">
        <dgm:presLayoutVars>
          <dgm:dir/>
          <dgm:animOne val="branch"/>
          <dgm:animLvl val="lvl"/>
        </dgm:presLayoutVars>
      </dgm:prSet>
      <dgm:spPr/>
    </dgm:pt>
    <dgm:pt modelId="{D6AE076E-067E-9D4B-A67F-467609193B73}" type="pres">
      <dgm:prSet presAssocID="{1AEE6E43-5B21-41D8-913D-EA8B9EF1610C}" presName="thickLine" presStyleLbl="alignNode1" presStyleIdx="0" presStyleCnt="3"/>
      <dgm:spPr/>
    </dgm:pt>
    <dgm:pt modelId="{CF957901-3BC9-C547-A773-28C8303B4E27}" type="pres">
      <dgm:prSet presAssocID="{1AEE6E43-5B21-41D8-913D-EA8B9EF1610C}" presName="horz1" presStyleCnt="0"/>
      <dgm:spPr/>
    </dgm:pt>
    <dgm:pt modelId="{366F411A-80AA-E643-BBAF-C54C85365EBD}" type="pres">
      <dgm:prSet presAssocID="{1AEE6E43-5B21-41D8-913D-EA8B9EF1610C}" presName="tx1" presStyleLbl="revTx" presStyleIdx="0" presStyleCnt="3"/>
      <dgm:spPr/>
    </dgm:pt>
    <dgm:pt modelId="{4DCBCACC-0179-2F4C-85AE-8B9246F7A472}" type="pres">
      <dgm:prSet presAssocID="{1AEE6E43-5B21-41D8-913D-EA8B9EF1610C}" presName="vert1" presStyleCnt="0"/>
      <dgm:spPr/>
    </dgm:pt>
    <dgm:pt modelId="{86B0A624-78A9-6349-A975-2604D01A27A8}" type="pres">
      <dgm:prSet presAssocID="{42A29DD3-6DA0-4F53-8D1F-9A412F53F3CC}" presName="thickLine" presStyleLbl="alignNode1" presStyleIdx="1" presStyleCnt="3"/>
      <dgm:spPr/>
    </dgm:pt>
    <dgm:pt modelId="{B17EA5DE-975A-E34A-9CF6-96F699EA4EB7}" type="pres">
      <dgm:prSet presAssocID="{42A29DD3-6DA0-4F53-8D1F-9A412F53F3CC}" presName="horz1" presStyleCnt="0"/>
      <dgm:spPr/>
    </dgm:pt>
    <dgm:pt modelId="{ADAFFE2E-68C0-0047-838A-9B8BF89D87AD}" type="pres">
      <dgm:prSet presAssocID="{42A29DD3-6DA0-4F53-8D1F-9A412F53F3CC}" presName="tx1" presStyleLbl="revTx" presStyleIdx="1" presStyleCnt="3"/>
      <dgm:spPr/>
    </dgm:pt>
    <dgm:pt modelId="{BA7848C6-8C4E-CD48-A494-0370649C60EC}" type="pres">
      <dgm:prSet presAssocID="{42A29DD3-6DA0-4F53-8D1F-9A412F53F3CC}" presName="vert1" presStyleCnt="0"/>
      <dgm:spPr/>
    </dgm:pt>
    <dgm:pt modelId="{E44A8C6C-8A0D-4D43-A701-CD81ED2EB2A2}" type="pres">
      <dgm:prSet presAssocID="{1A15ED8D-1D46-4BFD-A189-88DF29CD0458}" presName="thickLine" presStyleLbl="alignNode1" presStyleIdx="2" presStyleCnt="3"/>
      <dgm:spPr/>
    </dgm:pt>
    <dgm:pt modelId="{97827BAE-62C9-7240-A49C-5CAC4E9ABDB6}" type="pres">
      <dgm:prSet presAssocID="{1A15ED8D-1D46-4BFD-A189-88DF29CD0458}" presName="horz1" presStyleCnt="0"/>
      <dgm:spPr/>
    </dgm:pt>
    <dgm:pt modelId="{0A42F75F-8700-6D40-B526-9C58781A4E8A}" type="pres">
      <dgm:prSet presAssocID="{1A15ED8D-1D46-4BFD-A189-88DF29CD0458}" presName="tx1" presStyleLbl="revTx" presStyleIdx="2" presStyleCnt="3"/>
      <dgm:spPr/>
    </dgm:pt>
    <dgm:pt modelId="{EB3F20DA-6637-684C-9910-CBD146D80559}" type="pres">
      <dgm:prSet presAssocID="{1A15ED8D-1D46-4BFD-A189-88DF29CD0458}" presName="vert1" presStyleCnt="0"/>
      <dgm:spPr/>
    </dgm:pt>
  </dgm:ptLst>
  <dgm:cxnLst>
    <dgm:cxn modelId="{E5D63F25-5F14-074A-9C9A-76091272B81F}" type="presOf" srcId="{42A29DD3-6DA0-4F53-8D1F-9A412F53F3CC}" destId="{ADAFFE2E-68C0-0047-838A-9B8BF89D87AD}" srcOrd="0" destOrd="0" presId="urn:microsoft.com/office/officeart/2008/layout/LinedList"/>
    <dgm:cxn modelId="{CF3D4C2C-F4A3-1648-A1F0-C59EAC858FA6}" type="presOf" srcId="{1AEE6E43-5B21-41D8-913D-EA8B9EF1610C}" destId="{366F411A-80AA-E643-BBAF-C54C85365EBD}" srcOrd="0" destOrd="0" presId="urn:microsoft.com/office/officeart/2008/layout/LinedList"/>
    <dgm:cxn modelId="{BEF55D36-165A-954F-A89D-8E5044522D82}" type="presOf" srcId="{B7BFE6C4-FDE3-46AC-BFA1-D7CE790F3F40}" destId="{601872B9-DDD2-4E4D-B6B6-F61FB2A8B0F4}" srcOrd="0" destOrd="0" presId="urn:microsoft.com/office/officeart/2008/layout/LinedList"/>
    <dgm:cxn modelId="{F53BA76C-DD2D-45F8-B308-D6EA2B1F8511}" srcId="{B7BFE6C4-FDE3-46AC-BFA1-D7CE790F3F40}" destId="{1AEE6E43-5B21-41D8-913D-EA8B9EF1610C}" srcOrd="0" destOrd="0" parTransId="{9EF2F80A-546D-4994-8BAB-B6AA12BFA5FA}" sibTransId="{4EF352C3-C416-49C9-8491-2105FE617C38}"/>
    <dgm:cxn modelId="{61264473-1074-8945-9AFE-EDDC37F2266A}" type="presOf" srcId="{1A15ED8D-1D46-4BFD-A189-88DF29CD0458}" destId="{0A42F75F-8700-6D40-B526-9C58781A4E8A}" srcOrd="0" destOrd="0" presId="urn:microsoft.com/office/officeart/2008/layout/LinedList"/>
    <dgm:cxn modelId="{056E13B6-26E1-4BB2-A28A-CD6D97D2B0DE}" srcId="{B7BFE6C4-FDE3-46AC-BFA1-D7CE790F3F40}" destId="{1A15ED8D-1D46-4BFD-A189-88DF29CD0458}" srcOrd="2" destOrd="0" parTransId="{FC621A0E-A227-4F25-A0D3-F96FA22D8F64}" sibTransId="{77FD9525-21D4-4FC5-B5D1-E55061EBF111}"/>
    <dgm:cxn modelId="{398A75F5-9236-45D5-8606-8905661AB42C}" srcId="{B7BFE6C4-FDE3-46AC-BFA1-D7CE790F3F40}" destId="{42A29DD3-6DA0-4F53-8D1F-9A412F53F3CC}" srcOrd="1" destOrd="0" parTransId="{C3C0E9F0-90ED-4E20-A7B4-CE26BE5F0E42}" sibTransId="{27CF7E94-1272-4026-9F77-05E6E08DDF8C}"/>
    <dgm:cxn modelId="{9AFAA328-3069-B346-B471-C0A3C7F543E6}" type="presParOf" srcId="{601872B9-DDD2-4E4D-B6B6-F61FB2A8B0F4}" destId="{D6AE076E-067E-9D4B-A67F-467609193B73}" srcOrd="0" destOrd="0" presId="urn:microsoft.com/office/officeart/2008/layout/LinedList"/>
    <dgm:cxn modelId="{877E3735-A4A5-1C4C-A042-87CCF692539E}" type="presParOf" srcId="{601872B9-DDD2-4E4D-B6B6-F61FB2A8B0F4}" destId="{CF957901-3BC9-C547-A773-28C8303B4E27}" srcOrd="1" destOrd="0" presId="urn:microsoft.com/office/officeart/2008/layout/LinedList"/>
    <dgm:cxn modelId="{9EB879C7-AEC5-F947-A0B2-6F7F736DA177}" type="presParOf" srcId="{CF957901-3BC9-C547-A773-28C8303B4E27}" destId="{366F411A-80AA-E643-BBAF-C54C85365EBD}" srcOrd="0" destOrd="0" presId="urn:microsoft.com/office/officeart/2008/layout/LinedList"/>
    <dgm:cxn modelId="{7C8D5E1A-C36F-ED41-A642-F0C779DA6175}" type="presParOf" srcId="{CF957901-3BC9-C547-A773-28C8303B4E27}" destId="{4DCBCACC-0179-2F4C-85AE-8B9246F7A472}" srcOrd="1" destOrd="0" presId="urn:microsoft.com/office/officeart/2008/layout/LinedList"/>
    <dgm:cxn modelId="{2516F65A-F065-3A4D-91FD-9402DCAA9529}" type="presParOf" srcId="{601872B9-DDD2-4E4D-B6B6-F61FB2A8B0F4}" destId="{86B0A624-78A9-6349-A975-2604D01A27A8}" srcOrd="2" destOrd="0" presId="urn:microsoft.com/office/officeart/2008/layout/LinedList"/>
    <dgm:cxn modelId="{D1217676-39D7-A14A-B508-58CABC40DB31}" type="presParOf" srcId="{601872B9-DDD2-4E4D-B6B6-F61FB2A8B0F4}" destId="{B17EA5DE-975A-E34A-9CF6-96F699EA4EB7}" srcOrd="3" destOrd="0" presId="urn:microsoft.com/office/officeart/2008/layout/LinedList"/>
    <dgm:cxn modelId="{13876F7B-9660-8C45-8D7A-85EFFA4340EA}" type="presParOf" srcId="{B17EA5DE-975A-E34A-9CF6-96F699EA4EB7}" destId="{ADAFFE2E-68C0-0047-838A-9B8BF89D87AD}" srcOrd="0" destOrd="0" presId="urn:microsoft.com/office/officeart/2008/layout/LinedList"/>
    <dgm:cxn modelId="{D4F1849D-0CC9-9F4A-9E4B-EAF563AB39B4}" type="presParOf" srcId="{B17EA5DE-975A-E34A-9CF6-96F699EA4EB7}" destId="{BA7848C6-8C4E-CD48-A494-0370649C60EC}" srcOrd="1" destOrd="0" presId="urn:microsoft.com/office/officeart/2008/layout/LinedList"/>
    <dgm:cxn modelId="{33CE25D3-84A0-C54A-9311-C160BDBA1B8C}" type="presParOf" srcId="{601872B9-DDD2-4E4D-B6B6-F61FB2A8B0F4}" destId="{E44A8C6C-8A0D-4D43-A701-CD81ED2EB2A2}" srcOrd="4" destOrd="0" presId="urn:microsoft.com/office/officeart/2008/layout/LinedList"/>
    <dgm:cxn modelId="{4AF08F2A-DAD7-2340-808D-4F88E59131B2}" type="presParOf" srcId="{601872B9-DDD2-4E4D-B6B6-F61FB2A8B0F4}" destId="{97827BAE-62C9-7240-A49C-5CAC4E9ABDB6}" srcOrd="5" destOrd="0" presId="urn:microsoft.com/office/officeart/2008/layout/LinedList"/>
    <dgm:cxn modelId="{360EDD02-0260-3F48-9E8D-67435F3D2605}" type="presParOf" srcId="{97827BAE-62C9-7240-A49C-5CAC4E9ABDB6}" destId="{0A42F75F-8700-6D40-B526-9C58781A4E8A}" srcOrd="0" destOrd="0" presId="urn:microsoft.com/office/officeart/2008/layout/LinedList"/>
    <dgm:cxn modelId="{6DF196F1-C128-B345-8305-E3C3B85B73B6}" type="presParOf" srcId="{97827BAE-62C9-7240-A49C-5CAC4E9ABDB6}" destId="{EB3F20DA-6637-684C-9910-CBD146D8055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D1DE48E-69F4-3D42-9E10-E40AA06630AB}" type="doc">
      <dgm:prSet loTypeId="urn:microsoft.com/office/officeart/2005/8/layout/list1" loCatId="process" qsTypeId="urn:microsoft.com/office/officeart/2005/8/quickstyle/simple1" qsCatId="simple" csTypeId="urn:microsoft.com/office/officeart/2005/8/colors/accent3_1" csCatId="accent3" phldr="1"/>
      <dgm:spPr/>
      <dgm:t>
        <a:bodyPr/>
        <a:lstStyle/>
        <a:p>
          <a:endParaRPr lang="en-US"/>
        </a:p>
      </dgm:t>
    </dgm:pt>
    <dgm:pt modelId="{C9990237-3522-7847-A558-3C821BC6DAAB}">
      <dgm:prSet/>
      <dgm:spPr/>
      <dgm:t>
        <a:bodyPr/>
        <a:lstStyle/>
        <a:p>
          <a:r>
            <a:rPr lang="en-US"/>
            <a:t>ViewModel keeps app data safe</a:t>
          </a:r>
        </a:p>
      </dgm:t>
    </dgm:pt>
    <dgm:pt modelId="{22C4CBBE-CF43-8048-98B4-9A84172E30DF}" type="parTrans" cxnId="{BD01D5B2-F55B-0041-85C8-8D15530DB8B7}">
      <dgm:prSet/>
      <dgm:spPr/>
      <dgm:t>
        <a:bodyPr/>
        <a:lstStyle/>
        <a:p>
          <a:endParaRPr lang="en-US"/>
        </a:p>
      </dgm:t>
    </dgm:pt>
    <dgm:pt modelId="{02A46CCF-442A-AA4F-B998-F8A862469385}" type="sibTrans" cxnId="{BD01D5B2-F55B-0041-85C8-8D15530DB8B7}">
      <dgm:prSet/>
      <dgm:spPr/>
      <dgm:t>
        <a:bodyPr/>
        <a:lstStyle/>
        <a:p>
          <a:endParaRPr lang="en-US"/>
        </a:p>
      </dgm:t>
    </dgm:pt>
    <dgm:pt modelId="{9F1D0431-E52A-CC41-9BCB-108E952AE2CF}">
      <dgm:prSet/>
      <dgm:spPr/>
      <dgm:t>
        <a:bodyPr/>
        <a:lstStyle/>
        <a:p>
          <a:r>
            <a:rPr lang="en-US"/>
            <a:t>It stores data that does not get lost when the app’s activity is destroyed and recreated.</a:t>
          </a:r>
        </a:p>
      </dgm:t>
    </dgm:pt>
    <dgm:pt modelId="{6B685912-AC8B-8F4C-9606-70A2C47EC15F}" type="parTrans" cxnId="{6EC666A0-104A-E046-8321-1A811B95BC7C}">
      <dgm:prSet/>
      <dgm:spPr/>
      <dgm:t>
        <a:bodyPr/>
        <a:lstStyle/>
        <a:p>
          <a:endParaRPr lang="en-US"/>
        </a:p>
      </dgm:t>
    </dgm:pt>
    <dgm:pt modelId="{03861DBE-EB11-C442-947E-A384CA7135ED}" type="sibTrans" cxnId="{6EC666A0-104A-E046-8321-1A811B95BC7C}">
      <dgm:prSet/>
      <dgm:spPr/>
      <dgm:t>
        <a:bodyPr/>
        <a:lstStyle/>
        <a:p>
          <a:endParaRPr lang="en-US"/>
        </a:p>
      </dgm:t>
    </dgm:pt>
    <dgm:pt modelId="{F0C6C9AA-1EAE-C54B-B787-337292E17D52}">
      <dgm:prSet/>
      <dgm:spPr/>
      <dgm:t>
        <a:bodyPr/>
        <a:lstStyle/>
        <a:p>
          <a:r>
            <a:rPr lang="en-US"/>
            <a:t>ViewModel objects are durable</a:t>
          </a:r>
        </a:p>
      </dgm:t>
    </dgm:pt>
    <dgm:pt modelId="{28487BA2-4CD9-D943-9263-04837ECCA61F}" type="parTrans" cxnId="{9C862201-FFF6-DB41-B99E-74082F8E32F0}">
      <dgm:prSet/>
      <dgm:spPr/>
      <dgm:t>
        <a:bodyPr/>
        <a:lstStyle/>
        <a:p>
          <a:endParaRPr lang="en-US"/>
        </a:p>
      </dgm:t>
    </dgm:pt>
    <dgm:pt modelId="{803020AA-F0D6-734A-85DD-127DA753AFC9}" type="sibTrans" cxnId="{9C862201-FFF6-DB41-B99E-74082F8E32F0}">
      <dgm:prSet/>
      <dgm:spPr/>
      <dgm:t>
        <a:bodyPr/>
        <a:lstStyle/>
        <a:p>
          <a:endParaRPr lang="en-US"/>
        </a:p>
      </dgm:t>
    </dgm:pt>
    <dgm:pt modelId="{9E32B6FF-A1DB-374E-952B-61EE3B8F012B}">
      <dgm:prSet/>
      <dgm:spPr/>
      <dgm:t>
        <a:bodyPr/>
        <a:lstStyle/>
        <a:p>
          <a:r>
            <a:rPr lang="en-US"/>
            <a:t>Unlike activity instances, ViewModel objects are not destroyed.</a:t>
          </a:r>
        </a:p>
      </dgm:t>
    </dgm:pt>
    <dgm:pt modelId="{67B63022-A825-E049-BF84-B0A11E59A9EF}" type="parTrans" cxnId="{ABCF5FBC-DBF2-C149-86E0-D710BAB4BDDF}">
      <dgm:prSet/>
      <dgm:spPr/>
      <dgm:t>
        <a:bodyPr/>
        <a:lstStyle/>
        <a:p>
          <a:endParaRPr lang="en-US"/>
        </a:p>
      </dgm:t>
    </dgm:pt>
    <dgm:pt modelId="{9B355BE4-EC49-8A47-B4EB-7A46837EDC68}" type="sibTrans" cxnId="{ABCF5FBC-DBF2-C149-86E0-D710BAB4BDDF}">
      <dgm:prSet/>
      <dgm:spPr/>
      <dgm:t>
        <a:bodyPr/>
        <a:lstStyle/>
        <a:p>
          <a:endParaRPr lang="en-US"/>
        </a:p>
      </dgm:t>
    </dgm:pt>
    <dgm:pt modelId="{BF429935-CB1E-F648-8D8B-B05B3F7D66A8}">
      <dgm:prSet/>
      <dgm:spPr/>
      <dgm:t>
        <a:bodyPr/>
        <a:lstStyle/>
        <a:p>
          <a:r>
            <a:rPr lang="en-US"/>
            <a:t>Automatic data retention</a:t>
          </a:r>
        </a:p>
      </dgm:t>
    </dgm:pt>
    <dgm:pt modelId="{019EAD4B-86E0-484F-B404-6C17987F7C7C}" type="parTrans" cxnId="{C6083361-A74D-BF45-8509-C62083102E54}">
      <dgm:prSet/>
      <dgm:spPr/>
      <dgm:t>
        <a:bodyPr/>
        <a:lstStyle/>
        <a:p>
          <a:endParaRPr lang="en-US"/>
        </a:p>
      </dgm:t>
    </dgm:pt>
    <dgm:pt modelId="{CFD9C9C4-CD4C-0E45-9CDF-A6E35502E2F7}" type="sibTrans" cxnId="{C6083361-A74D-BF45-8509-C62083102E54}">
      <dgm:prSet/>
      <dgm:spPr/>
      <dgm:t>
        <a:bodyPr/>
        <a:lstStyle/>
        <a:p>
          <a:endParaRPr lang="en-US"/>
        </a:p>
      </dgm:t>
    </dgm:pt>
    <dgm:pt modelId="{BD9A108C-8C5E-2D41-89CA-F4CCF1E90842}">
      <dgm:prSet/>
      <dgm:spPr/>
      <dgm:t>
        <a:bodyPr/>
        <a:lstStyle/>
        <a:p>
          <a:r>
            <a:rPr lang="en-US"/>
            <a:t>The app keeps ViewModel objects during configuration changes, so the data is ready right away after the app is rebuilt.</a:t>
          </a:r>
        </a:p>
      </dgm:t>
    </dgm:pt>
    <dgm:pt modelId="{F08C1C81-16E1-0D47-9B54-534D0733A3A2}" type="parTrans" cxnId="{20573E71-D7DB-0743-87D5-C91C77443C44}">
      <dgm:prSet/>
      <dgm:spPr/>
      <dgm:t>
        <a:bodyPr/>
        <a:lstStyle/>
        <a:p>
          <a:endParaRPr lang="en-US"/>
        </a:p>
      </dgm:t>
    </dgm:pt>
    <dgm:pt modelId="{942D905C-773A-EF4A-BA92-0EBCC11732F8}" type="sibTrans" cxnId="{20573E71-D7DB-0743-87D5-C91C77443C44}">
      <dgm:prSet/>
      <dgm:spPr/>
      <dgm:t>
        <a:bodyPr/>
        <a:lstStyle/>
        <a:p>
          <a:endParaRPr lang="en-US"/>
        </a:p>
      </dgm:t>
    </dgm:pt>
    <dgm:pt modelId="{C9BC1EE4-04E8-FB4D-BA2E-1ACD311F2B95}" type="pres">
      <dgm:prSet presAssocID="{AD1DE48E-69F4-3D42-9E10-E40AA06630AB}" presName="linear" presStyleCnt="0">
        <dgm:presLayoutVars>
          <dgm:dir/>
          <dgm:animLvl val="lvl"/>
          <dgm:resizeHandles val="exact"/>
        </dgm:presLayoutVars>
      </dgm:prSet>
      <dgm:spPr/>
    </dgm:pt>
    <dgm:pt modelId="{EB5298FF-C7AF-6140-A216-6C41B04E290E}" type="pres">
      <dgm:prSet presAssocID="{C9990237-3522-7847-A558-3C821BC6DAAB}" presName="parentLin" presStyleCnt="0"/>
      <dgm:spPr/>
    </dgm:pt>
    <dgm:pt modelId="{EC575232-BE72-E440-950B-5B87BCAF4490}" type="pres">
      <dgm:prSet presAssocID="{C9990237-3522-7847-A558-3C821BC6DAAB}" presName="parentLeftMargin" presStyleLbl="node1" presStyleIdx="0" presStyleCnt="3"/>
      <dgm:spPr/>
    </dgm:pt>
    <dgm:pt modelId="{0D3AC57B-183F-8845-BF78-E3A6243D0B38}" type="pres">
      <dgm:prSet presAssocID="{C9990237-3522-7847-A558-3C821BC6DAAB}" presName="parentText" presStyleLbl="node1" presStyleIdx="0" presStyleCnt="3">
        <dgm:presLayoutVars>
          <dgm:chMax val="0"/>
          <dgm:bulletEnabled val="1"/>
        </dgm:presLayoutVars>
      </dgm:prSet>
      <dgm:spPr/>
    </dgm:pt>
    <dgm:pt modelId="{EC494C64-35F4-244E-8D42-D511D8964103}" type="pres">
      <dgm:prSet presAssocID="{C9990237-3522-7847-A558-3C821BC6DAAB}" presName="negativeSpace" presStyleCnt="0"/>
      <dgm:spPr/>
    </dgm:pt>
    <dgm:pt modelId="{167ADAAE-3296-F84B-AAD1-45F75917D5AB}" type="pres">
      <dgm:prSet presAssocID="{C9990237-3522-7847-A558-3C821BC6DAAB}" presName="childText" presStyleLbl="conFgAcc1" presStyleIdx="0" presStyleCnt="3">
        <dgm:presLayoutVars>
          <dgm:bulletEnabled val="1"/>
        </dgm:presLayoutVars>
      </dgm:prSet>
      <dgm:spPr/>
    </dgm:pt>
    <dgm:pt modelId="{1D06BFD9-7EE1-E64F-B56E-A62C65F33B64}" type="pres">
      <dgm:prSet presAssocID="{02A46CCF-442A-AA4F-B998-F8A862469385}" presName="spaceBetweenRectangles" presStyleCnt="0"/>
      <dgm:spPr/>
    </dgm:pt>
    <dgm:pt modelId="{64DEC50C-5E2C-7C49-B713-1949D97D0453}" type="pres">
      <dgm:prSet presAssocID="{F0C6C9AA-1EAE-C54B-B787-337292E17D52}" presName="parentLin" presStyleCnt="0"/>
      <dgm:spPr/>
    </dgm:pt>
    <dgm:pt modelId="{055E61FD-CC6E-B64C-B86F-EB3DF9465CEF}" type="pres">
      <dgm:prSet presAssocID="{F0C6C9AA-1EAE-C54B-B787-337292E17D52}" presName="parentLeftMargin" presStyleLbl="node1" presStyleIdx="0" presStyleCnt="3"/>
      <dgm:spPr/>
    </dgm:pt>
    <dgm:pt modelId="{3D9C3F8E-B28F-CD48-BF4D-848D850ACD9C}" type="pres">
      <dgm:prSet presAssocID="{F0C6C9AA-1EAE-C54B-B787-337292E17D52}" presName="parentText" presStyleLbl="node1" presStyleIdx="1" presStyleCnt="3">
        <dgm:presLayoutVars>
          <dgm:chMax val="0"/>
          <dgm:bulletEnabled val="1"/>
        </dgm:presLayoutVars>
      </dgm:prSet>
      <dgm:spPr/>
    </dgm:pt>
    <dgm:pt modelId="{0B65DD88-5758-E34E-8442-FF14A0FC868E}" type="pres">
      <dgm:prSet presAssocID="{F0C6C9AA-1EAE-C54B-B787-337292E17D52}" presName="negativeSpace" presStyleCnt="0"/>
      <dgm:spPr/>
    </dgm:pt>
    <dgm:pt modelId="{F0923D65-3600-8342-A13F-95D2332C65BB}" type="pres">
      <dgm:prSet presAssocID="{F0C6C9AA-1EAE-C54B-B787-337292E17D52}" presName="childText" presStyleLbl="conFgAcc1" presStyleIdx="1" presStyleCnt="3">
        <dgm:presLayoutVars>
          <dgm:bulletEnabled val="1"/>
        </dgm:presLayoutVars>
      </dgm:prSet>
      <dgm:spPr/>
    </dgm:pt>
    <dgm:pt modelId="{8E75FCD6-DF79-FC48-A2EC-8ADC8B2F0D6D}" type="pres">
      <dgm:prSet presAssocID="{803020AA-F0D6-734A-85DD-127DA753AFC9}" presName="spaceBetweenRectangles" presStyleCnt="0"/>
      <dgm:spPr/>
    </dgm:pt>
    <dgm:pt modelId="{D1D66F92-F15E-3E41-BD02-9423C4E5D366}" type="pres">
      <dgm:prSet presAssocID="{BF429935-CB1E-F648-8D8B-B05B3F7D66A8}" presName="parentLin" presStyleCnt="0"/>
      <dgm:spPr/>
    </dgm:pt>
    <dgm:pt modelId="{E8D280E6-67AB-864A-B925-D3BD0A684422}" type="pres">
      <dgm:prSet presAssocID="{BF429935-CB1E-F648-8D8B-B05B3F7D66A8}" presName="parentLeftMargin" presStyleLbl="node1" presStyleIdx="1" presStyleCnt="3"/>
      <dgm:spPr/>
    </dgm:pt>
    <dgm:pt modelId="{F5DE80F2-41C4-EC4E-BA0A-D070388588B9}" type="pres">
      <dgm:prSet presAssocID="{BF429935-CB1E-F648-8D8B-B05B3F7D66A8}" presName="parentText" presStyleLbl="node1" presStyleIdx="2" presStyleCnt="3">
        <dgm:presLayoutVars>
          <dgm:chMax val="0"/>
          <dgm:bulletEnabled val="1"/>
        </dgm:presLayoutVars>
      </dgm:prSet>
      <dgm:spPr/>
    </dgm:pt>
    <dgm:pt modelId="{DD97A126-9A1F-C34D-A69E-E2BB96D011F2}" type="pres">
      <dgm:prSet presAssocID="{BF429935-CB1E-F648-8D8B-B05B3F7D66A8}" presName="negativeSpace" presStyleCnt="0"/>
      <dgm:spPr/>
    </dgm:pt>
    <dgm:pt modelId="{4095067C-A317-F94C-B280-0D37B2A2432B}" type="pres">
      <dgm:prSet presAssocID="{BF429935-CB1E-F648-8D8B-B05B3F7D66A8}" presName="childText" presStyleLbl="conFgAcc1" presStyleIdx="2" presStyleCnt="3">
        <dgm:presLayoutVars>
          <dgm:bulletEnabled val="1"/>
        </dgm:presLayoutVars>
      </dgm:prSet>
      <dgm:spPr/>
    </dgm:pt>
  </dgm:ptLst>
  <dgm:cxnLst>
    <dgm:cxn modelId="{9C862201-FFF6-DB41-B99E-74082F8E32F0}" srcId="{AD1DE48E-69F4-3D42-9E10-E40AA06630AB}" destId="{F0C6C9AA-1EAE-C54B-B787-337292E17D52}" srcOrd="1" destOrd="0" parTransId="{28487BA2-4CD9-D943-9263-04837ECCA61F}" sibTransId="{803020AA-F0D6-734A-85DD-127DA753AFC9}"/>
    <dgm:cxn modelId="{B047CB20-6409-3542-B04B-ADFE022C8A68}" type="presOf" srcId="{AD1DE48E-69F4-3D42-9E10-E40AA06630AB}" destId="{C9BC1EE4-04E8-FB4D-BA2E-1ACD311F2B95}" srcOrd="0" destOrd="0" presId="urn:microsoft.com/office/officeart/2005/8/layout/list1"/>
    <dgm:cxn modelId="{38E6E43E-0A5B-D148-8411-AF68FAED4A9B}" type="presOf" srcId="{9F1D0431-E52A-CC41-9BCB-108E952AE2CF}" destId="{167ADAAE-3296-F84B-AAD1-45F75917D5AB}" srcOrd="0" destOrd="0" presId="urn:microsoft.com/office/officeart/2005/8/layout/list1"/>
    <dgm:cxn modelId="{C6083361-A74D-BF45-8509-C62083102E54}" srcId="{AD1DE48E-69F4-3D42-9E10-E40AA06630AB}" destId="{BF429935-CB1E-F648-8D8B-B05B3F7D66A8}" srcOrd="2" destOrd="0" parTransId="{019EAD4B-86E0-484F-B404-6C17987F7C7C}" sibTransId="{CFD9C9C4-CD4C-0E45-9CDF-A6E35502E2F7}"/>
    <dgm:cxn modelId="{20573E71-D7DB-0743-87D5-C91C77443C44}" srcId="{BF429935-CB1E-F648-8D8B-B05B3F7D66A8}" destId="{BD9A108C-8C5E-2D41-89CA-F4CCF1E90842}" srcOrd="0" destOrd="0" parTransId="{F08C1C81-16E1-0D47-9B54-534D0733A3A2}" sibTransId="{942D905C-773A-EF4A-BA92-0EBCC11732F8}"/>
    <dgm:cxn modelId="{198DBD76-2FC0-D84F-94B9-A05F3D2D54B8}" type="presOf" srcId="{BD9A108C-8C5E-2D41-89CA-F4CCF1E90842}" destId="{4095067C-A317-F94C-B280-0D37B2A2432B}" srcOrd="0" destOrd="0" presId="urn:microsoft.com/office/officeart/2005/8/layout/list1"/>
    <dgm:cxn modelId="{8BE5E578-CBB9-1D4E-91E4-574E184494D7}" type="presOf" srcId="{C9990237-3522-7847-A558-3C821BC6DAAB}" destId="{0D3AC57B-183F-8845-BF78-E3A6243D0B38}" srcOrd="1" destOrd="0" presId="urn:microsoft.com/office/officeart/2005/8/layout/list1"/>
    <dgm:cxn modelId="{7211AB7C-EBDB-884E-B481-F975052DD05B}" type="presOf" srcId="{BF429935-CB1E-F648-8D8B-B05B3F7D66A8}" destId="{F5DE80F2-41C4-EC4E-BA0A-D070388588B9}" srcOrd="1" destOrd="0" presId="urn:microsoft.com/office/officeart/2005/8/layout/list1"/>
    <dgm:cxn modelId="{F6B06690-07C4-B94F-8D88-59101BD4E516}" type="presOf" srcId="{BF429935-CB1E-F648-8D8B-B05B3F7D66A8}" destId="{E8D280E6-67AB-864A-B925-D3BD0A684422}" srcOrd="0" destOrd="0" presId="urn:microsoft.com/office/officeart/2005/8/layout/list1"/>
    <dgm:cxn modelId="{6EC666A0-104A-E046-8321-1A811B95BC7C}" srcId="{C9990237-3522-7847-A558-3C821BC6DAAB}" destId="{9F1D0431-E52A-CC41-9BCB-108E952AE2CF}" srcOrd="0" destOrd="0" parTransId="{6B685912-AC8B-8F4C-9606-70A2C47EC15F}" sibTransId="{03861DBE-EB11-C442-947E-A384CA7135ED}"/>
    <dgm:cxn modelId="{B34CF5A8-A135-A746-AED4-05DFFA50C19C}" type="presOf" srcId="{F0C6C9AA-1EAE-C54B-B787-337292E17D52}" destId="{3D9C3F8E-B28F-CD48-BF4D-848D850ACD9C}" srcOrd="1" destOrd="0" presId="urn:microsoft.com/office/officeart/2005/8/layout/list1"/>
    <dgm:cxn modelId="{B8C85DAB-0E61-BF41-9795-16636B2886B6}" type="presOf" srcId="{F0C6C9AA-1EAE-C54B-B787-337292E17D52}" destId="{055E61FD-CC6E-B64C-B86F-EB3DF9465CEF}" srcOrd="0" destOrd="0" presId="urn:microsoft.com/office/officeart/2005/8/layout/list1"/>
    <dgm:cxn modelId="{BD01D5B2-F55B-0041-85C8-8D15530DB8B7}" srcId="{AD1DE48E-69F4-3D42-9E10-E40AA06630AB}" destId="{C9990237-3522-7847-A558-3C821BC6DAAB}" srcOrd="0" destOrd="0" parTransId="{22C4CBBE-CF43-8048-98B4-9A84172E30DF}" sibTransId="{02A46CCF-442A-AA4F-B998-F8A862469385}"/>
    <dgm:cxn modelId="{02FC2EB3-65BA-C146-B263-1F8168134108}" type="presOf" srcId="{9E32B6FF-A1DB-374E-952B-61EE3B8F012B}" destId="{F0923D65-3600-8342-A13F-95D2332C65BB}" srcOrd="0" destOrd="0" presId="urn:microsoft.com/office/officeart/2005/8/layout/list1"/>
    <dgm:cxn modelId="{ABCF5FBC-DBF2-C149-86E0-D710BAB4BDDF}" srcId="{F0C6C9AA-1EAE-C54B-B787-337292E17D52}" destId="{9E32B6FF-A1DB-374E-952B-61EE3B8F012B}" srcOrd="0" destOrd="0" parTransId="{67B63022-A825-E049-BF84-B0A11E59A9EF}" sibTransId="{9B355BE4-EC49-8A47-B4EB-7A46837EDC68}"/>
    <dgm:cxn modelId="{8D22F1BF-E54B-894D-B526-06FB1C922C9F}" type="presOf" srcId="{C9990237-3522-7847-A558-3C821BC6DAAB}" destId="{EC575232-BE72-E440-950B-5B87BCAF4490}" srcOrd="0" destOrd="0" presId="urn:microsoft.com/office/officeart/2005/8/layout/list1"/>
    <dgm:cxn modelId="{6E0E2734-6456-8845-A145-948013EE5335}" type="presParOf" srcId="{C9BC1EE4-04E8-FB4D-BA2E-1ACD311F2B95}" destId="{EB5298FF-C7AF-6140-A216-6C41B04E290E}" srcOrd="0" destOrd="0" presId="urn:microsoft.com/office/officeart/2005/8/layout/list1"/>
    <dgm:cxn modelId="{20885289-3882-E44F-8D53-97E5AFDB7DCA}" type="presParOf" srcId="{EB5298FF-C7AF-6140-A216-6C41B04E290E}" destId="{EC575232-BE72-E440-950B-5B87BCAF4490}" srcOrd="0" destOrd="0" presId="urn:microsoft.com/office/officeart/2005/8/layout/list1"/>
    <dgm:cxn modelId="{ECC43F0E-60DB-DC40-81D6-666B6BFC0D96}" type="presParOf" srcId="{EB5298FF-C7AF-6140-A216-6C41B04E290E}" destId="{0D3AC57B-183F-8845-BF78-E3A6243D0B38}" srcOrd="1" destOrd="0" presId="urn:microsoft.com/office/officeart/2005/8/layout/list1"/>
    <dgm:cxn modelId="{2E97A3E2-0259-194F-9F4F-29BFC8D3628A}" type="presParOf" srcId="{C9BC1EE4-04E8-FB4D-BA2E-1ACD311F2B95}" destId="{EC494C64-35F4-244E-8D42-D511D8964103}" srcOrd="1" destOrd="0" presId="urn:microsoft.com/office/officeart/2005/8/layout/list1"/>
    <dgm:cxn modelId="{33833EE0-95F9-B348-837E-FD49493AADCF}" type="presParOf" srcId="{C9BC1EE4-04E8-FB4D-BA2E-1ACD311F2B95}" destId="{167ADAAE-3296-F84B-AAD1-45F75917D5AB}" srcOrd="2" destOrd="0" presId="urn:microsoft.com/office/officeart/2005/8/layout/list1"/>
    <dgm:cxn modelId="{3C5ABDEF-839C-8044-8795-6846AAE6F568}" type="presParOf" srcId="{C9BC1EE4-04E8-FB4D-BA2E-1ACD311F2B95}" destId="{1D06BFD9-7EE1-E64F-B56E-A62C65F33B64}" srcOrd="3" destOrd="0" presId="urn:microsoft.com/office/officeart/2005/8/layout/list1"/>
    <dgm:cxn modelId="{0590285A-E1F2-1F42-A857-7501FC34B093}" type="presParOf" srcId="{C9BC1EE4-04E8-FB4D-BA2E-1ACD311F2B95}" destId="{64DEC50C-5E2C-7C49-B713-1949D97D0453}" srcOrd="4" destOrd="0" presId="urn:microsoft.com/office/officeart/2005/8/layout/list1"/>
    <dgm:cxn modelId="{F5549E0C-5C14-A642-BEE3-38B1482DBB13}" type="presParOf" srcId="{64DEC50C-5E2C-7C49-B713-1949D97D0453}" destId="{055E61FD-CC6E-B64C-B86F-EB3DF9465CEF}" srcOrd="0" destOrd="0" presId="urn:microsoft.com/office/officeart/2005/8/layout/list1"/>
    <dgm:cxn modelId="{7836E10E-312B-CB41-B3B5-D1E50E782228}" type="presParOf" srcId="{64DEC50C-5E2C-7C49-B713-1949D97D0453}" destId="{3D9C3F8E-B28F-CD48-BF4D-848D850ACD9C}" srcOrd="1" destOrd="0" presId="urn:microsoft.com/office/officeart/2005/8/layout/list1"/>
    <dgm:cxn modelId="{87818488-61AD-7F46-A313-34EC284BA83E}" type="presParOf" srcId="{C9BC1EE4-04E8-FB4D-BA2E-1ACD311F2B95}" destId="{0B65DD88-5758-E34E-8442-FF14A0FC868E}" srcOrd="5" destOrd="0" presId="urn:microsoft.com/office/officeart/2005/8/layout/list1"/>
    <dgm:cxn modelId="{B22C8916-D402-7346-A5E8-D7E0639E0858}" type="presParOf" srcId="{C9BC1EE4-04E8-FB4D-BA2E-1ACD311F2B95}" destId="{F0923D65-3600-8342-A13F-95D2332C65BB}" srcOrd="6" destOrd="0" presId="urn:microsoft.com/office/officeart/2005/8/layout/list1"/>
    <dgm:cxn modelId="{A28409F9-E918-B24F-ADB6-5E533EB6E89A}" type="presParOf" srcId="{C9BC1EE4-04E8-FB4D-BA2E-1ACD311F2B95}" destId="{8E75FCD6-DF79-FC48-A2EC-8ADC8B2F0D6D}" srcOrd="7" destOrd="0" presId="urn:microsoft.com/office/officeart/2005/8/layout/list1"/>
    <dgm:cxn modelId="{29068146-DB14-BD42-A74C-7BF23D8F5808}" type="presParOf" srcId="{C9BC1EE4-04E8-FB4D-BA2E-1ACD311F2B95}" destId="{D1D66F92-F15E-3E41-BD02-9423C4E5D366}" srcOrd="8" destOrd="0" presId="urn:microsoft.com/office/officeart/2005/8/layout/list1"/>
    <dgm:cxn modelId="{52A915C1-1E19-0A4A-A42D-C259D3DB9E2F}" type="presParOf" srcId="{D1D66F92-F15E-3E41-BD02-9423C4E5D366}" destId="{E8D280E6-67AB-864A-B925-D3BD0A684422}" srcOrd="0" destOrd="0" presId="urn:microsoft.com/office/officeart/2005/8/layout/list1"/>
    <dgm:cxn modelId="{D5D11799-3FC2-D148-95F7-1392099A89BA}" type="presParOf" srcId="{D1D66F92-F15E-3E41-BD02-9423C4E5D366}" destId="{F5DE80F2-41C4-EC4E-BA0A-D070388588B9}" srcOrd="1" destOrd="0" presId="urn:microsoft.com/office/officeart/2005/8/layout/list1"/>
    <dgm:cxn modelId="{02038085-4E9A-B749-B03E-739B2C594F20}" type="presParOf" srcId="{C9BC1EE4-04E8-FB4D-BA2E-1ACD311F2B95}" destId="{DD97A126-9A1F-C34D-A69E-E2BB96D011F2}" srcOrd="9" destOrd="0" presId="urn:microsoft.com/office/officeart/2005/8/layout/list1"/>
    <dgm:cxn modelId="{E9F9697D-DB05-4648-9277-FA3AF4C0E596}" type="presParOf" srcId="{C9BC1EE4-04E8-FB4D-BA2E-1ACD311F2B95}" destId="{4095067C-A317-F94C-B280-0D37B2A2432B}"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0671CD9-44CD-2841-86AF-0CBF03943D94}" type="doc">
      <dgm:prSet loTypeId="urn:microsoft.com/office/officeart/2005/8/layout/matrix3" loCatId="matrix" qsTypeId="urn:microsoft.com/office/officeart/2005/8/quickstyle/simple1" qsCatId="simple" csTypeId="urn:microsoft.com/office/officeart/2005/8/colors/accent2_1" csCatId="accent2"/>
      <dgm:spPr/>
      <dgm:t>
        <a:bodyPr/>
        <a:lstStyle/>
        <a:p>
          <a:endParaRPr lang="en-US"/>
        </a:p>
      </dgm:t>
    </dgm:pt>
    <dgm:pt modelId="{CA624DD8-6641-0A47-86ED-61469D076410}">
      <dgm:prSet/>
      <dgm:spPr/>
      <dgm:t>
        <a:bodyPr/>
        <a:lstStyle/>
        <a:p>
          <a:r>
            <a:rPr lang="en-US"/>
            <a:t>Use collectAsState() to convert a StateFlow into a Compose State.</a:t>
          </a:r>
        </a:p>
      </dgm:t>
    </dgm:pt>
    <dgm:pt modelId="{757F482C-71CA-3E40-8125-95913A6C2512}" type="parTrans" cxnId="{A94C7E98-8756-8242-916B-3D3A91DD1C79}">
      <dgm:prSet/>
      <dgm:spPr/>
      <dgm:t>
        <a:bodyPr/>
        <a:lstStyle/>
        <a:p>
          <a:endParaRPr lang="en-US"/>
        </a:p>
      </dgm:t>
    </dgm:pt>
    <dgm:pt modelId="{5DFBA2E6-F9A2-554D-AD6D-FEC76D48A27F}" type="sibTrans" cxnId="{A94C7E98-8756-8242-916B-3D3A91DD1C79}">
      <dgm:prSet/>
      <dgm:spPr/>
      <dgm:t>
        <a:bodyPr/>
        <a:lstStyle/>
        <a:p>
          <a:endParaRPr lang="en-US"/>
        </a:p>
      </dgm:t>
    </dgm:pt>
    <dgm:pt modelId="{359A24C6-7DB4-6A4E-9108-CFE46D5C7CD6}">
      <dgm:prSet/>
      <dgm:spPr/>
      <dgm:t>
        <a:bodyPr/>
        <a:lstStyle/>
        <a:p>
          <a:r>
            <a:rPr lang="en-US"/>
            <a:t>Ensures the UI automatically updates when the StateFlow emits new values.</a:t>
          </a:r>
        </a:p>
      </dgm:t>
    </dgm:pt>
    <dgm:pt modelId="{FA3B3848-8D85-444A-9CDE-E80D985B1B0C}" type="parTrans" cxnId="{E1855054-22EB-914C-8E3A-952F96577B61}">
      <dgm:prSet/>
      <dgm:spPr/>
      <dgm:t>
        <a:bodyPr/>
        <a:lstStyle/>
        <a:p>
          <a:endParaRPr lang="en-US"/>
        </a:p>
      </dgm:t>
    </dgm:pt>
    <dgm:pt modelId="{070070AB-FBCF-E748-8647-F9400935A267}" type="sibTrans" cxnId="{E1855054-22EB-914C-8E3A-952F96577B61}">
      <dgm:prSet/>
      <dgm:spPr/>
      <dgm:t>
        <a:bodyPr/>
        <a:lstStyle/>
        <a:p>
          <a:endParaRPr lang="en-US"/>
        </a:p>
      </dgm:t>
    </dgm:pt>
    <dgm:pt modelId="{F9E4CE74-EEDC-5B4B-8DDC-D9F8703626D3}">
      <dgm:prSet/>
      <dgm:spPr/>
      <dgm:t>
        <a:bodyPr/>
        <a:lstStyle/>
        <a:p>
          <a:r>
            <a:rPr lang="en-US"/>
            <a:t>Provides seamless integration between Kotlin coroutines and Jetpack Compose.</a:t>
          </a:r>
        </a:p>
      </dgm:t>
    </dgm:pt>
    <dgm:pt modelId="{44B5D0F3-9319-FC43-84EA-C01CA4B9D5B9}" type="parTrans" cxnId="{AADFA3C6-6C48-B140-A3A4-30129024084E}">
      <dgm:prSet/>
      <dgm:spPr/>
      <dgm:t>
        <a:bodyPr/>
        <a:lstStyle/>
        <a:p>
          <a:endParaRPr lang="en-US"/>
        </a:p>
      </dgm:t>
    </dgm:pt>
    <dgm:pt modelId="{1F9C29D0-FA50-FE41-B2C2-F77B326A65EA}" type="sibTrans" cxnId="{AADFA3C6-6C48-B140-A3A4-30129024084E}">
      <dgm:prSet/>
      <dgm:spPr/>
      <dgm:t>
        <a:bodyPr/>
        <a:lstStyle/>
        <a:p>
          <a:endParaRPr lang="en-US"/>
        </a:p>
      </dgm:t>
    </dgm:pt>
    <dgm:pt modelId="{DF294BCF-E2CF-CF46-A29E-0EB2C3F40AE8}">
      <dgm:prSet/>
      <dgm:spPr/>
      <dgm:t>
        <a:bodyPr/>
        <a:lstStyle/>
        <a:p>
          <a:r>
            <a:rPr lang="en-US"/>
            <a:t>Maintains lifecycle-awareness, preventing memory leaks and ensuring efficient state management.</a:t>
          </a:r>
        </a:p>
      </dgm:t>
    </dgm:pt>
    <dgm:pt modelId="{17405916-1DBA-2048-B64C-04A0D7862A6A}" type="parTrans" cxnId="{975122E7-FD8F-AE4C-B497-1C4B6360AAFF}">
      <dgm:prSet/>
      <dgm:spPr/>
      <dgm:t>
        <a:bodyPr/>
        <a:lstStyle/>
        <a:p>
          <a:endParaRPr lang="en-US"/>
        </a:p>
      </dgm:t>
    </dgm:pt>
    <dgm:pt modelId="{FBF35BC4-EA83-C449-B12A-8204A00D8BA9}" type="sibTrans" cxnId="{975122E7-FD8F-AE4C-B497-1C4B6360AAFF}">
      <dgm:prSet/>
      <dgm:spPr/>
      <dgm:t>
        <a:bodyPr/>
        <a:lstStyle/>
        <a:p>
          <a:endParaRPr lang="en-US"/>
        </a:p>
      </dgm:t>
    </dgm:pt>
    <dgm:pt modelId="{EFBD72BD-0F87-144F-A095-B3A3C2BF21EA}" type="pres">
      <dgm:prSet presAssocID="{50671CD9-44CD-2841-86AF-0CBF03943D94}" presName="matrix" presStyleCnt="0">
        <dgm:presLayoutVars>
          <dgm:chMax val="1"/>
          <dgm:dir/>
          <dgm:resizeHandles val="exact"/>
        </dgm:presLayoutVars>
      </dgm:prSet>
      <dgm:spPr/>
    </dgm:pt>
    <dgm:pt modelId="{A7FE37DC-3F51-6442-96BF-9170E13A1515}" type="pres">
      <dgm:prSet presAssocID="{50671CD9-44CD-2841-86AF-0CBF03943D94}" presName="diamond" presStyleLbl="bgShp" presStyleIdx="0" presStyleCnt="1"/>
      <dgm:spPr/>
    </dgm:pt>
    <dgm:pt modelId="{D2D3D508-07D0-8843-8E4D-EED27B9DB66F}" type="pres">
      <dgm:prSet presAssocID="{50671CD9-44CD-2841-86AF-0CBF03943D94}" presName="quad1" presStyleLbl="node1" presStyleIdx="0" presStyleCnt="4">
        <dgm:presLayoutVars>
          <dgm:chMax val="0"/>
          <dgm:chPref val="0"/>
          <dgm:bulletEnabled val="1"/>
        </dgm:presLayoutVars>
      </dgm:prSet>
      <dgm:spPr/>
    </dgm:pt>
    <dgm:pt modelId="{FAFB6293-A29B-0446-8FC8-F98091FD56CD}" type="pres">
      <dgm:prSet presAssocID="{50671CD9-44CD-2841-86AF-0CBF03943D94}" presName="quad2" presStyleLbl="node1" presStyleIdx="1" presStyleCnt="4">
        <dgm:presLayoutVars>
          <dgm:chMax val="0"/>
          <dgm:chPref val="0"/>
          <dgm:bulletEnabled val="1"/>
        </dgm:presLayoutVars>
      </dgm:prSet>
      <dgm:spPr/>
    </dgm:pt>
    <dgm:pt modelId="{92E42C0F-8512-CF4B-9CC1-A64F9EEAA66B}" type="pres">
      <dgm:prSet presAssocID="{50671CD9-44CD-2841-86AF-0CBF03943D94}" presName="quad3" presStyleLbl="node1" presStyleIdx="2" presStyleCnt="4">
        <dgm:presLayoutVars>
          <dgm:chMax val="0"/>
          <dgm:chPref val="0"/>
          <dgm:bulletEnabled val="1"/>
        </dgm:presLayoutVars>
      </dgm:prSet>
      <dgm:spPr/>
    </dgm:pt>
    <dgm:pt modelId="{B2197DE2-A31E-9147-B29C-5748A5AD4EE0}" type="pres">
      <dgm:prSet presAssocID="{50671CD9-44CD-2841-86AF-0CBF03943D94}" presName="quad4" presStyleLbl="node1" presStyleIdx="3" presStyleCnt="4">
        <dgm:presLayoutVars>
          <dgm:chMax val="0"/>
          <dgm:chPref val="0"/>
          <dgm:bulletEnabled val="1"/>
        </dgm:presLayoutVars>
      </dgm:prSet>
      <dgm:spPr/>
    </dgm:pt>
  </dgm:ptLst>
  <dgm:cxnLst>
    <dgm:cxn modelId="{BDC5AA03-2742-E741-A8E9-37BA9F638A3A}" type="presOf" srcId="{CA624DD8-6641-0A47-86ED-61469D076410}" destId="{D2D3D508-07D0-8843-8E4D-EED27B9DB66F}" srcOrd="0" destOrd="0" presId="urn:microsoft.com/office/officeart/2005/8/layout/matrix3"/>
    <dgm:cxn modelId="{D1402826-C6A0-7E48-9CDC-53719670657F}" type="presOf" srcId="{359A24C6-7DB4-6A4E-9108-CFE46D5C7CD6}" destId="{FAFB6293-A29B-0446-8FC8-F98091FD56CD}" srcOrd="0" destOrd="0" presId="urn:microsoft.com/office/officeart/2005/8/layout/matrix3"/>
    <dgm:cxn modelId="{E1855054-22EB-914C-8E3A-952F96577B61}" srcId="{50671CD9-44CD-2841-86AF-0CBF03943D94}" destId="{359A24C6-7DB4-6A4E-9108-CFE46D5C7CD6}" srcOrd="1" destOrd="0" parTransId="{FA3B3848-8D85-444A-9CDE-E80D985B1B0C}" sibTransId="{070070AB-FBCF-E748-8647-F9400935A267}"/>
    <dgm:cxn modelId="{A94C7E98-8756-8242-916B-3D3A91DD1C79}" srcId="{50671CD9-44CD-2841-86AF-0CBF03943D94}" destId="{CA624DD8-6641-0A47-86ED-61469D076410}" srcOrd="0" destOrd="0" parTransId="{757F482C-71CA-3E40-8125-95913A6C2512}" sibTransId="{5DFBA2E6-F9A2-554D-AD6D-FEC76D48A27F}"/>
    <dgm:cxn modelId="{B586029D-B7DB-924E-92DC-F1501FE59FD1}" type="presOf" srcId="{F9E4CE74-EEDC-5B4B-8DDC-D9F8703626D3}" destId="{92E42C0F-8512-CF4B-9CC1-A64F9EEAA66B}" srcOrd="0" destOrd="0" presId="urn:microsoft.com/office/officeart/2005/8/layout/matrix3"/>
    <dgm:cxn modelId="{AADFA3C6-6C48-B140-A3A4-30129024084E}" srcId="{50671CD9-44CD-2841-86AF-0CBF03943D94}" destId="{F9E4CE74-EEDC-5B4B-8DDC-D9F8703626D3}" srcOrd="2" destOrd="0" parTransId="{44B5D0F3-9319-FC43-84EA-C01CA4B9D5B9}" sibTransId="{1F9C29D0-FA50-FE41-B2C2-F77B326A65EA}"/>
    <dgm:cxn modelId="{CDC052D9-67F6-5B45-B57E-BDF3B843A2D3}" type="presOf" srcId="{DF294BCF-E2CF-CF46-A29E-0EB2C3F40AE8}" destId="{B2197DE2-A31E-9147-B29C-5748A5AD4EE0}" srcOrd="0" destOrd="0" presId="urn:microsoft.com/office/officeart/2005/8/layout/matrix3"/>
    <dgm:cxn modelId="{638C4BE0-A735-0840-A47C-DF23EE773C33}" type="presOf" srcId="{50671CD9-44CD-2841-86AF-0CBF03943D94}" destId="{EFBD72BD-0F87-144F-A095-B3A3C2BF21EA}" srcOrd="0" destOrd="0" presId="urn:microsoft.com/office/officeart/2005/8/layout/matrix3"/>
    <dgm:cxn modelId="{975122E7-FD8F-AE4C-B497-1C4B6360AAFF}" srcId="{50671CD9-44CD-2841-86AF-0CBF03943D94}" destId="{DF294BCF-E2CF-CF46-A29E-0EB2C3F40AE8}" srcOrd="3" destOrd="0" parTransId="{17405916-1DBA-2048-B64C-04A0D7862A6A}" sibTransId="{FBF35BC4-EA83-C449-B12A-8204A00D8BA9}"/>
    <dgm:cxn modelId="{021E6AFE-DC5C-E746-9F27-FF1AF281C282}" type="presParOf" srcId="{EFBD72BD-0F87-144F-A095-B3A3C2BF21EA}" destId="{A7FE37DC-3F51-6442-96BF-9170E13A1515}" srcOrd="0" destOrd="0" presId="urn:microsoft.com/office/officeart/2005/8/layout/matrix3"/>
    <dgm:cxn modelId="{A1097001-975D-AF40-B0E5-416D56A7C31C}" type="presParOf" srcId="{EFBD72BD-0F87-144F-A095-B3A3C2BF21EA}" destId="{D2D3D508-07D0-8843-8E4D-EED27B9DB66F}" srcOrd="1" destOrd="0" presId="urn:microsoft.com/office/officeart/2005/8/layout/matrix3"/>
    <dgm:cxn modelId="{0E49C82A-94DD-6245-BA94-CC7AAC167480}" type="presParOf" srcId="{EFBD72BD-0F87-144F-A095-B3A3C2BF21EA}" destId="{FAFB6293-A29B-0446-8FC8-F98091FD56CD}" srcOrd="2" destOrd="0" presId="urn:microsoft.com/office/officeart/2005/8/layout/matrix3"/>
    <dgm:cxn modelId="{6204DA7D-CF5E-394B-A8A7-FBFB7A0BD7DE}" type="presParOf" srcId="{EFBD72BD-0F87-144F-A095-B3A3C2BF21EA}" destId="{92E42C0F-8512-CF4B-9CC1-A64F9EEAA66B}" srcOrd="3" destOrd="0" presId="urn:microsoft.com/office/officeart/2005/8/layout/matrix3"/>
    <dgm:cxn modelId="{5EED295D-7E48-5A44-B020-E6EC51B00A77}" type="presParOf" srcId="{EFBD72BD-0F87-144F-A095-B3A3C2BF21EA}" destId="{B2197DE2-A31E-9147-B29C-5748A5AD4EE0}"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14796F6-B4A8-2C4C-A79C-B49F7E9ACF23}" type="doc">
      <dgm:prSet loTypeId="urn:microsoft.com/office/officeart/2005/8/layout/matrix3" loCatId="relationship" qsTypeId="urn:microsoft.com/office/officeart/2005/8/quickstyle/simple2" qsCatId="simple" csTypeId="urn:microsoft.com/office/officeart/2005/8/colors/accent2_1" csCatId="accent2" phldr="1"/>
      <dgm:spPr/>
      <dgm:t>
        <a:bodyPr/>
        <a:lstStyle/>
        <a:p>
          <a:endParaRPr lang="en-US"/>
        </a:p>
      </dgm:t>
    </dgm:pt>
    <dgm:pt modelId="{DC52C082-3733-0048-855F-44AC08BF59A6}">
      <dgm:prSet/>
      <dgm:spPr/>
      <dgm:t>
        <a:bodyPr/>
        <a:lstStyle/>
        <a:p>
          <a:r>
            <a:rPr lang="en-US"/>
            <a:t>Use </a:t>
          </a:r>
          <a:r>
            <a:rPr lang="en-US" err="1"/>
            <a:t>collectAsState</a:t>
          </a:r>
          <a:r>
            <a:rPr lang="en-US"/>
            <a:t>() to convert a </a:t>
          </a:r>
          <a:r>
            <a:rPr lang="en-US" err="1"/>
            <a:t>StateFlow</a:t>
          </a:r>
          <a:r>
            <a:rPr lang="en-US"/>
            <a:t> into a Compose State.</a:t>
          </a:r>
        </a:p>
      </dgm:t>
    </dgm:pt>
    <dgm:pt modelId="{2FA90935-3F67-D34D-B890-63A63482B79E}" type="parTrans" cxnId="{12DD85A4-BC84-E94E-AD3A-1C5F2ECFC8C1}">
      <dgm:prSet/>
      <dgm:spPr/>
      <dgm:t>
        <a:bodyPr/>
        <a:lstStyle/>
        <a:p>
          <a:endParaRPr lang="en-US"/>
        </a:p>
      </dgm:t>
    </dgm:pt>
    <dgm:pt modelId="{CEC7C080-9ADD-7D48-9D08-4A56B8C37374}" type="sibTrans" cxnId="{12DD85A4-BC84-E94E-AD3A-1C5F2ECFC8C1}">
      <dgm:prSet/>
      <dgm:spPr/>
      <dgm:t>
        <a:bodyPr/>
        <a:lstStyle/>
        <a:p>
          <a:endParaRPr lang="en-US"/>
        </a:p>
      </dgm:t>
    </dgm:pt>
    <dgm:pt modelId="{E5186C9B-CB1D-A945-9904-59F17A416BF4}">
      <dgm:prSet/>
      <dgm:spPr/>
      <dgm:t>
        <a:bodyPr/>
        <a:lstStyle/>
        <a:p>
          <a:r>
            <a:rPr lang="en-US"/>
            <a:t>Ensures the UI automatically updates when the </a:t>
          </a:r>
          <a:r>
            <a:rPr lang="en-US" err="1"/>
            <a:t>StateFlow</a:t>
          </a:r>
          <a:r>
            <a:rPr lang="en-US"/>
            <a:t> emits new values.</a:t>
          </a:r>
        </a:p>
      </dgm:t>
    </dgm:pt>
    <dgm:pt modelId="{B34BCA04-947C-3C49-A645-366601A23B4F}" type="parTrans" cxnId="{5C14CC6A-79C9-4940-B4C9-316BF649601E}">
      <dgm:prSet/>
      <dgm:spPr/>
      <dgm:t>
        <a:bodyPr/>
        <a:lstStyle/>
        <a:p>
          <a:endParaRPr lang="en-US"/>
        </a:p>
      </dgm:t>
    </dgm:pt>
    <dgm:pt modelId="{0804B623-CF64-D04E-8116-A4539D00C451}" type="sibTrans" cxnId="{5C14CC6A-79C9-4940-B4C9-316BF649601E}">
      <dgm:prSet/>
      <dgm:spPr/>
      <dgm:t>
        <a:bodyPr/>
        <a:lstStyle/>
        <a:p>
          <a:endParaRPr lang="en-US"/>
        </a:p>
      </dgm:t>
    </dgm:pt>
    <dgm:pt modelId="{66895113-1119-724A-90CE-C63ACC9DEA82}">
      <dgm:prSet/>
      <dgm:spPr/>
      <dgm:t>
        <a:bodyPr/>
        <a:lstStyle/>
        <a:p>
          <a:r>
            <a:rPr lang="en-US"/>
            <a:t>Provides seamless integration between Kotlin coroutines and Jetpack Compose.</a:t>
          </a:r>
        </a:p>
      </dgm:t>
    </dgm:pt>
    <dgm:pt modelId="{32E4043E-C606-3448-AF8C-1ACAD02657DC}" type="parTrans" cxnId="{ACB62141-CC94-1C49-93F8-C2E4C2060700}">
      <dgm:prSet/>
      <dgm:spPr/>
      <dgm:t>
        <a:bodyPr/>
        <a:lstStyle/>
        <a:p>
          <a:endParaRPr lang="en-US"/>
        </a:p>
      </dgm:t>
    </dgm:pt>
    <dgm:pt modelId="{70C6E02D-2C88-D140-BB3F-ED0E14E65060}" type="sibTrans" cxnId="{ACB62141-CC94-1C49-93F8-C2E4C2060700}">
      <dgm:prSet/>
      <dgm:spPr/>
      <dgm:t>
        <a:bodyPr/>
        <a:lstStyle/>
        <a:p>
          <a:endParaRPr lang="en-US"/>
        </a:p>
      </dgm:t>
    </dgm:pt>
    <dgm:pt modelId="{3ED6C783-CCFA-5A41-A100-ACD33C58D403}">
      <dgm:prSet/>
      <dgm:spPr/>
      <dgm:t>
        <a:bodyPr/>
        <a:lstStyle/>
        <a:p>
          <a:r>
            <a:rPr lang="en-US"/>
            <a:t>Maintains lifecycle-awareness, preventing memory leaks and ensuring efficient state management.</a:t>
          </a:r>
        </a:p>
      </dgm:t>
    </dgm:pt>
    <dgm:pt modelId="{87EA64DC-962A-DD4A-9337-D37023A08BD2}" type="parTrans" cxnId="{814EF06E-D79F-8242-A62F-99B6F6B8AEA5}">
      <dgm:prSet/>
      <dgm:spPr/>
      <dgm:t>
        <a:bodyPr/>
        <a:lstStyle/>
        <a:p>
          <a:endParaRPr lang="en-US"/>
        </a:p>
      </dgm:t>
    </dgm:pt>
    <dgm:pt modelId="{BFEBC68F-2C63-254A-AD55-952C09C0AC92}" type="sibTrans" cxnId="{814EF06E-D79F-8242-A62F-99B6F6B8AEA5}">
      <dgm:prSet/>
      <dgm:spPr/>
      <dgm:t>
        <a:bodyPr/>
        <a:lstStyle/>
        <a:p>
          <a:endParaRPr lang="en-US"/>
        </a:p>
      </dgm:t>
    </dgm:pt>
    <dgm:pt modelId="{16C89D19-B793-E842-BC22-2EBAE9C8B478}" type="pres">
      <dgm:prSet presAssocID="{614796F6-B4A8-2C4C-A79C-B49F7E9ACF23}" presName="matrix" presStyleCnt="0">
        <dgm:presLayoutVars>
          <dgm:chMax val="1"/>
          <dgm:dir/>
          <dgm:resizeHandles val="exact"/>
        </dgm:presLayoutVars>
      </dgm:prSet>
      <dgm:spPr/>
    </dgm:pt>
    <dgm:pt modelId="{918BF153-BDC6-FF4B-AFE4-AF5CA7DD0C4B}" type="pres">
      <dgm:prSet presAssocID="{614796F6-B4A8-2C4C-A79C-B49F7E9ACF23}" presName="diamond" presStyleLbl="bgShp" presStyleIdx="0" presStyleCnt="1"/>
      <dgm:spPr/>
    </dgm:pt>
    <dgm:pt modelId="{4EB9ED85-69AA-2C46-A027-105D79847441}" type="pres">
      <dgm:prSet presAssocID="{614796F6-B4A8-2C4C-A79C-B49F7E9ACF23}" presName="quad1" presStyleLbl="node1" presStyleIdx="0" presStyleCnt="4">
        <dgm:presLayoutVars>
          <dgm:chMax val="0"/>
          <dgm:chPref val="0"/>
          <dgm:bulletEnabled val="1"/>
        </dgm:presLayoutVars>
      </dgm:prSet>
      <dgm:spPr/>
    </dgm:pt>
    <dgm:pt modelId="{C261D030-F0D9-164A-B6E1-906C456675CC}" type="pres">
      <dgm:prSet presAssocID="{614796F6-B4A8-2C4C-A79C-B49F7E9ACF23}" presName="quad2" presStyleLbl="node1" presStyleIdx="1" presStyleCnt="4">
        <dgm:presLayoutVars>
          <dgm:chMax val="0"/>
          <dgm:chPref val="0"/>
          <dgm:bulletEnabled val="1"/>
        </dgm:presLayoutVars>
      </dgm:prSet>
      <dgm:spPr/>
    </dgm:pt>
    <dgm:pt modelId="{2FC1E874-2E8A-EC48-9BBB-1544844DB3D2}" type="pres">
      <dgm:prSet presAssocID="{614796F6-B4A8-2C4C-A79C-B49F7E9ACF23}" presName="quad3" presStyleLbl="node1" presStyleIdx="2" presStyleCnt="4">
        <dgm:presLayoutVars>
          <dgm:chMax val="0"/>
          <dgm:chPref val="0"/>
          <dgm:bulletEnabled val="1"/>
        </dgm:presLayoutVars>
      </dgm:prSet>
      <dgm:spPr/>
    </dgm:pt>
    <dgm:pt modelId="{97E2C3B3-FF00-CA4C-9866-6CD402B4EA7E}" type="pres">
      <dgm:prSet presAssocID="{614796F6-B4A8-2C4C-A79C-B49F7E9ACF23}" presName="quad4" presStyleLbl="node1" presStyleIdx="3" presStyleCnt="4">
        <dgm:presLayoutVars>
          <dgm:chMax val="0"/>
          <dgm:chPref val="0"/>
          <dgm:bulletEnabled val="1"/>
        </dgm:presLayoutVars>
      </dgm:prSet>
      <dgm:spPr/>
    </dgm:pt>
  </dgm:ptLst>
  <dgm:cxnLst>
    <dgm:cxn modelId="{E921A108-AE5D-9440-8167-05571ABD6180}" type="presOf" srcId="{DC52C082-3733-0048-855F-44AC08BF59A6}" destId="{4EB9ED85-69AA-2C46-A027-105D79847441}" srcOrd="0" destOrd="0" presId="urn:microsoft.com/office/officeart/2005/8/layout/matrix3"/>
    <dgm:cxn modelId="{ACB62141-CC94-1C49-93F8-C2E4C2060700}" srcId="{614796F6-B4A8-2C4C-A79C-B49F7E9ACF23}" destId="{66895113-1119-724A-90CE-C63ACC9DEA82}" srcOrd="2" destOrd="0" parTransId="{32E4043E-C606-3448-AF8C-1ACAD02657DC}" sibTransId="{70C6E02D-2C88-D140-BB3F-ED0E14E65060}"/>
    <dgm:cxn modelId="{5C14CC6A-79C9-4940-B4C9-316BF649601E}" srcId="{614796F6-B4A8-2C4C-A79C-B49F7E9ACF23}" destId="{E5186C9B-CB1D-A945-9904-59F17A416BF4}" srcOrd="1" destOrd="0" parTransId="{B34BCA04-947C-3C49-A645-366601A23B4F}" sibTransId="{0804B623-CF64-D04E-8116-A4539D00C451}"/>
    <dgm:cxn modelId="{814EF06E-D79F-8242-A62F-99B6F6B8AEA5}" srcId="{614796F6-B4A8-2C4C-A79C-B49F7E9ACF23}" destId="{3ED6C783-CCFA-5A41-A100-ACD33C58D403}" srcOrd="3" destOrd="0" parTransId="{87EA64DC-962A-DD4A-9337-D37023A08BD2}" sibTransId="{BFEBC68F-2C63-254A-AD55-952C09C0AC92}"/>
    <dgm:cxn modelId="{26C9EE78-A417-BD49-AA46-D031AD6B7451}" type="presOf" srcId="{614796F6-B4A8-2C4C-A79C-B49F7E9ACF23}" destId="{16C89D19-B793-E842-BC22-2EBAE9C8B478}" srcOrd="0" destOrd="0" presId="urn:microsoft.com/office/officeart/2005/8/layout/matrix3"/>
    <dgm:cxn modelId="{9EAA8A7A-7529-124B-B20D-D0B1B647A2DF}" type="presOf" srcId="{66895113-1119-724A-90CE-C63ACC9DEA82}" destId="{2FC1E874-2E8A-EC48-9BBB-1544844DB3D2}" srcOrd="0" destOrd="0" presId="urn:microsoft.com/office/officeart/2005/8/layout/matrix3"/>
    <dgm:cxn modelId="{AEBD999F-1620-E74F-9EE0-B5B5E34F2BEC}" type="presOf" srcId="{3ED6C783-CCFA-5A41-A100-ACD33C58D403}" destId="{97E2C3B3-FF00-CA4C-9866-6CD402B4EA7E}" srcOrd="0" destOrd="0" presId="urn:microsoft.com/office/officeart/2005/8/layout/matrix3"/>
    <dgm:cxn modelId="{12DD85A4-BC84-E94E-AD3A-1C5F2ECFC8C1}" srcId="{614796F6-B4A8-2C4C-A79C-B49F7E9ACF23}" destId="{DC52C082-3733-0048-855F-44AC08BF59A6}" srcOrd="0" destOrd="0" parTransId="{2FA90935-3F67-D34D-B890-63A63482B79E}" sibTransId="{CEC7C080-9ADD-7D48-9D08-4A56B8C37374}"/>
    <dgm:cxn modelId="{0287D1CE-1B6A-374B-8C9F-8F6CB696ECF8}" type="presOf" srcId="{E5186C9B-CB1D-A945-9904-59F17A416BF4}" destId="{C261D030-F0D9-164A-B6E1-906C456675CC}" srcOrd="0" destOrd="0" presId="urn:microsoft.com/office/officeart/2005/8/layout/matrix3"/>
    <dgm:cxn modelId="{BA0A4EFA-1D6C-3D49-8C0A-88B843630A50}" type="presParOf" srcId="{16C89D19-B793-E842-BC22-2EBAE9C8B478}" destId="{918BF153-BDC6-FF4B-AFE4-AF5CA7DD0C4B}" srcOrd="0" destOrd="0" presId="urn:microsoft.com/office/officeart/2005/8/layout/matrix3"/>
    <dgm:cxn modelId="{71A06343-F03E-994C-A43F-84A22D9C0980}" type="presParOf" srcId="{16C89D19-B793-E842-BC22-2EBAE9C8B478}" destId="{4EB9ED85-69AA-2C46-A027-105D79847441}" srcOrd="1" destOrd="0" presId="urn:microsoft.com/office/officeart/2005/8/layout/matrix3"/>
    <dgm:cxn modelId="{337C3DD3-87B5-5946-ACC6-4A4083B26E05}" type="presParOf" srcId="{16C89D19-B793-E842-BC22-2EBAE9C8B478}" destId="{C261D030-F0D9-164A-B6E1-906C456675CC}" srcOrd="2" destOrd="0" presId="urn:microsoft.com/office/officeart/2005/8/layout/matrix3"/>
    <dgm:cxn modelId="{C567D30B-E484-A748-B548-43CE36FBAF03}" type="presParOf" srcId="{16C89D19-B793-E842-BC22-2EBAE9C8B478}" destId="{2FC1E874-2E8A-EC48-9BBB-1544844DB3D2}" srcOrd="3" destOrd="0" presId="urn:microsoft.com/office/officeart/2005/8/layout/matrix3"/>
    <dgm:cxn modelId="{59E01109-689B-AB4E-89D2-2040440E96F8}" type="presParOf" srcId="{16C89D19-B793-E842-BC22-2EBAE9C8B478}" destId="{97E2C3B3-FF00-CA4C-9866-6CD402B4EA7E}"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F6019C6-ADA5-4A40-91C8-DBA2B4F77EF2}" type="doc">
      <dgm:prSet loTypeId="urn:microsoft.com/office/officeart/2005/8/layout/chevron2" loCatId="process" qsTypeId="urn:microsoft.com/office/officeart/2005/8/quickstyle/simple5" qsCatId="simple" csTypeId="urn:microsoft.com/office/officeart/2005/8/colors/colorful4" csCatId="colorful" phldr="1"/>
      <dgm:spPr/>
      <dgm:t>
        <a:bodyPr/>
        <a:lstStyle/>
        <a:p>
          <a:endParaRPr lang="en-US"/>
        </a:p>
      </dgm:t>
    </dgm:pt>
    <dgm:pt modelId="{CDDD29AA-2BE3-A441-B897-631E3D148B04}">
      <dgm:prSet/>
      <dgm:spPr>
        <a:solidFill>
          <a:srgbClr val="3A86F5"/>
        </a:solidFill>
      </dgm:spPr>
      <dgm:t>
        <a:bodyPr/>
        <a:lstStyle/>
        <a:p>
          <a:r>
            <a:rPr lang="en-US"/>
            <a:t>UI State</a:t>
          </a:r>
        </a:p>
      </dgm:t>
    </dgm:pt>
    <dgm:pt modelId="{BEE053FC-D7A6-3240-B1FA-69FBF3E37D68}" type="parTrans" cxnId="{51C1536A-F4A6-ED49-8C39-3EAC0C3DC488}">
      <dgm:prSet/>
      <dgm:spPr/>
      <dgm:t>
        <a:bodyPr/>
        <a:lstStyle/>
        <a:p>
          <a:endParaRPr lang="en-US"/>
        </a:p>
      </dgm:t>
    </dgm:pt>
    <dgm:pt modelId="{8200A97C-033F-984D-B469-B1BD7B225E1F}" type="sibTrans" cxnId="{51C1536A-F4A6-ED49-8C39-3EAC0C3DC488}">
      <dgm:prSet/>
      <dgm:spPr/>
      <dgm:t>
        <a:bodyPr/>
        <a:lstStyle/>
        <a:p>
          <a:endParaRPr lang="en-US"/>
        </a:p>
      </dgm:t>
    </dgm:pt>
    <dgm:pt modelId="{B5E879DD-6D75-3B41-A695-BC1C17309229}">
      <dgm:prSet/>
      <dgm:spPr/>
      <dgm:t>
        <a:bodyPr/>
        <a:lstStyle/>
        <a:p>
          <a:r>
            <a:rPr lang="en-US"/>
            <a:t>Keep UI State as immutable.</a:t>
          </a:r>
        </a:p>
      </dgm:t>
    </dgm:pt>
    <dgm:pt modelId="{73374BD6-8C85-BB4A-A0A3-EB25CC912BCA}" type="parTrans" cxnId="{415302EE-9039-454C-B3BB-4602D0720472}">
      <dgm:prSet/>
      <dgm:spPr/>
      <dgm:t>
        <a:bodyPr/>
        <a:lstStyle/>
        <a:p>
          <a:endParaRPr lang="en-US"/>
        </a:p>
      </dgm:t>
    </dgm:pt>
    <dgm:pt modelId="{1289F41A-D7B0-3641-B717-ED7E0D6738B9}" type="sibTrans" cxnId="{415302EE-9039-454C-B3BB-4602D0720472}">
      <dgm:prSet/>
      <dgm:spPr/>
      <dgm:t>
        <a:bodyPr/>
        <a:lstStyle/>
        <a:p>
          <a:endParaRPr lang="en-US"/>
        </a:p>
      </dgm:t>
    </dgm:pt>
    <dgm:pt modelId="{CD12A533-F9C6-8840-AB10-B6B985F21594}">
      <dgm:prSet/>
      <dgm:spPr/>
      <dgm:t>
        <a:bodyPr/>
        <a:lstStyle/>
        <a:p>
          <a:r>
            <a:rPr lang="en-US"/>
            <a:t>Immutable objects guarantee that multiple sources do not alter the state of the app at an instant in time. </a:t>
          </a:r>
        </a:p>
      </dgm:t>
    </dgm:pt>
    <dgm:pt modelId="{1DCBCAB3-6C63-D64B-B702-590C1E2D68D9}" type="parTrans" cxnId="{1B161029-16F7-B044-8052-6339A7810574}">
      <dgm:prSet/>
      <dgm:spPr/>
      <dgm:t>
        <a:bodyPr/>
        <a:lstStyle/>
        <a:p>
          <a:endParaRPr lang="en-US"/>
        </a:p>
      </dgm:t>
    </dgm:pt>
    <dgm:pt modelId="{3FFDE361-F8A0-D04C-8654-3615FE74091B}" type="sibTrans" cxnId="{1B161029-16F7-B044-8052-6339A7810574}">
      <dgm:prSet/>
      <dgm:spPr/>
      <dgm:t>
        <a:bodyPr/>
        <a:lstStyle/>
        <a:p>
          <a:endParaRPr lang="en-US"/>
        </a:p>
      </dgm:t>
    </dgm:pt>
    <dgm:pt modelId="{C7FEC37E-4474-1941-9798-DBD7DB24ED37}">
      <dgm:prSet/>
      <dgm:spPr/>
      <dgm:t>
        <a:bodyPr/>
        <a:lstStyle/>
        <a:p>
          <a:r>
            <a:rPr lang="en-US"/>
            <a:t>This protection frees the UI to focus on a single role: reading state and updating UI elements accordingly.</a:t>
          </a:r>
        </a:p>
      </dgm:t>
    </dgm:pt>
    <dgm:pt modelId="{884594C2-3E18-2049-8124-76E96284C63B}" type="parTrans" cxnId="{73329BEF-B9F1-DA47-B8C1-F6AC638DB279}">
      <dgm:prSet/>
      <dgm:spPr/>
      <dgm:t>
        <a:bodyPr/>
        <a:lstStyle/>
        <a:p>
          <a:endParaRPr lang="en-US"/>
        </a:p>
      </dgm:t>
    </dgm:pt>
    <dgm:pt modelId="{E5F30B23-DC23-B741-8976-BFD0C690098D}" type="sibTrans" cxnId="{73329BEF-B9F1-DA47-B8C1-F6AC638DB279}">
      <dgm:prSet/>
      <dgm:spPr/>
      <dgm:t>
        <a:bodyPr/>
        <a:lstStyle/>
        <a:p>
          <a:endParaRPr lang="en-US"/>
        </a:p>
      </dgm:t>
    </dgm:pt>
    <dgm:pt modelId="{A57EE775-DAF9-F94A-84F7-D7466336F9A6}" type="pres">
      <dgm:prSet presAssocID="{BF6019C6-ADA5-4A40-91C8-DBA2B4F77EF2}" presName="linearFlow" presStyleCnt="0">
        <dgm:presLayoutVars>
          <dgm:dir/>
          <dgm:animLvl val="lvl"/>
          <dgm:resizeHandles val="exact"/>
        </dgm:presLayoutVars>
      </dgm:prSet>
      <dgm:spPr/>
    </dgm:pt>
    <dgm:pt modelId="{2FEB7AD1-6C23-A643-83E2-23B5BDE2D479}" type="pres">
      <dgm:prSet presAssocID="{CDDD29AA-2BE3-A441-B897-631E3D148B04}" presName="composite" presStyleCnt="0"/>
      <dgm:spPr/>
    </dgm:pt>
    <dgm:pt modelId="{0478FBA3-2EC8-F343-9E47-F84C5E17867B}" type="pres">
      <dgm:prSet presAssocID="{CDDD29AA-2BE3-A441-B897-631E3D148B04}" presName="parentText" presStyleLbl="alignNode1" presStyleIdx="0" presStyleCnt="1" custAng="16200000" custLinFactNeighborX="-1453" custLinFactNeighborY="-13152">
        <dgm:presLayoutVars>
          <dgm:chMax val="1"/>
          <dgm:bulletEnabled val="1"/>
        </dgm:presLayoutVars>
      </dgm:prSet>
      <dgm:spPr/>
    </dgm:pt>
    <dgm:pt modelId="{A136C5B7-4D13-BE4B-96E5-40E764D3B4AA}" type="pres">
      <dgm:prSet presAssocID="{CDDD29AA-2BE3-A441-B897-631E3D148B04}" presName="descendantText" presStyleLbl="alignAcc1" presStyleIdx="0" presStyleCnt="1" custLinFactNeighborX="-11847" custLinFactNeighborY="6689">
        <dgm:presLayoutVars>
          <dgm:bulletEnabled val="1"/>
        </dgm:presLayoutVars>
      </dgm:prSet>
      <dgm:spPr/>
    </dgm:pt>
  </dgm:ptLst>
  <dgm:cxnLst>
    <dgm:cxn modelId="{7F111722-68D5-2043-A8D9-1154396FE435}" type="presOf" srcId="{CD12A533-F9C6-8840-AB10-B6B985F21594}" destId="{A136C5B7-4D13-BE4B-96E5-40E764D3B4AA}" srcOrd="0" destOrd="1" presId="urn:microsoft.com/office/officeart/2005/8/layout/chevron2"/>
    <dgm:cxn modelId="{1B161029-16F7-B044-8052-6339A7810574}" srcId="{CDDD29AA-2BE3-A441-B897-631E3D148B04}" destId="{CD12A533-F9C6-8840-AB10-B6B985F21594}" srcOrd="1" destOrd="0" parTransId="{1DCBCAB3-6C63-D64B-B702-590C1E2D68D9}" sibTransId="{3FFDE361-F8A0-D04C-8654-3615FE74091B}"/>
    <dgm:cxn modelId="{51C1536A-F4A6-ED49-8C39-3EAC0C3DC488}" srcId="{BF6019C6-ADA5-4A40-91C8-DBA2B4F77EF2}" destId="{CDDD29AA-2BE3-A441-B897-631E3D148B04}" srcOrd="0" destOrd="0" parTransId="{BEE053FC-D7A6-3240-B1FA-69FBF3E37D68}" sibTransId="{8200A97C-033F-984D-B469-B1BD7B225E1F}"/>
    <dgm:cxn modelId="{158700A7-F854-014E-9258-B49559A4987E}" type="presOf" srcId="{C7FEC37E-4474-1941-9798-DBD7DB24ED37}" destId="{A136C5B7-4D13-BE4B-96E5-40E764D3B4AA}" srcOrd="0" destOrd="2" presId="urn:microsoft.com/office/officeart/2005/8/layout/chevron2"/>
    <dgm:cxn modelId="{20A622C6-2E29-D947-BEBF-933CBD18BF9C}" type="presOf" srcId="{BF6019C6-ADA5-4A40-91C8-DBA2B4F77EF2}" destId="{A57EE775-DAF9-F94A-84F7-D7466336F9A6}" srcOrd="0" destOrd="0" presId="urn:microsoft.com/office/officeart/2005/8/layout/chevron2"/>
    <dgm:cxn modelId="{2C048FEC-406D-674B-8EFB-339F9F11FCAB}" type="presOf" srcId="{B5E879DD-6D75-3B41-A695-BC1C17309229}" destId="{A136C5B7-4D13-BE4B-96E5-40E764D3B4AA}" srcOrd="0" destOrd="0" presId="urn:microsoft.com/office/officeart/2005/8/layout/chevron2"/>
    <dgm:cxn modelId="{415302EE-9039-454C-B3BB-4602D0720472}" srcId="{CDDD29AA-2BE3-A441-B897-631E3D148B04}" destId="{B5E879DD-6D75-3B41-A695-BC1C17309229}" srcOrd="0" destOrd="0" parTransId="{73374BD6-8C85-BB4A-A0A3-EB25CC912BCA}" sibTransId="{1289F41A-D7B0-3641-B717-ED7E0D6738B9}"/>
    <dgm:cxn modelId="{73329BEF-B9F1-DA47-B8C1-F6AC638DB279}" srcId="{CDDD29AA-2BE3-A441-B897-631E3D148B04}" destId="{C7FEC37E-4474-1941-9798-DBD7DB24ED37}" srcOrd="2" destOrd="0" parTransId="{884594C2-3E18-2049-8124-76E96284C63B}" sibTransId="{E5F30B23-DC23-B741-8976-BFD0C690098D}"/>
    <dgm:cxn modelId="{0EE0A4FA-2A1D-3D4B-8900-1254588EF0A3}" type="presOf" srcId="{CDDD29AA-2BE3-A441-B897-631E3D148B04}" destId="{0478FBA3-2EC8-F343-9E47-F84C5E17867B}" srcOrd="0" destOrd="0" presId="urn:microsoft.com/office/officeart/2005/8/layout/chevron2"/>
    <dgm:cxn modelId="{662BD75E-0066-ED45-A1D4-474A7E2EC51E}" type="presParOf" srcId="{A57EE775-DAF9-F94A-84F7-D7466336F9A6}" destId="{2FEB7AD1-6C23-A643-83E2-23B5BDE2D479}" srcOrd="0" destOrd="0" presId="urn:microsoft.com/office/officeart/2005/8/layout/chevron2"/>
    <dgm:cxn modelId="{19624236-6B39-3349-94F8-B5BA9E51F5DF}" type="presParOf" srcId="{2FEB7AD1-6C23-A643-83E2-23B5BDE2D479}" destId="{0478FBA3-2EC8-F343-9E47-F84C5E17867B}" srcOrd="0" destOrd="0" presId="urn:microsoft.com/office/officeart/2005/8/layout/chevron2"/>
    <dgm:cxn modelId="{0E890A4A-240C-974E-AF67-5477CBEE7477}" type="presParOf" srcId="{2FEB7AD1-6C23-A643-83E2-23B5BDE2D479}" destId="{A136C5B7-4D13-BE4B-96E5-40E764D3B4AA}"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0C48667-FC06-6848-892B-2B2E914BFFD8}" type="doc">
      <dgm:prSet loTypeId="urn:microsoft.com/office/officeart/2005/8/layout/hProcess11" loCatId="process" qsTypeId="urn:microsoft.com/office/officeart/2005/8/quickstyle/simple1" qsCatId="simple" csTypeId="urn:microsoft.com/office/officeart/2005/8/colors/colorful1" csCatId="colorful"/>
      <dgm:spPr/>
      <dgm:t>
        <a:bodyPr/>
        <a:lstStyle/>
        <a:p>
          <a:endParaRPr lang="en-US"/>
        </a:p>
      </dgm:t>
    </dgm:pt>
    <dgm:pt modelId="{98DC9E9F-E9FA-5D45-AE02-E24B350EB4CA}">
      <dgm:prSet custT="1"/>
      <dgm:spPr/>
      <dgm:t>
        <a:bodyPr/>
        <a:lstStyle/>
        <a:p>
          <a:r>
            <a:rPr lang="en-US" sz="2000"/>
            <a:t>Refactored </a:t>
          </a:r>
          <a:r>
            <a:rPr lang="en-US" sz="2000" err="1"/>
            <a:t>MainScreenViewModel</a:t>
          </a:r>
          <a:endParaRPr lang="en-US" sz="2000"/>
        </a:p>
      </dgm:t>
    </dgm:pt>
    <dgm:pt modelId="{B9106701-7A29-BA4B-B8AA-2FF6E267B5C5}" type="parTrans" cxnId="{726482FA-05BF-F541-B9A2-F2D2DBC3D798}">
      <dgm:prSet/>
      <dgm:spPr/>
      <dgm:t>
        <a:bodyPr/>
        <a:lstStyle/>
        <a:p>
          <a:endParaRPr lang="en-US" sz="2000"/>
        </a:p>
      </dgm:t>
    </dgm:pt>
    <dgm:pt modelId="{6E2E4E32-3EBB-A54A-8489-EE813ED81BC5}" type="sibTrans" cxnId="{726482FA-05BF-F541-B9A2-F2D2DBC3D798}">
      <dgm:prSet/>
      <dgm:spPr/>
      <dgm:t>
        <a:bodyPr/>
        <a:lstStyle/>
        <a:p>
          <a:endParaRPr lang="en-US" sz="2000"/>
        </a:p>
      </dgm:t>
    </dgm:pt>
    <dgm:pt modelId="{A598A000-99CB-CD48-8235-24D1FD11F444}" type="pres">
      <dgm:prSet presAssocID="{70C48667-FC06-6848-892B-2B2E914BFFD8}" presName="Name0" presStyleCnt="0">
        <dgm:presLayoutVars>
          <dgm:dir/>
          <dgm:resizeHandles val="exact"/>
        </dgm:presLayoutVars>
      </dgm:prSet>
      <dgm:spPr/>
    </dgm:pt>
    <dgm:pt modelId="{C8E7C9A2-1F45-1444-9271-2A3E55E653C4}" type="pres">
      <dgm:prSet presAssocID="{70C48667-FC06-6848-892B-2B2E914BFFD8}" presName="arrow" presStyleLbl="bgShp" presStyleIdx="0" presStyleCnt="1" custAng="10800000"/>
      <dgm:spPr/>
    </dgm:pt>
    <dgm:pt modelId="{16A772D7-832B-E14A-9390-65B688AD53B5}" type="pres">
      <dgm:prSet presAssocID="{70C48667-FC06-6848-892B-2B2E914BFFD8}" presName="points" presStyleCnt="0"/>
      <dgm:spPr/>
    </dgm:pt>
    <dgm:pt modelId="{DF043F87-5159-9C43-AFF7-0A92D6992A47}" type="pres">
      <dgm:prSet presAssocID="{98DC9E9F-E9FA-5D45-AE02-E24B350EB4CA}" presName="compositeA" presStyleCnt="0"/>
      <dgm:spPr/>
    </dgm:pt>
    <dgm:pt modelId="{6A4C69D7-570E-B344-AAD7-9BDF317C8A3C}" type="pres">
      <dgm:prSet presAssocID="{98DC9E9F-E9FA-5D45-AE02-E24B350EB4CA}" presName="textA" presStyleLbl="revTx" presStyleIdx="0" presStyleCnt="1">
        <dgm:presLayoutVars>
          <dgm:bulletEnabled val="1"/>
        </dgm:presLayoutVars>
      </dgm:prSet>
      <dgm:spPr/>
    </dgm:pt>
    <dgm:pt modelId="{BE7E2C5F-229C-AD4F-80B4-BC4F5E33F622}" type="pres">
      <dgm:prSet presAssocID="{98DC9E9F-E9FA-5D45-AE02-E24B350EB4CA}" presName="circleA" presStyleLbl="node1" presStyleIdx="0" presStyleCnt="1" custAng="19810005"/>
      <dgm:spPr/>
    </dgm:pt>
    <dgm:pt modelId="{90E33CBE-1C26-ED49-8FB1-D0E469324EB8}" type="pres">
      <dgm:prSet presAssocID="{98DC9E9F-E9FA-5D45-AE02-E24B350EB4CA}" presName="spaceA" presStyleCnt="0"/>
      <dgm:spPr/>
    </dgm:pt>
  </dgm:ptLst>
  <dgm:cxnLst>
    <dgm:cxn modelId="{E1E74348-7CBF-5247-9B82-39ED2B992CC4}" type="presOf" srcId="{98DC9E9F-E9FA-5D45-AE02-E24B350EB4CA}" destId="{6A4C69D7-570E-B344-AAD7-9BDF317C8A3C}" srcOrd="0" destOrd="0" presId="urn:microsoft.com/office/officeart/2005/8/layout/hProcess11"/>
    <dgm:cxn modelId="{13D3A1D8-F67E-1643-AEDC-462F73F3405E}" type="presOf" srcId="{70C48667-FC06-6848-892B-2B2E914BFFD8}" destId="{A598A000-99CB-CD48-8235-24D1FD11F444}" srcOrd="0" destOrd="0" presId="urn:microsoft.com/office/officeart/2005/8/layout/hProcess11"/>
    <dgm:cxn modelId="{726482FA-05BF-F541-B9A2-F2D2DBC3D798}" srcId="{70C48667-FC06-6848-892B-2B2E914BFFD8}" destId="{98DC9E9F-E9FA-5D45-AE02-E24B350EB4CA}" srcOrd="0" destOrd="0" parTransId="{B9106701-7A29-BA4B-B8AA-2FF6E267B5C5}" sibTransId="{6E2E4E32-3EBB-A54A-8489-EE813ED81BC5}"/>
    <dgm:cxn modelId="{64474C66-80C2-9747-BC4A-88B00F45BC96}" type="presParOf" srcId="{A598A000-99CB-CD48-8235-24D1FD11F444}" destId="{C8E7C9A2-1F45-1444-9271-2A3E55E653C4}" srcOrd="0" destOrd="0" presId="urn:microsoft.com/office/officeart/2005/8/layout/hProcess11"/>
    <dgm:cxn modelId="{78FC987A-E2E2-AD4A-B639-6DC0CFC0F632}" type="presParOf" srcId="{A598A000-99CB-CD48-8235-24D1FD11F444}" destId="{16A772D7-832B-E14A-9390-65B688AD53B5}" srcOrd="1" destOrd="0" presId="urn:microsoft.com/office/officeart/2005/8/layout/hProcess11"/>
    <dgm:cxn modelId="{1211E5DB-1DDB-2047-8B07-F30C5C57B139}" type="presParOf" srcId="{16A772D7-832B-E14A-9390-65B688AD53B5}" destId="{DF043F87-5159-9C43-AFF7-0A92D6992A47}" srcOrd="0" destOrd="0" presId="urn:microsoft.com/office/officeart/2005/8/layout/hProcess11"/>
    <dgm:cxn modelId="{2727AD9B-D7B5-D745-BD2F-DABD335813CF}" type="presParOf" srcId="{DF043F87-5159-9C43-AFF7-0A92D6992A47}" destId="{6A4C69D7-570E-B344-AAD7-9BDF317C8A3C}" srcOrd="0" destOrd="0" presId="urn:microsoft.com/office/officeart/2005/8/layout/hProcess11"/>
    <dgm:cxn modelId="{4DDCD043-D800-584D-AF8D-F5DC6F416118}" type="presParOf" srcId="{DF043F87-5159-9C43-AFF7-0A92D6992A47}" destId="{BE7E2C5F-229C-AD4F-80B4-BC4F5E33F622}" srcOrd="1" destOrd="0" presId="urn:microsoft.com/office/officeart/2005/8/layout/hProcess11"/>
    <dgm:cxn modelId="{20349C2D-BAF4-0046-8E29-A078FA1BBF2B}" type="presParOf" srcId="{DF043F87-5159-9C43-AFF7-0A92D6992A47}" destId="{90E33CBE-1C26-ED49-8FB1-D0E469324EB8}"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BB57BDD-D957-F841-B9E8-69B2EBF49262}"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977BA679-BAF9-B348-A9B8-74B1A8980FA4}">
      <dgm:prSet/>
      <dgm:spPr/>
      <dgm:t>
        <a:bodyPr/>
        <a:lstStyle/>
        <a:p>
          <a:r>
            <a:rPr lang="en-US" b="1"/>
            <a:t>Definition</a:t>
          </a:r>
          <a:endParaRPr lang="en-US"/>
        </a:p>
      </dgm:t>
    </dgm:pt>
    <dgm:pt modelId="{DA94E87A-1DDF-DC42-A65E-30A5AD6E556A}" type="parTrans" cxnId="{7F946375-C643-1C41-8101-1E17BFB1BE59}">
      <dgm:prSet/>
      <dgm:spPr/>
      <dgm:t>
        <a:bodyPr/>
        <a:lstStyle/>
        <a:p>
          <a:endParaRPr lang="en-US"/>
        </a:p>
      </dgm:t>
    </dgm:pt>
    <dgm:pt modelId="{51879F5D-C7CB-A948-92F3-95C705E12DFF}" type="sibTrans" cxnId="{7F946375-C643-1C41-8101-1E17BFB1BE59}">
      <dgm:prSet/>
      <dgm:spPr/>
      <dgm:t>
        <a:bodyPr/>
        <a:lstStyle/>
        <a:p>
          <a:endParaRPr lang="en-US"/>
        </a:p>
      </dgm:t>
    </dgm:pt>
    <dgm:pt modelId="{CB6E8C39-802C-9143-AEC0-D8D74B4FFAA6}">
      <dgm:prSet/>
      <dgm:spPr/>
      <dgm:t>
        <a:bodyPr/>
        <a:lstStyle/>
        <a:p>
          <a:r>
            <a:rPr lang="en-US"/>
            <a:t>Hilt is a dependency injection (DI) library for Android.</a:t>
          </a:r>
        </a:p>
      </dgm:t>
    </dgm:pt>
    <dgm:pt modelId="{211ED2D2-22BD-2B46-A84E-6ABD7A916C19}" type="parTrans" cxnId="{C98D1435-4682-E64C-A96F-7CBF22D57317}">
      <dgm:prSet/>
      <dgm:spPr/>
      <dgm:t>
        <a:bodyPr/>
        <a:lstStyle/>
        <a:p>
          <a:endParaRPr lang="en-US"/>
        </a:p>
      </dgm:t>
    </dgm:pt>
    <dgm:pt modelId="{9DBC4C16-104A-C441-8E1A-D590A90FB494}" type="sibTrans" cxnId="{C98D1435-4682-E64C-A96F-7CBF22D57317}">
      <dgm:prSet/>
      <dgm:spPr/>
      <dgm:t>
        <a:bodyPr/>
        <a:lstStyle/>
        <a:p>
          <a:endParaRPr lang="en-US"/>
        </a:p>
      </dgm:t>
    </dgm:pt>
    <dgm:pt modelId="{09FA224B-2832-5641-B208-FD9694D327B8}">
      <dgm:prSet/>
      <dgm:spPr/>
      <dgm:t>
        <a:bodyPr/>
        <a:lstStyle/>
        <a:p>
          <a:r>
            <a:rPr lang="en-US"/>
            <a:t>Built on top of Dagger, designed specifically for Android to reduce boilerplate.</a:t>
          </a:r>
        </a:p>
      </dgm:t>
    </dgm:pt>
    <dgm:pt modelId="{CEF88119-1EAE-F54E-A558-C729417B9FC3}" type="parTrans" cxnId="{17591995-68B1-BA4D-90D0-2C0ABAB1E07F}">
      <dgm:prSet/>
      <dgm:spPr/>
      <dgm:t>
        <a:bodyPr/>
        <a:lstStyle/>
        <a:p>
          <a:endParaRPr lang="en-US"/>
        </a:p>
      </dgm:t>
    </dgm:pt>
    <dgm:pt modelId="{B1B1EECD-D191-D843-B313-1BE447F598E8}" type="sibTrans" cxnId="{17591995-68B1-BA4D-90D0-2C0ABAB1E07F}">
      <dgm:prSet/>
      <dgm:spPr/>
      <dgm:t>
        <a:bodyPr/>
        <a:lstStyle/>
        <a:p>
          <a:endParaRPr lang="en-US"/>
        </a:p>
      </dgm:t>
    </dgm:pt>
    <dgm:pt modelId="{3970E6DC-DE54-7648-8ED7-3D8D04CD1B69}">
      <dgm:prSet/>
      <dgm:spPr/>
      <dgm:t>
        <a:bodyPr/>
        <a:lstStyle/>
        <a:p>
          <a:r>
            <a:rPr lang="en-US" b="1"/>
            <a:t>Why Use Hilt?</a:t>
          </a:r>
          <a:endParaRPr lang="en-US"/>
        </a:p>
      </dgm:t>
    </dgm:pt>
    <dgm:pt modelId="{EA54EC27-F032-9E4E-9B2D-2C690596A331}" type="parTrans" cxnId="{D7D9F11D-44A3-424A-9387-88752A695F3E}">
      <dgm:prSet/>
      <dgm:spPr/>
      <dgm:t>
        <a:bodyPr/>
        <a:lstStyle/>
        <a:p>
          <a:endParaRPr lang="en-US"/>
        </a:p>
      </dgm:t>
    </dgm:pt>
    <dgm:pt modelId="{F46EDBD3-68DE-5E43-A4A1-17B929A5EE17}" type="sibTrans" cxnId="{D7D9F11D-44A3-424A-9387-88752A695F3E}">
      <dgm:prSet/>
      <dgm:spPr/>
      <dgm:t>
        <a:bodyPr/>
        <a:lstStyle/>
        <a:p>
          <a:endParaRPr lang="en-US"/>
        </a:p>
      </dgm:t>
    </dgm:pt>
    <dgm:pt modelId="{E1D3EC4D-23E6-924A-AAEA-9DB41DC0FDAD}">
      <dgm:prSet/>
      <dgm:spPr/>
      <dgm:t>
        <a:bodyPr/>
        <a:lstStyle/>
        <a:p>
          <a:r>
            <a:rPr lang="en-US"/>
            <a:t>Simplifies the process of dependency injection.</a:t>
          </a:r>
        </a:p>
      </dgm:t>
    </dgm:pt>
    <dgm:pt modelId="{AC2498DD-F02A-B846-BF4F-AAEA74DFFDD2}" type="parTrans" cxnId="{56CE7E87-F938-8948-8351-66C4BE01F37E}">
      <dgm:prSet/>
      <dgm:spPr/>
      <dgm:t>
        <a:bodyPr/>
        <a:lstStyle/>
        <a:p>
          <a:endParaRPr lang="en-US"/>
        </a:p>
      </dgm:t>
    </dgm:pt>
    <dgm:pt modelId="{69189419-6519-7F4F-AF81-3527EADF7727}" type="sibTrans" cxnId="{56CE7E87-F938-8948-8351-66C4BE01F37E}">
      <dgm:prSet/>
      <dgm:spPr/>
      <dgm:t>
        <a:bodyPr/>
        <a:lstStyle/>
        <a:p>
          <a:endParaRPr lang="en-US"/>
        </a:p>
      </dgm:t>
    </dgm:pt>
    <dgm:pt modelId="{D7A949EB-91B6-1842-AFCB-7BBF2587736D}">
      <dgm:prSet/>
      <dgm:spPr/>
      <dgm:t>
        <a:bodyPr/>
        <a:lstStyle/>
        <a:p>
          <a:r>
            <a:rPr lang="en-US"/>
            <a:t>Provides a standard way to handle dependencies in Android apps.</a:t>
          </a:r>
        </a:p>
      </dgm:t>
    </dgm:pt>
    <dgm:pt modelId="{1EC09FBE-DDB5-D24D-9195-D7D1EC7E0BBA}" type="parTrans" cxnId="{8AB746D6-A4ED-AF4A-AD75-029D425C6DB6}">
      <dgm:prSet/>
      <dgm:spPr/>
      <dgm:t>
        <a:bodyPr/>
        <a:lstStyle/>
        <a:p>
          <a:endParaRPr lang="en-US"/>
        </a:p>
      </dgm:t>
    </dgm:pt>
    <dgm:pt modelId="{5A0184DE-9FBA-8F4D-A551-6976985BDBE2}" type="sibTrans" cxnId="{8AB746D6-A4ED-AF4A-AD75-029D425C6DB6}">
      <dgm:prSet/>
      <dgm:spPr/>
      <dgm:t>
        <a:bodyPr/>
        <a:lstStyle/>
        <a:p>
          <a:endParaRPr lang="en-US"/>
        </a:p>
      </dgm:t>
    </dgm:pt>
    <dgm:pt modelId="{77C588C5-B73A-4748-8753-924893029536}">
      <dgm:prSet/>
      <dgm:spPr/>
      <dgm:t>
        <a:bodyPr/>
        <a:lstStyle/>
        <a:p>
          <a:r>
            <a:rPr lang="en-US"/>
            <a:t>Hilt is Jetpack’s recommended DI.</a:t>
          </a:r>
        </a:p>
      </dgm:t>
    </dgm:pt>
    <dgm:pt modelId="{611A25D4-A6D4-3B45-88AA-2CECA40DF142}" type="parTrans" cxnId="{5EF1303B-1A6D-114D-BC98-27470492F68C}">
      <dgm:prSet/>
      <dgm:spPr/>
      <dgm:t>
        <a:bodyPr/>
        <a:lstStyle/>
        <a:p>
          <a:endParaRPr lang="en-US"/>
        </a:p>
      </dgm:t>
    </dgm:pt>
    <dgm:pt modelId="{6C7D64D5-2039-BD44-8979-5123A3D14D68}" type="sibTrans" cxnId="{5EF1303B-1A6D-114D-BC98-27470492F68C}">
      <dgm:prSet/>
      <dgm:spPr/>
      <dgm:t>
        <a:bodyPr/>
        <a:lstStyle/>
        <a:p>
          <a:endParaRPr lang="en-US"/>
        </a:p>
      </dgm:t>
    </dgm:pt>
    <dgm:pt modelId="{696B0DA6-C867-614F-A8DB-33429CB2797D}" type="pres">
      <dgm:prSet presAssocID="{1BB57BDD-D957-F841-B9E8-69B2EBF49262}" presName="linear" presStyleCnt="0">
        <dgm:presLayoutVars>
          <dgm:dir/>
          <dgm:animLvl val="lvl"/>
          <dgm:resizeHandles val="exact"/>
        </dgm:presLayoutVars>
      </dgm:prSet>
      <dgm:spPr/>
    </dgm:pt>
    <dgm:pt modelId="{4B54825A-8E84-A643-84F5-2D7F6EF20361}" type="pres">
      <dgm:prSet presAssocID="{977BA679-BAF9-B348-A9B8-74B1A8980FA4}" presName="parentLin" presStyleCnt="0"/>
      <dgm:spPr/>
    </dgm:pt>
    <dgm:pt modelId="{75314053-F297-C54D-95CA-12F7A9ED5AA0}" type="pres">
      <dgm:prSet presAssocID="{977BA679-BAF9-B348-A9B8-74B1A8980FA4}" presName="parentLeftMargin" presStyleLbl="node1" presStyleIdx="0" presStyleCnt="2"/>
      <dgm:spPr/>
    </dgm:pt>
    <dgm:pt modelId="{51C0A87B-CF15-6C45-B159-6BB8348E2DF2}" type="pres">
      <dgm:prSet presAssocID="{977BA679-BAF9-B348-A9B8-74B1A8980FA4}" presName="parentText" presStyleLbl="node1" presStyleIdx="0" presStyleCnt="2">
        <dgm:presLayoutVars>
          <dgm:chMax val="0"/>
          <dgm:bulletEnabled val="1"/>
        </dgm:presLayoutVars>
      </dgm:prSet>
      <dgm:spPr/>
    </dgm:pt>
    <dgm:pt modelId="{CF302F84-6C0C-924A-B4C9-01000F8E3AC8}" type="pres">
      <dgm:prSet presAssocID="{977BA679-BAF9-B348-A9B8-74B1A8980FA4}" presName="negativeSpace" presStyleCnt="0"/>
      <dgm:spPr/>
    </dgm:pt>
    <dgm:pt modelId="{A641794D-30DF-5F46-AB80-82E4977D3DCE}" type="pres">
      <dgm:prSet presAssocID="{977BA679-BAF9-B348-A9B8-74B1A8980FA4}" presName="childText" presStyleLbl="conFgAcc1" presStyleIdx="0" presStyleCnt="2">
        <dgm:presLayoutVars>
          <dgm:bulletEnabled val="1"/>
        </dgm:presLayoutVars>
      </dgm:prSet>
      <dgm:spPr/>
    </dgm:pt>
    <dgm:pt modelId="{A121F1BC-492E-6F46-9924-55D46DFC92E7}" type="pres">
      <dgm:prSet presAssocID="{51879F5D-C7CB-A948-92F3-95C705E12DFF}" presName="spaceBetweenRectangles" presStyleCnt="0"/>
      <dgm:spPr/>
    </dgm:pt>
    <dgm:pt modelId="{2352EC8F-D89D-BC4B-80FE-0D658AB728E5}" type="pres">
      <dgm:prSet presAssocID="{3970E6DC-DE54-7648-8ED7-3D8D04CD1B69}" presName="parentLin" presStyleCnt="0"/>
      <dgm:spPr/>
    </dgm:pt>
    <dgm:pt modelId="{A5DC30B7-138B-6E4D-8694-C5F7878DE592}" type="pres">
      <dgm:prSet presAssocID="{3970E6DC-DE54-7648-8ED7-3D8D04CD1B69}" presName="parentLeftMargin" presStyleLbl="node1" presStyleIdx="0" presStyleCnt="2"/>
      <dgm:spPr/>
    </dgm:pt>
    <dgm:pt modelId="{D473CA03-28E1-104A-96EB-AFDD53B5E7F3}" type="pres">
      <dgm:prSet presAssocID="{3970E6DC-DE54-7648-8ED7-3D8D04CD1B69}" presName="parentText" presStyleLbl="node1" presStyleIdx="1" presStyleCnt="2">
        <dgm:presLayoutVars>
          <dgm:chMax val="0"/>
          <dgm:bulletEnabled val="1"/>
        </dgm:presLayoutVars>
      </dgm:prSet>
      <dgm:spPr/>
    </dgm:pt>
    <dgm:pt modelId="{3B9BC451-1518-B34B-8E64-A7FA1C5C1E77}" type="pres">
      <dgm:prSet presAssocID="{3970E6DC-DE54-7648-8ED7-3D8D04CD1B69}" presName="negativeSpace" presStyleCnt="0"/>
      <dgm:spPr/>
    </dgm:pt>
    <dgm:pt modelId="{707969EC-8F47-3549-9317-5EA8D8BF45B6}" type="pres">
      <dgm:prSet presAssocID="{3970E6DC-DE54-7648-8ED7-3D8D04CD1B69}" presName="childText" presStyleLbl="conFgAcc1" presStyleIdx="1" presStyleCnt="2">
        <dgm:presLayoutVars>
          <dgm:bulletEnabled val="1"/>
        </dgm:presLayoutVars>
      </dgm:prSet>
      <dgm:spPr/>
    </dgm:pt>
  </dgm:ptLst>
  <dgm:cxnLst>
    <dgm:cxn modelId="{FA74AD02-77B6-344D-8A40-A1FA9077F7C3}" type="presOf" srcId="{3970E6DC-DE54-7648-8ED7-3D8D04CD1B69}" destId="{A5DC30B7-138B-6E4D-8694-C5F7878DE592}" srcOrd="0" destOrd="0" presId="urn:microsoft.com/office/officeart/2005/8/layout/list1"/>
    <dgm:cxn modelId="{D7D9F11D-44A3-424A-9387-88752A695F3E}" srcId="{1BB57BDD-D957-F841-B9E8-69B2EBF49262}" destId="{3970E6DC-DE54-7648-8ED7-3D8D04CD1B69}" srcOrd="1" destOrd="0" parTransId="{EA54EC27-F032-9E4E-9B2D-2C690596A331}" sibTransId="{F46EDBD3-68DE-5E43-A4A1-17B929A5EE17}"/>
    <dgm:cxn modelId="{F07CA82E-E43E-2A4C-A5D5-CA913D9424BC}" type="presOf" srcId="{77C588C5-B73A-4748-8753-924893029536}" destId="{A641794D-30DF-5F46-AB80-82E4977D3DCE}" srcOrd="0" destOrd="2" presId="urn:microsoft.com/office/officeart/2005/8/layout/list1"/>
    <dgm:cxn modelId="{C98D1435-4682-E64C-A96F-7CBF22D57317}" srcId="{977BA679-BAF9-B348-A9B8-74B1A8980FA4}" destId="{CB6E8C39-802C-9143-AEC0-D8D74B4FFAA6}" srcOrd="0" destOrd="0" parTransId="{211ED2D2-22BD-2B46-A84E-6ABD7A916C19}" sibTransId="{9DBC4C16-104A-C441-8E1A-D590A90FB494}"/>
    <dgm:cxn modelId="{5EF1303B-1A6D-114D-BC98-27470492F68C}" srcId="{977BA679-BAF9-B348-A9B8-74B1A8980FA4}" destId="{77C588C5-B73A-4748-8753-924893029536}" srcOrd="2" destOrd="0" parTransId="{611A25D4-A6D4-3B45-88AA-2CECA40DF142}" sibTransId="{6C7D64D5-2039-BD44-8979-5123A3D14D68}"/>
    <dgm:cxn modelId="{2CF68C63-61DC-E44B-8772-66BC6790AA08}" type="presOf" srcId="{3970E6DC-DE54-7648-8ED7-3D8D04CD1B69}" destId="{D473CA03-28E1-104A-96EB-AFDD53B5E7F3}" srcOrd="1" destOrd="0" presId="urn:microsoft.com/office/officeart/2005/8/layout/list1"/>
    <dgm:cxn modelId="{C1B51B47-16F1-BD4A-A438-677994DD928D}" type="presOf" srcId="{977BA679-BAF9-B348-A9B8-74B1A8980FA4}" destId="{75314053-F297-C54D-95CA-12F7A9ED5AA0}" srcOrd="0" destOrd="0" presId="urn:microsoft.com/office/officeart/2005/8/layout/list1"/>
    <dgm:cxn modelId="{0ACE0C4D-61C4-3A4F-8F2E-7D862797D8D8}" type="presOf" srcId="{E1D3EC4D-23E6-924A-AAEA-9DB41DC0FDAD}" destId="{707969EC-8F47-3549-9317-5EA8D8BF45B6}" srcOrd="0" destOrd="0" presId="urn:microsoft.com/office/officeart/2005/8/layout/list1"/>
    <dgm:cxn modelId="{7F946375-C643-1C41-8101-1E17BFB1BE59}" srcId="{1BB57BDD-D957-F841-B9E8-69B2EBF49262}" destId="{977BA679-BAF9-B348-A9B8-74B1A8980FA4}" srcOrd="0" destOrd="0" parTransId="{DA94E87A-1DDF-DC42-A65E-30A5AD6E556A}" sibTransId="{51879F5D-C7CB-A948-92F3-95C705E12DFF}"/>
    <dgm:cxn modelId="{56CE7E87-F938-8948-8351-66C4BE01F37E}" srcId="{3970E6DC-DE54-7648-8ED7-3D8D04CD1B69}" destId="{E1D3EC4D-23E6-924A-AAEA-9DB41DC0FDAD}" srcOrd="0" destOrd="0" parTransId="{AC2498DD-F02A-B846-BF4F-AAEA74DFFDD2}" sibTransId="{69189419-6519-7F4F-AF81-3527EADF7727}"/>
    <dgm:cxn modelId="{39784292-5238-A44D-A019-5471EE3F2458}" type="presOf" srcId="{977BA679-BAF9-B348-A9B8-74B1A8980FA4}" destId="{51C0A87B-CF15-6C45-B159-6BB8348E2DF2}" srcOrd="1" destOrd="0" presId="urn:microsoft.com/office/officeart/2005/8/layout/list1"/>
    <dgm:cxn modelId="{17591995-68B1-BA4D-90D0-2C0ABAB1E07F}" srcId="{977BA679-BAF9-B348-A9B8-74B1A8980FA4}" destId="{09FA224B-2832-5641-B208-FD9694D327B8}" srcOrd="1" destOrd="0" parTransId="{CEF88119-1EAE-F54E-A558-C729417B9FC3}" sibTransId="{B1B1EECD-D191-D843-B313-1BE447F598E8}"/>
    <dgm:cxn modelId="{CAF74DA1-986F-C148-9A46-991CE2846E59}" type="presOf" srcId="{CB6E8C39-802C-9143-AEC0-D8D74B4FFAA6}" destId="{A641794D-30DF-5F46-AB80-82E4977D3DCE}" srcOrd="0" destOrd="0" presId="urn:microsoft.com/office/officeart/2005/8/layout/list1"/>
    <dgm:cxn modelId="{527D43C6-7775-7945-9E4F-0D43ECD3350D}" type="presOf" srcId="{D7A949EB-91B6-1842-AFCB-7BBF2587736D}" destId="{707969EC-8F47-3549-9317-5EA8D8BF45B6}" srcOrd="0" destOrd="1" presId="urn:microsoft.com/office/officeart/2005/8/layout/list1"/>
    <dgm:cxn modelId="{8AB746D6-A4ED-AF4A-AD75-029D425C6DB6}" srcId="{3970E6DC-DE54-7648-8ED7-3D8D04CD1B69}" destId="{D7A949EB-91B6-1842-AFCB-7BBF2587736D}" srcOrd="1" destOrd="0" parTransId="{1EC09FBE-DDB5-D24D-9195-D7D1EC7E0BBA}" sibTransId="{5A0184DE-9FBA-8F4D-A551-6976985BDBE2}"/>
    <dgm:cxn modelId="{70ADEADE-BCC1-2448-9310-485166A9FD09}" type="presOf" srcId="{09FA224B-2832-5641-B208-FD9694D327B8}" destId="{A641794D-30DF-5F46-AB80-82E4977D3DCE}" srcOrd="0" destOrd="1" presId="urn:microsoft.com/office/officeart/2005/8/layout/list1"/>
    <dgm:cxn modelId="{3A8239F1-E8C5-DF41-9361-F26F8B97651D}" type="presOf" srcId="{1BB57BDD-D957-F841-B9E8-69B2EBF49262}" destId="{696B0DA6-C867-614F-A8DB-33429CB2797D}" srcOrd="0" destOrd="0" presId="urn:microsoft.com/office/officeart/2005/8/layout/list1"/>
    <dgm:cxn modelId="{2D8525E2-27D5-6149-A869-9ACB4131A897}" type="presParOf" srcId="{696B0DA6-C867-614F-A8DB-33429CB2797D}" destId="{4B54825A-8E84-A643-84F5-2D7F6EF20361}" srcOrd="0" destOrd="0" presId="urn:microsoft.com/office/officeart/2005/8/layout/list1"/>
    <dgm:cxn modelId="{36C8A28A-40F4-3D4B-B96C-F59524FE7B6B}" type="presParOf" srcId="{4B54825A-8E84-A643-84F5-2D7F6EF20361}" destId="{75314053-F297-C54D-95CA-12F7A9ED5AA0}" srcOrd="0" destOrd="0" presId="urn:microsoft.com/office/officeart/2005/8/layout/list1"/>
    <dgm:cxn modelId="{6917FB54-C864-B743-8D01-E2D6B4BA3CDC}" type="presParOf" srcId="{4B54825A-8E84-A643-84F5-2D7F6EF20361}" destId="{51C0A87B-CF15-6C45-B159-6BB8348E2DF2}" srcOrd="1" destOrd="0" presId="urn:microsoft.com/office/officeart/2005/8/layout/list1"/>
    <dgm:cxn modelId="{C2D3857A-BC54-F54C-893E-479C528E7DD5}" type="presParOf" srcId="{696B0DA6-C867-614F-A8DB-33429CB2797D}" destId="{CF302F84-6C0C-924A-B4C9-01000F8E3AC8}" srcOrd="1" destOrd="0" presId="urn:microsoft.com/office/officeart/2005/8/layout/list1"/>
    <dgm:cxn modelId="{888FFE5F-FB70-9741-9E95-6755BB38770D}" type="presParOf" srcId="{696B0DA6-C867-614F-A8DB-33429CB2797D}" destId="{A641794D-30DF-5F46-AB80-82E4977D3DCE}" srcOrd="2" destOrd="0" presId="urn:microsoft.com/office/officeart/2005/8/layout/list1"/>
    <dgm:cxn modelId="{79B0CB48-607F-574F-BF74-E33770E34791}" type="presParOf" srcId="{696B0DA6-C867-614F-A8DB-33429CB2797D}" destId="{A121F1BC-492E-6F46-9924-55D46DFC92E7}" srcOrd="3" destOrd="0" presId="urn:microsoft.com/office/officeart/2005/8/layout/list1"/>
    <dgm:cxn modelId="{A640A2BE-D6E4-C94B-AFD8-E1A31103666C}" type="presParOf" srcId="{696B0DA6-C867-614F-A8DB-33429CB2797D}" destId="{2352EC8F-D89D-BC4B-80FE-0D658AB728E5}" srcOrd="4" destOrd="0" presId="urn:microsoft.com/office/officeart/2005/8/layout/list1"/>
    <dgm:cxn modelId="{AC0B641C-A495-8349-B31A-AB67A86C7FA6}" type="presParOf" srcId="{2352EC8F-D89D-BC4B-80FE-0D658AB728E5}" destId="{A5DC30B7-138B-6E4D-8694-C5F7878DE592}" srcOrd="0" destOrd="0" presId="urn:microsoft.com/office/officeart/2005/8/layout/list1"/>
    <dgm:cxn modelId="{DB483E6B-9026-1545-B534-92FD2A47E5CC}" type="presParOf" srcId="{2352EC8F-D89D-BC4B-80FE-0D658AB728E5}" destId="{D473CA03-28E1-104A-96EB-AFDD53B5E7F3}" srcOrd="1" destOrd="0" presId="urn:microsoft.com/office/officeart/2005/8/layout/list1"/>
    <dgm:cxn modelId="{2AAA9360-ECAA-4046-BEE2-AE72929AAC7D}" type="presParOf" srcId="{696B0DA6-C867-614F-A8DB-33429CB2797D}" destId="{3B9BC451-1518-B34B-8E64-A7FA1C5C1E77}" srcOrd="5" destOrd="0" presId="urn:microsoft.com/office/officeart/2005/8/layout/list1"/>
    <dgm:cxn modelId="{928FBC33-72BF-DF45-BC78-BD9F61B6F321}" type="presParOf" srcId="{696B0DA6-C867-614F-A8DB-33429CB2797D}" destId="{707969EC-8F47-3549-9317-5EA8D8BF45B6}"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B657CEB-C2DC-0642-9A8C-F63243174043}"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F4496994-088B-9346-8B72-F68E482E6413}">
      <dgm:prSet/>
      <dgm:spPr/>
      <dgm:t>
        <a:bodyPr/>
        <a:lstStyle/>
        <a:p>
          <a:r>
            <a:rPr lang="en-US"/>
            <a:t>A Hilt module is a class that provides dependencies to the Hilt dependency injection framework.</a:t>
          </a:r>
        </a:p>
      </dgm:t>
    </dgm:pt>
    <dgm:pt modelId="{118BE88E-38A5-DF46-9D5B-DDB117EB83E8}" type="parTrans" cxnId="{76013A38-5556-F14F-B655-D031F7A25205}">
      <dgm:prSet/>
      <dgm:spPr/>
      <dgm:t>
        <a:bodyPr/>
        <a:lstStyle/>
        <a:p>
          <a:endParaRPr lang="en-US"/>
        </a:p>
      </dgm:t>
    </dgm:pt>
    <dgm:pt modelId="{6CE2A524-8C87-8E44-9E76-EE583D1863F8}" type="sibTrans" cxnId="{76013A38-5556-F14F-B655-D031F7A25205}">
      <dgm:prSet/>
      <dgm:spPr/>
      <dgm:t>
        <a:bodyPr/>
        <a:lstStyle/>
        <a:p>
          <a:endParaRPr lang="en-US"/>
        </a:p>
      </dgm:t>
    </dgm:pt>
    <dgm:pt modelId="{96A5E6C6-F56D-E24C-BEC9-2195946E91FF}">
      <dgm:prSet/>
      <dgm:spPr/>
      <dgm:t>
        <a:bodyPr/>
        <a:lstStyle/>
        <a:p>
          <a:r>
            <a:rPr lang="en-US"/>
            <a:t>It tells Hilt how to create instances of certain types, which can then be injected into other parts of your app.</a:t>
          </a:r>
        </a:p>
      </dgm:t>
    </dgm:pt>
    <dgm:pt modelId="{857ACE7A-BF73-674A-8E04-2C05FADA98A9}" type="parTrans" cxnId="{9A19EF03-4030-6548-9D55-9A6E0098738D}">
      <dgm:prSet/>
      <dgm:spPr/>
      <dgm:t>
        <a:bodyPr/>
        <a:lstStyle/>
        <a:p>
          <a:endParaRPr lang="en-US"/>
        </a:p>
      </dgm:t>
    </dgm:pt>
    <dgm:pt modelId="{C6701732-15EC-7D4E-B5AB-7B32628790B2}" type="sibTrans" cxnId="{9A19EF03-4030-6548-9D55-9A6E0098738D}">
      <dgm:prSet/>
      <dgm:spPr/>
      <dgm:t>
        <a:bodyPr/>
        <a:lstStyle/>
        <a:p>
          <a:endParaRPr lang="en-US"/>
        </a:p>
      </dgm:t>
    </dgm:pt>
    <dgm:pt modelId="{4AD3A21A-AA00-404C-A153-50092D2B0AF5}" type="pres">
      <dgm:prSet presAssocID="{CB657CEB-C2DC-0642-9A8C-F63243174043}" presName="vert0" presStyleCnt="0">
        <dgm:presLayoutVars>
          <dgm:dir/>
          <dgm:animOne val="branch"/>
          <dgm:animLvl val="lvl"/>
        </dgm:presLayoutVars>
      </dgm:prSet>
      <dgm:spPr/>
    </dgm:pt>
    <dgm:pt modelId="{FA82878E-9DA1-D04A-810F-944F156F519B}" type="pres">
      <dgm:prSet presAssocID="{F4496994-088B-9346-8B72-F68E482E6413}" presName="thickLine" presStyleLbl="alignNode1" presStyleIdx="0" presStyleCnt="2"/>
      <dgm:spPr/>
    </dgm:pt>
    <dgm:pt modelId="{2AFBBA86-323E-D24F-B940-FF4E591A3721}" type="pres">
      <dgm:prSet presAssocID="{F4496994-088B-9346-8B72-F68E482E6413}" presName="horz1" presStyleCnt="0"/>
      <dgm:spPr/>
    </dgm:pt>
    <dgm:pt modelId="{0FD3AC92-71D0-364B-8225-117A902433F1}" type="pres">
      <dgm:prSet presAssocID="{F4496994-088B-9346-8B72-F68E482E6413}" presName="tx1" presStyleLbl="revTx" presStyleIdx="0" presStyleCnt="2"/>
      <dgm:spPr/>
    </dgm:pt>
    <dgm:pt modelId="{43AAA1C7-A74B-8447-90FF-ABA481CC3734}" type="pres">
      <dgm:prSet presAssocID="{F4496994-088B-9346-8B72-F68E482E6413}" presName="vert1" presStyleCnt="0"/>
      <dgm:spPr/>
    </dgm:pt>
    <dgm:pt modelId="{57C3E621-2575-6142-8C44-CE5AED4A5C48}" type="pres">
      <dgm:prSet presAssocID="{96A5E6C6-F56D-E24C-BEC9-2195946E91FF}" presName="thickLine" presStyleLbl="alignNode1" presStyleIdx="1" presStyleCnt="2"/>
      <dgm:spPr/>
    </dgm:pt>
    <dgm:pt modelId="{405E6030-A640-D641-A293-9937A802EE57}" type="pres">
      <dgm:prSet presAssocID="{96A5E6C6-F56D-E24C-BEC9-2195946E91FF}" presName="horz1" presStyleCnt="0"/>
      <dgm:spPr/>
    </dgm:pt>
    <dgm:pt modelId="{57DED3F5-4852-8340-949A-B41425E37900}" type="pres">
      <dgm:prSet presAssocID="{96A5E6C6-F56D-E24C-BEC9-2195946E91FF}" presName="tx1" presStyleLbl="revTx" presStyleIdx="1" presStyleCnt="2"/>
      <dgm:spPr/>
    </dgm:pt>
    <dgm:pt modelId="{39691979-B6F9-B446-B49B-EE9B26755198}" type="pres">
      <dgm:prSet presAssocID="{96A5E6C6-F56D-E24C-BEC9-2195946E91FF}" presName="vert1" presStyleCnt="0"/>
      <dgm:spPr/>
    </dgm:pt>
  </dgm:ptLst>
  <dgm:cxnLst>
    <dgm:cxn modelId="{9A19EF03-4030-6548-9D55-9A6E0098738D}" srcId="{CB657CEB-C2DC-0642-9A8C-F63243174043}" destId="{96A5E6C6-F56D-E24C-BEC9-2195946E91FF}" srcOrd="1" destOrd="0" parTransId="{857ACE7A-BF73-674A-8E04-2C05FADA98A9}" sibTransId="{C6701732-15EC-7D4E-B5AB-7B32628790B2}"/>
    <dgm:cxn modelId="{058FB507-B768-9F41-9CB5-531CC3E9C8B5}" type="presOf" srcId="{CB657CEB-C2DC-0642-9A8C-F63243174043}" destId="{4AD3A21A-AA00-404C-A153-50092D2B0AF5}" srcOrd="0" destOrd="0" presId="urn:microsoft.com/office/officeart/2008/layout/LinedList"/>
    <dgm:cxn modelId="{76013A38-5556-F14F-B655-D031F7A25205}" srcId="{CB657CEB-C2DC-0642-9A8C-F63243174043}" destId="{F4496994-088B-9346-8B72-F68E482E6413}" srcOrd="0" destOrd="0" parTransId="{118BE88E-38A5-DF46-9D5B-DDB117EB83E8}" sibTransId="{6CE2A524-8C87-8E44-9E76-EE583D1863F8}"/>
    <dgm:cxn modelId="{8C37A6BE-432F-E448-AD54-5D59533072E0}" type="presOf" srcId="{F4496994-088B-9346-8B72-F68E482E6413}" destId="{0FD3AC92-71D0-364B-8225-117A902433F1}" srcOrd="0" destOrd="0" presId="urn:microsoft.com/office/officeart/2008/layout/LinedList"/>
    <dgm:cxn modelId="{7B4106D0-94C5-9B42-96EF-922A49279372}" type="presOf" srcId="{96A5E6C6-F56D-E24C-BEC9-2195946E91FF}" destId="{57DED3F5-4852-8340-949A-B41425E37900}" srcOrd="0" destOrd="0" presId="urn:microsoft.com/office/officeart/2008/layout/LinedList"/>
    <dgm:cxn modelId="{1CBF43C5-D3B6-9341-9310-A505A40456F5}" type="presParOf" srcId="{4AD3A21A-AA00-404C-A153-50092D2B0AF5}" destId="{FA82878E-9DA1-D04A-810F-944F156F519B}" srcOrd="0" destOrd="0" presId="urn:microsoft.com/office/officeart/2008/layout/LinedList"/>
    <dgm:cxn modelId="{6CB245AD-0FAD-7C4D-8EC6-AE8DC030EFE3}" type="presParOf" srcId="{4AD3A21A-AA00-404C-A153-50092D2B0AF5}" destId="{2AFBBA86-323E-D24F-B940-FF4E591A3721}" srcOrd="1" destOrd="0" presId="urn:microsoft.com/office/officeart/2008/layout/LinedList"/>
    <dgm:cxn modelId="{A29E9F9A-73DF-D242-BB5C-B0FB78437208}" type="presParOf" srcId="{2AFBBA86-323E-D24F-B940-FF4E591A3721}" destId="{0FD3AC92-71D0-364B-8225-117A902433F1}" srcOrd="0" destOrd="0" presId="urn:microsoft.com/office/officeart/2008/layout/LinedList"/>
    <dgm:cxn modelId="{3865EF2C-B628-2643-9333-94883DCFDA76}" type="presParOf" srcId="{2AFBBA86-323E-D24F-B940-FF4E591A3721}" destId="{43AAA1C7-A74B-8447-90FF-ABA481CC3734}" srcOrd="1" destOrd="0" presId="urn:microsoft.com/office/officeart/2008/layout/LinedList"/>
    <dgm:cxn modelId="{E2AB119E-497E-F14D-8890-3BE555CA923B}" type="presParOf" srcId="{4AD3A21A-AA00-404C-A153-50092D2B0AF5}" destId="{57C3E621-2575-6142-8C44-CE5AED4A5C48}" srcOrd="2" destOrd="0" presId="urn:microsoft.com/office/officeart/2008/layout/LinedList"/>
    <dgm:cxn modelId="{CC4979A9-6D5E-2044-9E2C-AE6E6D98A877}" type="presParOf" srcId="{4AD3A21A-AA00-404C-A153-50092D2B0AF5}" destId="{405E6030-A640-D641-A293-9937A802EE57}" srcOrd="3" destOrd="0" presId="urn:microsoft.com/office/officeart/2008/layout/LinedList"/>
    <dgm:cxn modelId="{87A34068-163A-9D4F-A189-62E6CDB09B3A}" type="presParOf" srcId="{405E6030-A640-D641-A293-9937A802EE57}" destId="{57DED3F5-4852-8340-949A-B41425E37900}" srcOrd="0" destOrd="0" presId="urn:microsoft.com/office/officeart/2008/layout/LinedList"/>
    <dgm:cxn modelId="{F89650A3-8480-E04B-B696-72B1EEE7AF47}" type="presParOf" srcId="{405E6030-A640-D641-A293-9937A802EE57}" destId="{39691979-B6F9-B446-B49B-EE9B2675519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B657CEB-C2DC-0642-9A8C-F63243174043}"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F4496994-088B-9346-8B72-F68E482E6413}">
      <dgm:prSet/>
      <dgm:spPr/>
      <dgm:t>
        <a:bodyPr/>
        <a:lstStyle/>
        <a:p>
          <a:r>
            <a:rPr lang="en-US"/>
            <a:t>A Hilt module is a class that provides dependencies to the Hilt dependency injection framework.</a:t>
          </a:r>
        </a:p>
      </dgm:t>
    </dgm:pt>
    <dgm:pt modelId="{118BE88E-38A5-DF46-9D5B-DDB117EB83E8}" type="parTrans" cxnId="{76013A38-5556-F14F-B655-D031F7A25205}">
      <dgm:prSet/>
      <dgm:spPr/>
      <dgm:t>
        <a:bodyPr/>
        <a:lstStyle/>
        <a:p>
          <a:endParaRPr lang="en-US"/>
        </a:p>
      </dgm:t>
    </dgm:pt>
    <dgm:pt modelId="{6CE2A524-8C87-8E44-9E76-EE583D1863F8}" type="sibTrans" cxnId="{76013A38-5556-F14F-B655-D031F7A25205}">
      <dgm:prSet/>
      <dgm:spPr/>
      <dgm:t>
        <a:bodyPr/>
        <a:lstStyle/>
        <a:p>
          <a:endParaRPr lang="en-US"/>
        </a:p>
      </dgm:t>
    </dgm:pt>
    <dgm:pt modelId="{96A5E6C6-F56D-E24C-BEC9-2195946E91FF}">
      <dgm:prSet/>
      <dgm:spPr/>
      <dgm:t>
        <a:bodyPr/>
        <a:lstStyle/>
        <a:p>
          <a:r>
            <a:rPr lang="en-US"/>
            <a:t>It tells Hilt how to create instances of certain types, which can then be injected into other parts of your app.</a:t>
          </a:r>
        </a:p>
      </dgm:t>
    </dgm:pt>
    <dgm:pt modelId="{857ACE7A-BF73-674A-8E04-2C05FADA98A9}" type="parTrans" cxnId="{9A19EF03-4030-6548-9D55-9A6E0098738D}">
      <dgm:prSet/>
      <dgm:spPr/>
      <dgm:t>
        <a:bodyPr/>
        <a:lstStyle/>
        <a:p>
          <a:endParaRPr lang="en-US"/>
        </a:p>
      </dgm:t>
    </dgm:pt>
    <dgm:pt modelId="{C6701732-15EC-7D4E-B5AB-7B32628790B2}" type="sibTrans" cxnId="{9A19EF03-4030-6548-9D55-9A6E0098738D}">
      <dgm:prSet/>
      <dgm:spPr/>
      <dgm:t>
        <a:bodyPr/>
        <a:lstStyle/>
        <a:p>
          <a:endParaRPr lang="en-US"/>
        </a:p>
      </dgm:t>
    </dgm:pt>
    <dgm:pt modelId="{4AD3A21A-AA00-404C-A153-50092D2B0AF5}" type="pres">
      <dgm:prSet presAssocID="{CB657CEB-C2DC-0642-9A8C-F63243174043}" presName="vert0" presStyleCnt="0">
        <dgm:presLayoutVars>
          <dgm:dir/>
          <dgm:animOne val="branch"/>
          <dgm:animLvl val="lvl"/>
        </dgm:presLayoutVars>
      </dgm:prSet>
      <dgm:spPr/>
    </dgm:pt>
    <dgm:pt modelId="{FA82878E-9DA1-D04A-810F-944F156F519B}" type="pres">
      <dgm:prSet presAssocID="{F4496994-088B-9346-8B72-F68E482E6413}" presName="thickLine" presStyleLbl="alignNode1" presStyleIdx="0" presStyleCnt="2"/>
      <dgm:spPr/>
    </dgm:pt>
    <dgm:pt modelId="{2AFBBA86-323E-D24F-B940-FF4E591A3721}" type="pres">
      <dgm:prSet presAssocID="{F4496994-088B-9346-8B72-F68E482E6413}" presName="horz1" presStyleCnt="0"/>
      <dgm:spPr/>
    </dgm:pt>
    <dgm:pt modelId="{0FD3AC92-71D0-364B-8225-117A902433F1}" type="pres">
      <dgm:prSet presAssocID="{F4496994-088B-9346-8B72-F68E482E6413}" presName="tx1" presStyleLbl="revTx" presStyleIdx="0" presStyleCnt="2"/>
      <dgm:spPr/>
    </dgm:pt>
    <dgm:pt modelId="{43AAA1C7-A74B-8447-90FF-ABA481CC3734}" type="pres">
      <dgm:prSet presAssocID="{F4496994-088B-9346-8B72-F68E482E6413}" presName="vert1" presStyleCnt="0"/>
      <dgm:spPr/>
    </dgm:pt>
    <dgm:pt modelId="{57C3E621-2575-6142-8C44-CE5AED4A5C48}" type="pres">
      <dgm:prSet presAssocID="{96A5E6C6-F56D-E24C-BEC9-2195946E91FF}" presName="thickLine" presStyleLbl="alignNode1" presStyleIdx="1" presStyleCnt="2"/>
      <dgm:spPr/>
    </dgm:pt>
    <dgm:pt modelId="{405E6030-A640-D641-A293-9937A802EE57}" type="pres">
      <dgm:prSet presAssocID="{96A5E6C6-F56D-E24C-BEC9-2195946E91FF}" presName="horz1" presStyleCnt="0"/>
      <dgm:spPr/>
    </dgm:pt>
    <dgm:pt modelId="{57DED3F5-4852-8340-949A-B41425E37900}" type="pres">
      <dgm:prSet presAssocID="{96A5E6C6-F56D-E24C-BEC9-2195946E91FF}" presName="tx1" presStyleLbl="revTx" presStyleIdx="1" presStyleCnt="2"/>
      <dgm:spPr/>
    </dgm:pt>
    <dgm:pt modelId="{39691979-B6F9-B446-B49B-EE9B26755198}" type="pres">
      <dgm:prSet presAssocID="{96A5E6C6-F56D-E24C-BEC9-2195946E91FF}" presName="vert1" presStyleCnt="0"/>
      <dgm:spPr/>
    </dgm:pt>
  </dgm:ptLst>
  <dgm:cxnLst>
    <dgm:cxn modelId="{9A19EF03-4030-6548-9D55-9A6E0098738D}" srcId="{CB657CEB-C2DC-0642-9A8C-F63243174043}" destId="{96A5E6C6-F56D-E24C-BEC9-2195946E91FF}" srcOrd="1" destOrd="0" parTransId="{857ACE7A-BF73-674A-8E04-2C05FADA98A9}" sibTransId="{C6701732-15EC-7D4E-B5AB-7B32628790B2}"/>
    <dgm:cxn modelId="{058FB507-B768-9F41-9CB5-531CC3E9C8B5}" type="presOf" srcId="{CB657CEB-C2DC-0642-9A8C-F63243174043}" destId="{4AD3A21A-AA00-404C-A153-50092D2B0AF5}" srcOrd="0" destOrd="0" presId="urn:microsoft.com/office/officeart/2008/layout/LinedList"/>
    <dgm:cxn modelId="{76013A38-5556-F14F-B655-D031F7A25205}" srcId="{CB657CEB-C2DC-0642-9A8C-F63243174043}" destId="{F4496994-088B-9346-8B72-F68E482E6413}" srcOrd="0" destOrd="0" parTransId="{118BE88E-38A5-DF46-9D5B-DDB117EB83E8}" sibTransId="{6CE2A524-8C87-8E44-9E76-EE583D1863F8}"/>
    <dgm:cxn modelId="{8C37A6BE-432F-E448-AD54-5D59533072E0}" type="presOf" srcId="{F4496994-088B-9346-8B72-F68E482E6413}" destId="{0FD3AC92-71D0-364B-8225-117A902433F1}" srcOrd="0" destOrd="0" presId="urn:microsoft.com/office/officeart/2008/layout/LinedList"/>
    <dgm:cxn modelId="{7B4106D0-94C5-9B42-96EF-922A49279372}" type="presOf" srcId="{96A5E6C6-F56D-E24C-BEC9-2195946E91FF}" destId="{57DED3F5-4852-8340-949A-B41425E37900}" srcOrd="0" destOrd="0" presId="urn:microsoft.com/office/officeart/2008/layout/LinedList"/>
    <dgm:cxn modelId="{1CBF43C5-D3B6-9341-9310-A505A40456F5}" type="presParOf" srcId="{4AD3A21A-AA00-404C-A153-50092D2B0AF5}" destId="{FA82878E-9DA1-D04A-810F-944F156F519B}" srcOrd="0" destOrd="0" presId="urn:microsoft.com/office/officeart/2008/layout/LinedList"/>
    <dgm:cxn modelId="{6CB245AD-0FAD-7C4D-8EC6-AE8DC030EFE3}" type="presParOf" srcId="{4AD3A21A-AA00-404C-A153-50092D2B0AF5}" destId="{2AFBBA86-323E-D24F-B940-FF4E591A3721}" srcOrd="1" destOrd="0" presId="urn:microsoft.com/office/officeart/2008/layout/LinedList"/>
    <dgm:cxn modelId="{A29E9F9A-73DF-D242-BB5C-B0FB78437208}" type="presParOf" srcId="{2AFBBA86-323E-D24F-B940-FF4E591A3721}" destId="{0FD3AC92-71D0-364B-8225-117A902433F1}" srcOrd="0" destOrd="0" presId="urn:microsoft.com/office/officeart/2008/layout/LinedList"/>
    <dgm:cxn modelId="{3865EF2C-B628-2643-9333-94883DCFDA76}" type="presParOf" srcId="{2AFBBA86-323E-D24F-B940-FF4E591A3721}" destId="{43AAA1C7-A74B-8447-90FF-ABA481CC3734}" srcOrd="1" destOrd="0" presId="urn:microsoft.com/office/officeart/2008/layout/LinedList"/>
    <dgm:cxn modelId="{E2AB119E-497E-F14D-8890-3BE555CA923B}" type="presParOf" srcId="{4AD3A21A-AA00-404C-A153-50092D2B0AF5}" destId="{57C3E621-2575-6142-8C44-CE5AED4A5C48}" srcOrd="2" destOrd="0" presId="urn:microsoft.com/office/officeart/2008/layout/LinedList"/>
    <dgm:cxn modelId="{CC4979A9-6D5E-2044-9E2C-AE6E6D98A877}" type="presParOf" srcId="{4AD3A21A-AA00-404C-A153-50092D2B0AF5}" destId="{405E6030-A640-D641-A293-9937A802EE57}" srcOrd="3" destOrd="0" presId="urn:microsoft.com/office/officeart/2008/layout/LinedList"/>
    <dgm:cxn modelId="{87A34068-163A-9D4F-A189-62E6CDB09B3A}" type="presParOf" srcId="{405E6030-A640-D641-A293-9937A802EE57}" destId="{57DED3F5-4852-8340-949A-B41425E37900}" srcOrd="0" destOrd="0" presId="urn:microsoft.com/office/officeart/2008/layout/LinedList"/>
    <dgm:cxn modelId="{F89650A3-8480-E04B-B696-72B1EEE7AF47}" type="presParOf" srcId="{405E6030-A640-D641-A293-9937A802EE57}" destId="{39691979-B6F9-B446-B49B-EE9B2675519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40F706-29DE-3848-B45B-A2F6C62E2989}">
      <dsp:nvSpPr>
        <dsp:cNvPr id="0" name=""/>
        <dsp:cNvSpPr/>
      </dsp:nvSpPr>
      <dsp:spPr>
        <a:xfrm>
          <a:off x="0" y="482022"/>
          <a:ext cx="6666833" cy="6300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2C66899D-E833-7340-9690-CF473EF4FDCE}">
      <dsp:nvSpPr>
        <dsp:cNvPr id="0" name=""/>
        <dsp:cNvSpPr/>
      </dsp:nvSpPr>
      <dsp:spPr>
        <a:xfrm>
          <a:off x="333341" y="113022"/>
          <a:ext cx="4666783" cy="7380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111250">
            <a:lnSpc>
              <a:spcPct val="90000"/>
            </a:lnSpc>
            <a:spcBef>
              <a:spcPct val="0"/>
            </a:spcBef>
            <a:spcAft>
              <a:spcPct val="35000"/>
            </a:spcAft>
            <a:buNone/>
          </a:pPr>
          <a:r>
            <a:rPr lang="en-US" sz="2500" kern="1200"/>
            <a:t>App Architecture</a:t>
          </a:r>
        </a:p>
      </dsp:txBody>
      <dsp:txXfrm>
        <a:off x="369367" y="149048"/>
        <a:ext cx="4594731" cy="665948"/>
      </dsp:txXfrm>
    </dsp:sp>
    <dsp:sp modelId="{F45E8F6F-87F4-364B-81C2-9E6D5577DA61}">
      <dsp:nvSpPr>
        <dsp:cNvPr id="0" name=""/>
        <dsp:cNvSpPr/>
      </dsp:nvSpPr>
      <dsp:spPr>
        <a:xfrm>
          <a:off x="0" y="1616022"/>
          <a:ext cx="6666833" cy="630000"/>
        </a:xfrm>
        <a:prstGeom prst="rect">
          <a:avLst/>
        </a:prstGeom>
        <a:solidFill>
          <a:schemeClr val="lt1">
            <a:alpha val="90000"/>
            <a:hueOff val="0"/>
            <a:satOff val="0"/>
            <a:lumOff val="0"/>
            <a:alphaOff val="0"/>
          </a:schemeClr>
        </a:solidFill>
        <a:ln w="12700" cap="flat" cmpd="sng" algn="ctr">
          <a:solidFill>
            <a:schemeClr val="accent2">
              <a:hueOff val="2147871"/>
              <a:satOff val="-6164"/>
              <a:lumOff val="-9870"/>
              <a:alphaOff val="0"/>
            </a:schemeClr>
          </a:solidFill>
          <a:prstDash val="solid"/>
          <a:miter lim="800000"/>
        </a:ln>
        <a:effectLst/>
      </dsp:spPr>
      <dsp:style>
        <a:lnRef idx="1">
          <a:scrgbClr r="0" g="0" b="0"/>
        </a:lnRef>
        <a:fillRef idx="1">
          <a:scrgbClr r="0" g="0" b="0"/>
        </a:fillRef>
        <a:effectRef idx="0">
          <a:scrgbClr r="0" g="0" b="0"/>
        </a:effectRef>
        <a:fontRef idx="minor"/>
      </dsp:style>
    </dsp:sp>
    <dsp:sp modelId="{9E60BD9F-340C-6C49-BF0E-A56017C3467C}">
      <dsp:nvSpPr>
        <dsp:cNvPr id="0" name=""/>
        <dsp:cNvSpPr/>
      </dsp:nvSpPr>
      <dsp:spPr>
        <a:xfrm>
          <a:off x="333341" y="1247022"/>
          <a:ext cx="4666783" cy="738000"/>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111250">
            <a:lnSpc>
              <a:spcPct val="90000"/>
            </a:lnSpc>
            <a:spcBef>
              <a:spcPct val="0"/>
            </a:spcBef>
            <a:spcAft>
              <a:spcPct val="35000"/>
            </a:spcAft>
            <a:buNone/>
          </a:pPr>
          <a:r>
            <a:rPr lang="en-US" sz="2500" kern="1200"/>
            <a:t>Unit Testing for ViewModel</a:t>
          </a:r>
        </a:p>
      </dsp:txBody>
      <dsp:txXfrm>
        <a:off x="369367" y="1283048"/>
        <a:ext cx="4594731" cy="665948"/>
      </dsp:txXfrm>
    </dsp:sp>
    <dsp:sp modelId="{05B578D6-78AD-5D47-96D2-D99314905854}">
      <dsp:nvSpPr>
        <dsp:cNvPr id="0" name=""/>
        <dsp:cNvSpPr/>
      </dsp:nvSpPr>
      <dsp:spPr>
        <a:xfrm>
          <a:off x="0" y="2750022"/>
          <a:ext cx="6666833" cy="630000"/>
        </a:xfrm>
        <a:prstGeom prst="rect">
          <a:avLst/>
        </a:prstGeom>
        <a:solidFill>
          <a:schemeClr val="lt1">
            <a:alpha val="90000"/>
            <a:hueOff val="0"/>
            <a:satOff val="0"/>
            <a:lumOff val="0"/>
            <a:alphaOff val="0"/>
          </a:schemeClr>
        </a:solidFill>
        <a:ln w="12700" cap="flat" cmpd="sng" algn="ctr">
          <a:solidFill>
            <a:schemeClr val="accent2">
              <a:hueOff val="4295743"/>
              <a:satOff val="-12329"/>
              <a:lumOff val="-19739"/>
              <a:alphaOff val="0"/>
            </a:schemeClr>
          </a:solidFill>
          <a:prstDash val="solid"/>
          <a:miter lim="800000"/>
        </a:ln>
        <a:effectLst/>
      </dsp:spPr>
      <dsp:style>
        <a:lnRef idx="1">
          <a:scrgbClr r="0" g="0" b="0"/>
        </a:lnRef>
        <a:fillRef idx="1">
          <a:scrgbClr r="0" g="0" b="0"/>
        </a:fillRef>
        <a:effectRef idx="0">
          <a:scrgbClr r="0" g="0" b="0"/>
        </a:effectRef>
        <a:fontRef idx="minor"/>
      </dsp:style>
    </dsp:sp>
    <dsp:sp modelId="{B11AF6EF-65B7-5C4E-84AF-106A285CD2E9}">
      <dsp:nvSpPr>
        <dsp:cNvPr id="0" name=""/>
        <dsp:cNvSpPr/>
      </dsp:nvSpPr>
      <dsp:spPr>
        <a:xfrm>
          <a:off x="333341" y="2381022"/>
          <a:ext cx="4666783" cy="738000"/>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111250">
            <a:lnSpc>
              <a:spcPct val="90000"/>
            </a:lnSpc>
            <a:spcBef>
              <a:spcPct val="0"/>
            </a:spcBef>
            <a:spcAft>
              <a:spcPct val="35000"/>
            </a:spcAft>
            <a:buNone/>
          </a:pPr>
          <a:r>
            <a:rPr lang="en-US" sz="2500" kern="1200"/>
            <a:t>Dependency injection with Hilt</a:t>
          </a:r>
        </a:p>
      </dsp:txBody>
      <dsp:txXfrm>
        <a:off x="369367" y="2417048"/>
        <a:ext cx="4594731" cy="665948"/>
      </dsp:txXfrm>
    </dsp:sp>
    <dsp:sp modelId="{F74BBB20-05FC-B54B-8503-4768F108EEC9}">
      <dsp:nvSpPr>
        <dsp:cNvPr id="0" name=""/>
        <dsp:cNvSpPr/>
      </dsp:nvSpPr>
      <dsp:spPr>
        <a:xfrm>
          <a:off x="0" y="3884022"/>
          <a:ext cx="6666833" cy="1456875"/>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520700" rIns="517420"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a:t>RadioButton</a:t>
          </a:r>
        </a:p>
        <a:p>
          <a:pPr marL="228600" lvl="1" indent="-228600" algn="l" defTabSz="1111250">
            <a:lnSpc>
              <a:spcPct val="90000"/>
            </a:lnSpc>
            <a:spcBef>
              <a:spcPct val="0"/>
            </a:spcBef>
            <a:spcAft>
              <a:spcPct val="15000"/>
            </a:spcAft>
            <a:buChar char="•"/>
          </a:pPr>
          <a:r>
            <a:rPr lang="en-US" sz="2500" kern="1200"/>
            <a:t>Checkbox</a:t>
          </a:r>
        </a:p>
      </dsp:txBody>
      <dsp:txXfrm>
        <a:off x="0" y="3884022"/>
        <a:ext cx="6666833" cy="1456875"/>
      </dsp:txXfrm>
    </dsp:sp>
    <dsp:sp modelId="{E78E368C-0B70-C04F-A0D4-59D262329C2C}">
      <dsp:nvSpPr>
        <dsp:cNvPr id="0" name=""/>
        <dsp:cNvSpPr/>
      </dsp:nvSpPr>
      <dsp:spPr>
        <a:xfrm>
          <a:off x="333341" y="3515022"/>
          <a:ext cx="4666783" cy="73800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111250">
            <a:lnSpc>
              <a:spcPct val="90000"/>
            </a:lnSpc>
            <a:spcBef>
              <a:spcPct val="0"/>
            </a:spcBef>
            <a:spcAft>
              <a:spcPct val="35000"/>
            </a:spcAft>
            <a:buNone/>
          </a:pPr>
          <a:r>
            <a:rPr lang="en-US" sz="2500" kern="1200"/>
            <a:t>More UIs</a:t>
          </a:r>
        </a:p>
      </dsp:txBody>
      <dsp:txXfrm>
        <a:off x="369367" y="3551048"/>
        <a:ext cx="4594731" cy="665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BA46FD-0C90-FE4E-8C55-F46FF07DA7CB}">
      <dsp:nvSpPr>
        <dsp:cNvPr id="0" name=""/>
        <dsp:cNvSpPr/>
      </dsp:nvSpPr>
      <dsp:spPr>
        <a:xfrm>
          <a:off x="0" y="157756"/>
          <a:ext cx="10515600" cy="73709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Separation of concerns</a:t>
          </a:r>
        </a:p>
      </dsp:txBody>
      <dsp:txXfrm>
        <a:off x="35982" y="193738"/>
        <a:ext cx="10443636" cy="665135"/>
      </dsp:txXfrm>
    </dsp:sp>
    <dsp:sp modelId="{BA5E175E-C69A-AA41-917B-E5367920A7ED}">
      <dsp:nvSpPr>
        <dsp:cNvPr id="0" name=""/>
        <dsp:cNvSpPr/>
      </dsp:nvSpPr>
      <dsp:spPr>
        <a:xfrm>
          <a:off x="0" y="894856"/>
          <a:ext cx="10515600" cy="72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kern="1200"/>
            <a:t>The separation of concerns design principle states that the app is divided into classes of functions, each with separate responsibilities.</a:t>
          </a:r>
        </a:p>
      </dsp:txBody>
      <dsp:txXfrm>
        <a:off x="0" y="894856"/>
        <a:ext cx="10515600" cy="729675"/>
      </dsp:txXfrm>
    </dsp:sp>
    <dsp:sp modelId="{E031BE51-B524-5643-A4E8-9782E8F94E53}">
      <dsp:nvSpPr>
        <dsp:cNvPr id="0" name=""/>
        <dsp:cNvSpPr/>
      </dsp:nvSpPr>
      <dsp:spPr>
        <a:xfrm>
          <a:off x="0" y="1624531"/>
          <a:ext cx="10515600" cy="73709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Drive UI from a model</a:t>
          </a:r>
        </a:p>
      </dsp:txBody>
      <dsp:txXfrm>
        <a:off x="35982" y="1660513"/>
        <a:ext cx="10443636" cy="665135"/>
      </dsp:txXfrm>
    </dsp:sp>
    <dsp:sp modelId="{80A5E30F-604A-CD47-B604-B5F84C9DE54D}">
      <dsp:nvSpPr>
        <dsp:cNvPr id="0" name=""/>
        <dsp:cNvSpPr/>
      </dsp:nvSpPr>
      <dsp:spPr>
        <a:xfrm>
          <a:off x="0" y="2361631"/>
          <a:ext cx="10515600" cy="1831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kern="1200"/>
            <a:t>The drive UI from a model principle states that you should drive your UI from a model, preferably a persistent model. </a:t>
          </a:r>
        </a:p>
        <a:p>
          <a:pPr marL="228600" lvl="1" indent="-228600" algn="l" defTabSz="1022350">
            <a:lnSpc>
              <a:spcPct val="90000"/>
            </a:lnSpc>
            <a:spcBef>
              <a:spcPct val="0"/>
            </a:spcBef>
            <a:spcAft>
              <a:spcPct val="20000"/>
            </a:spcAft>
            <a:buChar char="•"/>
          </a:pPr>
          <a:r>
            <a:rPr lang="en-US" sz="2300" kern="1200"/>
            <a:t>Models are components responsible for handling the data for an app.</a:t>
          </a:r>
        </a:p>
        <a:p>
          <a:pPr marL="228600" lvl="1" indent="-228600" algn="l" defTabSz="1022350">
            <a:lnSpc>
              <a:spcPct val="90000"/>
            </a:lnSpc>
            <a:spcBef>
              <a:spcPct val="0"/>
            </a:spcBef>
            <a:spcAft>
              <a:spcPct val="20000"/>
            </a:spcAft>
            <a:buChar char="•"/>
          </a:pPr>
          <a:r>
            <a:rPr lang="en-US" sz="2300" kern="1200"/>
            <a:t>Models are independent from the UI elements and app components in your app, so they're unaffected by the app's lifecycle and associated concerns.</a:t>
          </a:r>
        </a:p>
      </dsp:txBody>
      <dsp:txXfrm>
        <a:off x="0" y="2361631"/>
        <a:ext cx="10515600" cy="18319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AE076E-067E-9D4B-A67F-467609193B73}">
      <dsp:nvSpPr>
        <dsp:cNvPr id="0" name=""/>
        <dsp:cNvSpPr/>
      </dsp:nvSpPr>
      <dsp:spPr>
        <a:xfrm>
          <a:off x="0" y="2703"/>
          <a:ext cx="7146756"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6F411A-80AA-E643-BBAF-C54C85365EBD}">
      <dsp:nvSpPr>
        <dsp:cNvPr id="0" name=""/>
        <dsp:cNvSpPr/>
      </dsp:nvSpPr>
      <dsp:spPr>
        <a:xfrm>
          <a:off x="0" y="2703"/>
          <a:ext cx="7146756"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ts val="0"/>
            </a:spcAft>
            <a:buNone/>
          </a:pPr>
          <a:r>
            <a:rPr lang="en-US" sz="2800" kern="1200"/>
            <a:t>While </a:t>
          </a:r>
          <a:r>
            <a:rPr lang="en-US" sz="2800" b="1" kern="1200">
              <a:solidFill>
                <a:srgbClr val="0070C0"/>
              </a:solidFill>
            </a:rPr>
            <a:t>remember{ }</a:t>
          </a:r>
          <a:r>
            <a:rPr lang="en-US" sz="2800" kern="1200">
              <a:solidFill>
                <a:srgbClr val="0070C0"/>
              </a:solidFill>
            </a:rPr>
            <a:t> </a:t>
          </a:r>
          <a:r>
            <a:rPr lang="en-US" sz="2800" kern="1200"/>
            <a:t>helps you retain state across </a:t>
          </a:r>
          <a:r>
            <a:rPr lang="en-US" sz="2800" kern="1200" err="1"/>
            <a:t>recompositions</a:t>
          </a:r>
          <a:r>
            <a:rPr lang="en-US" sz="2800" kern="1200"/>
            <a:t>, the state is not retained across configuration changes. </a:t>
          </a:r>
        </a:p>
      </dsp:txBody>
      <dsp:txXfrm>
        <a:off x="0" y="2703"/>
        <a:ext cx="7146756" cy="1843578"/>
      </dsp:txXfrm>
    </dsp:sp>
    <dsp:sp modelId="{86B0A624-78A9-6349-A975-2604D01A27A8}">
      <dsp:nvSpPr>
        <dsp:cNvPr id="0" name=""/>
        <dsp:cNvSpPr/>
      </dsp:nvSpPr>
      <dsp:spPr>
        <a:xfrm>
          <a:off x="0" y="1846281"/>
          <a:ext cx="7146756"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AFFE2E-68C0-0047-838A-9B8BF89D87AD}">
      <dsp:nvSpPr>
        <dsp:cNvPr id="0" name=""/>
        <dsp:cNvSpPr/>
      </dsp:nvSpPr>
      <dsp:spPr>
        <a:xfrm>
          <a:off x="0" y="1846281"/>
          <a:ext cx="7146756"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ts val="0"/>
            </a:spcAft>
            <a:buNone/>
          </a:pPr>
          <a:r>
            <a:rPr lang="en-US" sz="2800" kern="1200"/>
            <a:t>For this, you must use </a:t>
          </a:r>
          <a:r>
            <a:rPr lang="en-US" sz="2800" b="1" kern="1200" err="1">
              <a:solidFill>
                <a:srgbClr val="0070C0"/>
              </a:solidFill>
            </a:rPr>
            <a:t>rememberSaveable</a:t>
          </a:r>
          <a:r>
            <a:rPr lang="en-US" sz="2800" kern="1200"/>
            <a:t>. </a:t>
          </a:r>
        </a:p>
      </dsp:txBody>
      <dsp:txXfrm>
        <a:off x="0" y="1846281"/>
        <a:ext cx="7146756" cy="1843578"/>
      </dsp:txXfrm>
    </dsp:sp>
    <dsp:sp modelId="{E44A8C6C-8A0D-4D43-A701-CD81ED2EB2A2}">
      <dsp:nvSpPr>
        <dsp:cNvPr id="0" name=""/>
        <dsp:cNvSpPr/>
      </dsp:nvSpPr>
      <dsp:spPr>
        <a:xfrm>
          <a:off x="0" y="3689859"/>
          <a:ext cx="7146756"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42F75F-8700-6D40-B526-9C58781A4E8A}">
      <dsp:nvSpPr>
        <dsp:cNvPr id="0" name=""/>
        <dsp:cNvSpPr/>
      </dsp:nvSpPr>
      <dsp:spPr>
        <a:xfrm>
          <a:off x="0" y="3689859"/>
          <a:ext cx="7146756"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ts val="0"/>
            </a:spcAft>
            <a:buNone/>
          </a:pPr>
          <a:r>
            <a:rPr lang="en-US" sz="2800" b="1" kern="1200" err="1">
              <a:solidFill>
                <a:srgbClr val="0070C0"/>
              </a:solidFill>
            </a:rPr>
            <a:t>rememberSaveable</a:t>
          </a:r>
          <a:r>
            <a:rPr lang="en-US" sz="2800" kern="1200"/>
            <a:t> automatically saves any value that can be saved in a Bundle.</a:t>
          </a:r>
        </a:p>
      </dsp:txBody>
      <dsp:txXfrm>
        <a:off x="0" y="3689859"/>
        <a:ext cx="7146756" cy="18435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7ADAAE-3296-F84B-AAD1-45F75917D5AB}">
      <dsp:nvSpPr>
        <dsp:cNvPr id="0" name=""/>
        <dsp:cNvSpPr/>
      </dsp:nvSpPr>
      <dsp:spPr>
        <a:xfrm>
          <a:off x="0" y="360818"/>
          <a:ext cx="10515600" cy="1134000"/>
        </a:xfrm>
        <a:prstGeom prst="rect">
          <a:avLst/>
        </a:prstGeom>
        <a:solidFill>
          <a:schemeClr val="accent3">
            <a:alpha val="90000"/>
            <a:tint val="4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416560" rIns="816127"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It stores data that does not get lost when the app’s activity is destroyed and recreated.</a:t>
          </a:r>
        </a:p>
      </dsp:txBody>
      <dsp:txXfrm>
        <a:off x="0" y="360818"/>
        <a:ext cx="10515600" cy="1134000"/>
      </dsp:txXfrm>
    </dsp:sp>
    <dsp:sp modelId="{0D3AC57B-183F-8845-BF78-E3A6243D0B38}">
      <dsp:nvSpPr>
        <dsp:cNvPr id="0" name=""/>
        <dsp:cNvSpPr/>
      </dsp:nvSpPr>
      <dsp:spPr>
        <a:xfrm>
          <a:off x="525780" y="65618"/>
          <a:ext cx="7360920" cy="590400"/>
        </a:xfrm>
        <a:prstGeom prst="roundRect">
          <a:avLst/>
        </a:prstGeom>
        <a:solidFill>
          <a:schemeClr val="lt1">
            <a:hueOff val="0"/>
            <a:satOff val="0"/>
            <a:lumOff val="0"/>
            <a:alphaOff val="0"/>
          </a:schemeClr>
        </a:solidFill>
        <a:ln w="1905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89000">
            <a:lnSpc>
              <a:spcPct val="90000"/>
            </a:lnSpc>
            <a:spcBef>
              <a:spcPct val="0"/>
            </a:spcBef>
            <a:spcAft>
              <a:spcPct val="35000"/>
            </a:spcAft>
            <a:buNone/>
          </a:pPr>
          <a:r>
            <a:rPr lang="en-US" sz="2000" kern="1200"/>
            <a:t>ViewModel keeps app data safe</a:t>
          </a:r>
        </a:p>
      </dsp:txBody>
      <dsp:txXfrm>
        <a:off x="554601" y="94439"/>
        <a:ext cx="7303278" cy="532758"/>
      </dsp:txXfrm>
    </dsp:sp>
    <dsp:sp modelId="{F0923D65-3600-8342-A13F-95D2332C65BB}">
      <dsp:nvSpPr>
        <dsp:cNvPr id="0" name=""/>
        <dsp:cNvSpPr/>
      </dsp:nvSpPr>
      <dsp:spPr>
        <a:xfrm>
          <a:off x="0" y="1898019"/>
          <a:ext cx="10515600" cy="850500"/>
        </a:xfrm>
        <a:prstGeom prst="rect">
          <a:avLst/>
        </a:prstGeom>
        <a:solidFill>
          <a:schemeClr val="accent3">
            <a:alpha val="90000"/>
            <a:tint val="4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416560" rIns="816127"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Unlike activity instances, ViewModel objects are not destroyed.</a:t>
          </a:r>
        </a:p>
      </dsp:txBody>
      <dsp:txXfrm>
        <a:off x="0" y="1898019"/>
        <a:ext cx="10515600" cy="850500"/>
      </dsp:txXfrm>
    </dsp:sp>
    <dsp:sp modelId="{3D9C3F8E-B28F-CD48-BF4D-848D850ACD9C}">
      <dsp:nvSpPr>
        <dsp:cNvPr id="0" name=""/>
        <dsp:cNvSpPr/>
      </dsp:nvSpPr>
      <dsp:spPr>
        <a:xfrm>
          <a:off x="525780" y="1602819"/>
          <a:ext cx="7360920" cy="590400"/>
        </a:xfrm>
        <a:prstGeom prst="roundRect">
          <a:avLst/>
        </a:prstGeom>
        <a:solidFill>
          <a:schemeClr val="lt1">
            <a:hueOff val="0"/>
            <a:satOff val="0"/>
            <a:lumOff val="0"/>
            <a:alphaOff val="0"/>
          </a:schemeClr>
        </a:solidFill>
        <a:ln w="1905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89000">
            <a:lnSpc>
              <a:spcPct val="90000"/>
            </a:lnSpc>
            <a:spcBef>
              <a:spcPct val="0"/>
            </a:spcBef>
            <a:spcAft>
              <a:spcPct val="35000"/>
            </a:spcAft>
            <a:buNone/>
          </a:pPr>
          <a:r>
            <a:rPr lang="en-US" sz="2000" kern="1200"/>
            <a:t>ViewModel objects are durable</a:t>
          </a:r>
        </a:p>
      </dsp:txBody>
      <dsp:txXfrm>
        <a:off x="554601" y="1631640"/>
        <a:ext cx="7303278" cy="532758"/>
      </dsp:txXfrm>
    </dsp:sp>
    <dsp:sp modelId="{4095067C-A317-F94C-B280-0D37B2A2432B}">
      <dsp:nvSpPr>
        <dsp:cNvPr id="0" name=""/>
        <dsp:cNvSpPr/>
      </dsp:nvSpPr>
      <dsp:spPr>
        <a:xfrm>
          <a:off x="0" y="3151719"/>
          <a:ext cx="10515600" cy="1134000"/>
        </a:xfrm>
        <a:prstGeom prst="rect">
          <a:avLst/>
        </a:prstGeom>
        <a:solidFill>
          <a:schemeClr val="accent3">
            <a:alpha val="90000"/>
            <a:tint val="4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416560" rIns="816127"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The app keeps ViewModel objects during configuration changes, so the data is ready right away after the app is rebuilt.</a:t>
          </a:r>
        </a:p>
      </dsp:txBody>
      <dsp:txXfrm>
        <a:off x="0" y="3151719"/>
        <a:ext cx="10515600" cy="1134000"/>
      </dsp:txXfrm>
    </dsp:sp>
    <dsp:sp modelId="{F5DE80F2-41C4-EC4E-BA0A-D070388588B9}">
      <dsp:nvSpPr>
        <dsp:cNvPr id="0" name=""/>
        <dsp:cNvSpPr/>
      </dsp:nvSpPr>
      <dsp:spPr>
        <a:xfrm>
          <a:off x="525780" y="2856518"/>
          <a:ext cx="7360920" cy="590400"/>
        </a:xfrm>
        <a:prstGeom prst="roundRect">
          <a:avLst/>
        </a:prstGeom>
        <a:solidFill>
          <a:schemeClr val="lt1">
            <a:hueOff val="0"/>
            <a:satOff val="0"/>
            <a:lumOff val="0"/>
            <a:alphaOff val="0"/>
          </a:schemeClr>
        </a:solidFill>
        <a:ln w="1905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89000">
            <a:lnSpc>
              <a:spcPct val="90000"/>
            </a:lnSpc>
            <a:spcBef>
              <a:spcPct val="0"/>
            </a:spcBef>
            <a:spcAft>
              <a:spcPct val="35000"/>
            </a:spcAft>
            <a:buNone/>
          </a:pPr>
          <a:r>
            <a:rPr lang="en-US" sz="2000" kern="1200"/>
            <a:t>Automatic data retention</a:t>
          </a:r>
        </a:p>
      </dsp:txBody>
      <dsp:txXfrm>
        <a:off x="554601" y="2885339"/>
        <a:ext cx="7303278" cy="5327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FE37DC-3F51-6442-96BF-9170E13A1515}">
      <dsp:nvSpPr>
        <dsp:cNvPr id="0" name=""/>
        <dsp:cNvSpPr/>
      </dsp:nvSpPr>
      <dsp:spPr>
        <a:xfrm>
          <a:off x="3025775" y="0"/>
          <a:ext cx="4897437" cy="4897437"/>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D3D508-07D0-8843-8E4D-EED27B9DB66F}">
      <dsp:nvSpPr>
        <dsp:cNvPr id="0" name=""/>
        <dsp:cNvSpPr/>
      </dsp:nvSpPr>
      <dsp:spPr>
        <a:xfrm>
          <a:off x="3491032" y="465256"/>
          <a:ext cx="1910000" cy="1910000"/>
        </a:xfrm>
        <a:prstGeom prst="round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Use collectAsState() to convert a StateFlow into a Compose State.</a:t>
          </a:r>
        </a:p>
      </dsp:txBody>
      <dsp:txXfrm>
        <a:off x="3584271" y="558495"/>
        <a:ext cx="1723522" cy="1723522"/>
      </dsp:txXfrm>
    </dsp:sp>
    <dsp:sp modelId="{FAFB6293-A29B-0446-8FC8-F98091FD56CD}">
      <dsp:nvSpPr>
        <dsp:cNvPr id="0" name=""/>
        <dsp:cNvSpPr/>
      </dsp:nvSpPr>
      <dsp:spPr>
        <a:xfrm>
          <a:off x="5547955" y="465256"/>
          <a:ext cx="1910000" cy="1910000"/>
        </a:xfrm>
        <a:prstGeom prst="round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Ensures the UI automatically updates when the StateFlow emits new values.</a:t>
          </a:r>
        </a:p>
      </dsp:txBody>
      <dsp:txXfrm>
        <a:off x="5641194" y="558495"/>
        <a:ext cx="1723522" cy="1723522"/>
      </dsp:txXfrm>
    </dsp:sp>
    <dsp:sp modelId="{92E42C0F-8512-CF4B-9CC1-A64F9EEAA66B}">
      <dsp:nvSpPr>
        <dsp:cNvPr id="0" name=""/>
        <dsp:cNvSpPr/>
      </dsp:nvSpPr>
      <dsp:spPr>
        <a:xfrm>
          <a:off x="3491032" y="2522180"/>
          <a:ext cx="1910000" cy="1910000"/>
        </a:xfrm>
        <a:prstGeom prst="round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Provides seamless integration between Kotlin coroutines and Jetpack Compose.</a:t>
          </a:r>
        </a:p>
      </dsp:txBody>
      <dsp:txXfrm>
        <a:off x="3584271" y="2615419"/>
        <a:ext cx="1723522" cy="1723522"/>
      </dsp:txXfrm>
    </dsp:sp>
    <dsp:sp modelId="{B2197DE2-A31E-9147-B29C-5748A5AD4EE0}">
      <dsp:nvSpPr>
        <dsp:cNvPr id="0" name=""/>
        <dsp:cNvSpPr/>
      </dsp:nvSpPr>
      <dsp:spPr>
        <a:xfrm>
          <a:off x="5547955" y="2522180"/>
          <a:ext cx="1910000" cy="1910000"/>
        </a:xfrm>
        <a:prstGeom prst="round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Maintains lifecycle-awareness, preventing memory leaks and ensuring efficient state management.</a:t>
          </a:r>
        </a:p>
      </dsp:txBody>
      <dsp:txXfrm>
        <a:off x="5641194" y="2615419"/>
        <a:ext cx="1723522" cy="172352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8BF153-BDC6-FF4B-AFE4-AF5CA7DD0C4B}">
      <dsp:nvSpPr>
        <dsp:cNvPr id="0" name=""/>
        <dsp:cNvSpPr/>
      </dsp:nvSpPr>
      <dsp:spPr>
        <a:xfrm>
          <a:off x="1606946" y="0"/>
          <a:ext cx="3544094" cy="3544094"/>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B9ED85-69AA-2C46-A027-105D79847441}">
      <dsp:nvSpPr>
        <dsp:cNvPr id="0" name=""/>
        <dsp:cNvSpPr/>
      </dsp:nvSpPr>
      <dsp:spPr>
        <a:xfrm>
          <a:off x="1943635" y="336688"/>
          <a:ext cx="1382196" cy="1382196"/>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Use </a:t>
          </a:r>
          <a:r>
            <a:rPr lang="en-US" sz="1100" kern="1200" err="1"/>
            <a:t>collectAsState</a:t>
          </a:r>
          <a:r>
            <a:rPr lang="en-US" sz="1100" kern="1200"/>
            <a:t>() to convert a </a:t>
          </a:r>
          <a:r>
            <a:rPr lang="en-US" sz="1100" kern="1200" err="1"/>
            <a:t>StateFlow</a:t>
          </a:r>
          <a:r>
            <a:rPr lang="en-US" sz="1100" kern="1200"/>
            <a:t> into a Compose State.</a:t>
          </a:r>
        </a:p>
      </dsp:txBody>
      <dsp:txXfrm>
        <a:off x="2011108" y="404161"/>
        <a:ext cx="1247250" cy="1247250"/>
      </dsp:txXfrm>
    </dsp:sp>
    <dsp:sp modelId="{C261D030-F0D9-164A-B6E1-906C456675CC}">
      <dsp:nvSpPr>
        <dsp:cNvPr id="0" name=""/>
        <dsp:cNvSpPr/>
      </dsp:nvSpPr>
      <dsp:spPr>
        <a:xfrm>
          <a:off x="3432154" y="336688"/>
          <a:ext cx="1382196" cy="1382196"/>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Ensures the UI automatically updates when the </a:t>
          </a:r>
          <a:r>
            <a:rPr lang="en-US" sz="1100" kern="1200" err="1"/>
            <a:t>StateFlow</a:t>
          </a:r>
          <a:r>
            <a:rPr lang="en-US" sz="1100" kern="1200"/>
            <a:t> emits new values.</a:t>
          </a:r>
        </a:p>
      </dsp:txBody>
      <dsp:txXfrm>
        <a:off x="3499627" y="404161"/>
        <a:ext cx="1247250" cy="1247250"/>
      </dsp:txXfrm>
    </dsp:sp>
    <dsp:sp modelId="{2FC1E874-2E8A-EC48-9BBB-1544844DB3D2}">
      <dsp:nvSpPr>
        <dsp:cNvPr id="0" name=""/>
        <dsp:cNvSpPr/>
      </dsp:nvSpPr>
      <dsp:spPr>
        <a:xfrm>
          <a:off x="1943635" y="1825208"/>
          <a:ext cx="1382196" cy="1382196"/>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Provides seamless integration between Kotlin coroutines and Jetpack Compose.</a:t>
          </a:r>
        </a:p>
      </dsp:txBody>
      <dsp:txXfrm>
        <a:off x="2011108" y="1892681"/>
        <a:ext cx="1247250" cy="1247250"/>
      </dsp:txXfrm>
    </dsp:sp>
    <dsp:sp modelId="{97E2C3B3-FF00-CA4C-9866-6CD402B4EA7E}">
      <dsp:nvSpPr>
        <dsp:cNvPr id="0" name=""/>
        <dsp:cNvSpPr/>
      </dsp:nvSpPr>
      <dsp:spPr>
        <a:xfrm>
          <a:off x="3432154" y="1825208"/>
          <a:ext cx="1382196" cy="1382196"/>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Maintains lifecycle-awareness, preventing memory leaks and ensuring efficient state management.</a:t>
          </a:r>
        </a:p>
      </dsp:txBody>
      <dsp:txXfrm>
        <a:off x="3499627" y="1892681"/>
        <a:ext cx="1247250" cy="124725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78FBA3-2EC8-F343-9E47-F84C5E17867B}">
      <dsp:nvSpPr>
        <dsp:cNvPr id="0" name=""/>
        <dsp:cNvSpPr/>
      </dsp:nvSpPr>
      <dsp:spPr>
        <a:xfrm>
          <a:off x="-652700" y="80412"/>
          <a:ext cx="4351338" cy="3045936"/>
        </a:xfrm>
        <a:prstGeom prst="chevron">
          <a:avLst/>
        </a:prstGeom>
        <a:solidFill>
          <a:srgbClr val="3A86F5"/>
        </a:solidFill>
        <a:ln w="1270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r>
            <a:rPr lang="en-US" sz="6500" kern="1200"/>
            <a:t>UI State</a:t>
          </a:r>
        </a:p>
      </dsp:txBody>
      <dsp:txXfrm rot="-5400000">
        <a:off x="1" y="950679"/>
        <a:ext cx="3045936" cy="1305402"/>
      </dsp:txXfrm>
    </dsp:sp>
    <dsp:sp modelId="{A136C5B7-4D13-BE4B-96E5-40E764D3B4AA}">
      <dsp:nvSpPr>
        <dsp:cNvPr id="0" name=""/>
        <dsp:cNvSpPr/>
      </dsp:nvSpPr>
      <dsp:spPr>
        <a:xfrm rot="5400000">
          <a:off x="4481652" y="-2131457"/>
          <a:ext cx="2828369" cy="7469663"/>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a:t>Keep UI State as immutable.</a:t>
          </a:r>
        </a:p>
        <a:p>
          <a:pPr marL="228600" lvl="1" indent="-228600" algn="l" defTabSz="1066800">
            <a:lnSpc>
              <a:spcPct val="90000"/>
            </a:lnSpc>
            <a:spcBef>
              <a:spcPct val="0"/>
            </a:spcBef>
            <a:spcAft>
              <a:spcPct val="15000"/>
            </a:spcAft>
            <a:buChar char="•"/>
          </a:pPr>
          <a:r>
            <a:rPr lang="en-US" sz="2400" kern="1200"/>
            <a:t>Immutable objects guarantee that multiple sources do not alter the state of the app at an instant in time. </a:t>
          </a:r>
        </a:p>
        <a:p>
          <a:pPr marL="228600" lvl="1" indent="-228600" algn="l" defTabSz="1066800">
            <a:lnSpc>
              <a:spcPct val="90000"/>
            </a:lnSpc>
            <a:spcBef>
              <a:spcPct val="0"/>
            </a:spcBef>
            <a:spcAft>
              <a:spcPct val="15000"/>
            </a:spcAft>
            <a:buChar char="•"/>
          </a:pPr>
          <a:r>
            <a:rPr lang="en-US" sz="2400" kern="1200"/>
            <a:t>This protection frees the UI to focus on a single role: reading state and updating UI elements accordingly.</a:t>
          </a:r>
        </a:p>
      </dsp:txBody>
      <dsp:txXfrm rot="-5400000">
        <a:off x="2161005" y="327260"/>
        <a:ext cx="7331593" cy="255222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E7C9A2-1F45-1444-9271-2A3E55E653C4}">
      <dsp:nvSpPr>
        <dsp:cNvPr id="0" name=""/>
        <dsp:cNvSpPr/>
      </dsp:nvSpPr>
      <dsp:spPr>
        <a:xfrm rot="10800000">
          <a:off x="0" y="397668"/>
          <a:ext cx="3712905" cy="530225"/>
        </a:xfrm>
        <a:prstGeom prst="notched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4C69D7-570E-B344-AAD7-9BDF317C8A3C}">
      <dsp:nvSpPr>
        <dsp:cNvPr id="0" name=""/>
        <dsp:cNvSpPr/>
      </dsp:nvSpPr>
      <dsp:spPr>
        <a:xfrm>
          <a:off x="0" y="0"/>
          <a:ext cx="3341614" cy="5302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US" sz="2000" kern="1200"/>
            <a:t>Refactored </a:t>
          </a:r>
          <a:r>
            <a:rPr lang="en-US" sz="2000" kern="1200" err="1"/>
            <a:t>MainScreenViewModel</a:t>
          </a:r>
          <a:endParaRPr lang="en-US" sz="2000" kern="1200"/>
        </a:p>
      </dsp:txBody>
      <dsp:txXfrm>
        <a:off x="0" y="0"/>
        <a:ext cx="3341614" cy="530225"/>
      </dsp:txXfrm>
    </dsp:sp>
    <dsp:sp modelId="{BE7E2C5F-229C-AD4F-80B4-BC4F5E33F622}">
      <dsp:nvSpPr>
        <dsp:cNvPr id="0" name=""/>
        <dsp:cNvSpPr/>
      </dsp:nvSpPr>
      <dsp:spPr>
        <a:xfrm rot="19810005">
          <a:off x="1604529" y="596503"/>
          <a:ext cx="132556" cy="132556"/>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41794D-30DF-5F46-AB80-82E4977D3DCE}">
      <dsp:nvSpPr>
        <dsp:cNvPr id="0" name=""/>
        <dsp:cNvSpPr/>
      </dsp:nvSpPr>
      <dsp:spPr>
        <a:xfrm>
          <a:off x="0" y="342646"/>
          <a:ext cx="10515600" cy="1975050"/>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458216" rIns="816127"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a:t>Hilt is a dependency injection (DI) library for Android.</a:t>
          </a:r>
        </a:p>
        <a:p>
          <a:pPr marL="228600" lvl="1" indent="-228600" algn="l" defTabSz="977900">
            <a:lnSpc>
              <a:spcPct val="90000"/>
            </a:lnSpc>
            <a:spcBef>
              <a:spcPct val="0"/>
            </a:spcBef>
            <a:spcAft>
              <a:spcPct val="15000"/>
            </a:spcAft>
            <a:buChar char="•"/>
          </a:pPr>
          <a:r>
            <a:rPr lang="en-US" sz="2200" kern="1200"/>
            <a:t>Built on top of Dagger, designed specifically for Android to reduce boilerplate.</a:t>
          </a:r>
        </a:p>
        <a:p>
          <a:pPr marL="228600" lvl="1" indent="-228600" algn="l" defTabSz="977900">
            <a:lnSpc>
              <a:spcPct val="90000"/>
            </a:lnSpc>
            <a:spcBef>
              <a:spcPct val="0"/>
            </a:spcBef>
            <a:spcAft>
              <a:spcPct val="15000"/>
            </a:spcAft>
            <a:buChar char="•"/>
          </a:pPr>
          <a:r>
            <a:rPr lang="en-US" sz="2200" kern="1200"/>
            <a:t>Hilt is Jetpack’s recommended DI.</a:t>
          </a:r>
        </a:p>
      </dsp:txBody>
      <dsp:txXfrm>
        <a:off x="0" y="342646"/>
        <a:ext cx="10515600" cy="1975050"/>
      </dsp:txXfrm>
    </dsp:sp>
    <dsp:sp modelId="{51C0A87B-CF15-6C45-B159-6BB8348E2DF2}">
      <dsp:nvSpPr>
        <dsp:cNvPr id="0" name=""/>
        <dsp:cNvSpPr/>
      </dsp:nvSpPr>
      <dsp:spPr>
        <a:xfrm>
          <a:off x="525780" y="17926"/>
          <a:ext cx="7360920" cy="64944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977900">
            <a:lnSpc>
              <a:spcPct val="90000"/>
            </a:lnSpc>
            <a:spcBef>
              <a:spcPct val="0"/>
            </a:spcBef>
            <a:spcAft>
              <a:spcPct val="35000"/>
            </a:spcAft>
            <a:buNone/>
          </a:pPr>
          <a:r>
            <a:rPr lang="en-US" sz="2200" b="1" kern="1200"/>
            <a:t>Definition</a:t>
          </a:r>
          <a:endParaRPr lang="en-US" sz="2200" kern="1200"/>
        </a:p>
      </dsp:txBody>
      <dsp:txXfrm>
        <a:off x="557483" y="49629"/>
        <a:ext cx="7297514" cy="586034"/>
      </dsp:txXfrm>
    </dsp:sp>
    <dsp:sp modelId="{707969EC-8F47-3549-9317-5EA8D8BF45B6}">
      <dsp:nvSpPr>
        <dsp:cNvPr id="0" name=""/>
        <dsp:cNvSpPr/>
      </dsp:nvSpPr>
      <dsp:spPr>
        <a:xfrm>
          <a:off x="0" y="2761216"/>
          <a:ext cx="10515600" cy="1282049"/>
        </a:xfrm>
        <a:prstGeom prst="rect">
          <a:avLst/>
        </a:prstGeom>
        <a:solidFill>
          <a:schemeClr val="lt1">
            <a:alpha val="90000"/>
            <a:hueOff val="0"/>
            <a:satOff val="0"/>
            <a:lumOff val="0"/>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458216" rIns="816127"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a:t>Simplifies the process of dependency injection.</a:t>
          </a:r>
        </a:p>
        <a:p>
          <a:pPr marL="228600" lvl="1" indent="-228600" algn="l" defTabSz="977900">
            <a:lnSpc>
              <a:spcPct val="90000"/>
            </a:lnSpc>
            <a:spcBef>
              <a:spcPct val="0"/>
            </a:spcBef>
            <a:spcAft>
              <a:spcPct val="15000"/>
            </a:spcAft>
            <a:buChar char="•"/>
          </a:pPr>
          <a:r>
            <a:rPr lang="en-US" sz="2200" kern="1200"/>
            <a:t>Provides a standard way to handle dependencies in Android apps.</a:t>
          </a:r>
        </a:p>
      </dsp:txBody>
      <dsp:txXfrm>
        <a:off x="0" y="2761216"/>
        <a:ext cx="10515600" cy="1282049"/>
      </dsp:txXfrm>
    </dsp:sp>
    <dsp:sp modelId="{D473CA03-28E1-104A-96EB-AFDD53B5E7F3}">
      <dsp:nvSpPr>
        <dsp:cNvPr id="0" name=""/>
        <dsp:cNvSpPr/>
      </dsp:nvSpPr>
      <dsp:spPr>
        <a:xfrm>
          <a:off x="525780" y="2436496"/>
          <a:ext cx="7360920" cy="64944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977900">
            <a:lnSpc>
              <a:spcPct val="90000"/>
            </a:lnSpc>
            <a:spcBef>
              <a:spcPct val="0"/>
            </a:spcBef>
            <a:spcAft>
              <a:spcPct val="35000"/>
            </a:spcAft>
            <a:buNone/>
          </a:pPr>
          <a:r>
            <a:rPr lang="en-US" sz="2200" b="1" kern="1200"/>
            <a:t>Why Use Hilt?</a:t>
          </a:r>
          <a:endParaRPr lang="en-US" sz="2200" kern="1200"/>
        </a:p>
      </dsp:txBody>
      <dsp:txXfrm>
        <a:off x="557483" y="2468199"/>
        <a:ext cx="7297514" cy="58603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82878E-9DA1-D04A-810F-944F156F519B}">
      <dsp:nvSpPr>
        <dsp:cNvPr id="0" name=""/>
        <dsp:cNvSpPr/>
      </dsp:nvSpPr>
      <dsp:spPr>
        <a:xfrm>
          <a:off x="0" y="0"/>
          <a:ext cx="6830568"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D3AC92-71D0-364B-8225-117A902433F1}">
      <dsp:nvSpPr>
        <dsp:cNvPr id="0" name=""/>
        <dsp:cNvSpPr/>
      </dsp:nvSpPr>
      <dsp:spPr>
        <a:xfrm>
          <a:off x="0" y="0"/>
          <a:ext cx="6830568" cy="2720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a:t>A Hilt module is a class that provides dependencies to the Hilt dependency injection framework.</a:t>
          </a:r>
        </a:p>
      </dsp:txBody>
      <dsp:txXfrm>
        <a:off x="0" y="0"/>
        <a:ext cx="6830568" cy="2720340"/>
      </dsp:txXfrm>
    </dsp:sp>
    <dsp:sp modelId="{57C3E621-2575-6142-8C44-CE5AED4A5C48}">
      <dsp:nvSpPr>
        <dsp:cNvPr id="0" name=""/>
        <dsp:cNvSpPr/>
      </dsp:nvSpPr>
      <dsp:spPr>
        <a:xfrm>
          <a:off x="0" y="2720340"/>
          <a:ext cx="6830568"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DED3F5-4852-8340-949A-B41425E37900}">
      <dsp:nvSpPr>
        <dsp:cNvPr id="0" name=""/>
        <dsp:cNvSpPr/>
      </dsp:nvSpPr>
      <dsp:spPr>
        <a:xfrm>
          <a:off x="0" y="2720340"/>
          <a:ext cx="6830568" cy="2720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a:t>It tells Hilt how to create instances of certain types, which can then be injected into other parts of your app.</a:t>
          </a:r>
        </a:p>
      </dsp:txBody>
      <dsp:txXfrm>
        <a:off x="0" y="2720340"/>
        <a:ext cx="6830568" cy="272034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82878E-9DA1-D04A-810F-944F156F519B}">
      <dsp:nvSpPr>
        <dsp:cNvPr id="0" name=""/>
        <dsp:cNvSpPr/>
      </dsp:nvSpPr>
      <dsp:spPr>
        <a:xfrm>
          <a:off x="0" y="0"/>
          <a:ext cx="6830568"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D3AC92-71D0-364B-8225-117A902433F1}">
      <dsp:nvSpPr>
        <dsp:cNvPr id="0" name=""/>
        <dsp:cNvSpPr/>
      </dsp:nvSpPr>
      <dsp:spPr>
        <a:xfrm>
          <a:off x="0" y="0"/>
          <a:ext cx="6830568" cy="2720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a:t>A Hilt module is a class that provides dependencies to the Hilt dependency injection framework.</a:t>
          </a:r>
        </a:p>
      </dsp:txBody>
      <dsp:txXfrm>
        <a:off x="0" y="0"/>
        <a:ext cx="6830568" cy="2720340"/>
      </dsp:txXfrm>
    </dsp:sp>
    <dsp:sp modelId="{57C3E621-2575-6142-8C44-CE5AED4A5C48}">
      <dsp:nvSpPr>
        <dsp:cNvPr id="0" name=""/>
        <dsp:cNvSpPr/>
      </dsp:nvSpPr>
      <dsp:spPr>
        <a:xfrm>
          <a:off x="0" y="2720340"/>
          <a:ext cx="6830568"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DED3F5-4852-8340-949A-B41425E37900}">
      <dsp:nvSpPr>
        <dsp:cNvPr id="0" name=""/>
        <dsp:cNvSpPr/>
      </dsp:nvSpPr>
      <dsp:spPr>
        <a:xfrm>
          <a:off x="0" y="2720340"/>
          <a:ext cx="6830568" cy="2720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a:t>It tells Hilt how to create instances of certain types, which can then be injected into other parts of your app.</a:t>
          </a:r>
        </a:p>
      </dsp:txBody>
      <dsp:txXfrm>
        <a:off x="0" y="2720340"/>
        <a:ext cx="6830568" cy="272034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9E6CB4-372C-8043-99F0-5A43BC0A40C2}" type="datetimeFigureOut">
              <a:rPr lang="en-US" smtClean="0"/>
              <a:t>10/6/2025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2C46BA-D35A-684D-B352-C9A508FC6B14}" type="slidenum">
              <a:rPr lang="en-US" smtClean="0"/>
              <a:t>‹#›</a:t>
            </a:fld>
            <a:endParaRPr lang="en-US"/>
          </a:p>
        </p:txBody>
      </p:sp>
    </p:spTree>
    <p:extLst>
      <p:ext uri="{BB962C8B-B14F-4D97-AF65-F5344CB8AC3E}">
        <p14:creationId xmlns:p14="http://schemas.microsoft.com/office/powerpoint/2010/main" val="3819344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eveloper.android.com/jetpack/guide#common-principle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github.com/brightgeevarghese/AlphaGame.git"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a:solidFill>
                  <a:srgbClr val="4E5256"/>
                </a:solidFill>
                <a:effectLst/>
                <a:latin typeface="Google Sans Text"/>
              </a:rPr>
              <a:t>The most common  </a:t>
            </a:r>
            <a:r>
              <a:rPr lang="en-US" b="0" i="0" u="none" strike="noStrike">
                <a:solidFill>
                  <a:srgbClr val="1A73E8"/>
                </a:solidFill>
                <a:effectLst/>
                <a:latin typeface="Google Sans Text"/>
                <a:hlinkClick r:id="rId3"/>
              </a:rPr>
              <a:t>architectural principles</a:t>
            </a:r>
            <a:r>
              <a:rPr lang="en-US" b="0" i="0" u="none" strike="noStrike">
                <a:solidFill>
                  <a:srgbClr val="4E5256"/>
                </a:solidFill>
                <a:effectLst/>
                <a:latin typeface="Google Sans Text"/>
              </a:rPr>
              <a:t> are </a:t>
            </a:r>
            <a:r>
              <a:rPr lang="en-US" b="1" i="0" u="none" strike="noStrike">
                <a:solidFill>
                  <a:srgbClr val="4E5256"/>
                </a:solidFill>
                <a:effectLst/>
                <a:latin typeface="Google Sans Text"/>
              </a:rPr>
              <a:t>separation of concerns</a:t>
            </a:r>
            <a:r>
              <a:rPr lang="en-US" b="0" i="0" u="none" strike="noStrike">
                <a:solidFill>
                  <a:srgbClr val="4E5256"/>
                </a:solidFill>
                <a:effectLst/>
                <a:latin typeface="Google Sans Text"/>
              </a:rPr>
              <a:t> and </a:t>
            </a:r>
            <a:r>
              <a:rPr lang="en-US" b="1" i="0" u="none" strike="noStrike">
                <a:solidFill>
                  <a:srgbClr val="4E5256"/>
                </a:solidFill>
                <a:effectLst/>
                <a:latin typeface="Google Sans Text"/>
              </a:rPr>
              <a:t>driving UI from a model</a:t>
            </a:r>
            <a:r>
              <a:rPr lang="en-US" b="0" i="0" u="none" strike="noStrike">
                <a:solidFill>
                  <a:srgbClr val="4E5256"/>
                </a:solidFill>
                <a:effectLst/>
                <a:latin typeface="Google Sans Text"/>
              </a:rPr>
              <a:t>.</a:t>
            </a:r>
          </a:p>
          <a:p>
            <a:pPr algn="l"/>
            <a:endParaRPr lang="en-US" b="0" i="0" u="none" strike="noStrike">
              <a:solidFill>
                <a:srgbClr val="4E5256"/>
              </a:solidFill>
              <a:effectLst/>
              <a:latin typeface="Google Sans Text"/>
            </a:endParaRPr>
          </a:p>
          <a:p>
            <a:pPr algn="l"/>
            <a:r>
              <a:rPr lang="en-US" b="0" i="0" u="none" strike="noStrike">
                <a:solidFill>
                  <a:srgbClr val="4E5256"/>
                </a:solidFill>
                <a:effectLst/>
                <a:latin typeface="Google Sans Text"/>
              </a:rPr>
              <a:t>In modern Android architecture, "drive UI from a model" refers to using a </a:t>
            </a:r>
            <a:r>
              <a:rPr lang="en-US" b="0" i="0" u="none" strike="noStrike" err="1">
                <a:solidFill>
                  <a:srgbClr val="4E5256"/>
                </a:solidFill>
                <a:effectLst/>
                <a:latin typeface="Google Sans Text"/>
              </a:rPr>
              <a:t>ViewModel</a:t>
            </a:r>
            <a:r>
              <a:rPr lang="en-US" b="0" i="0" u="none" strike="noStrike">
                <a:solidFill>
                  <a:srgbClr val="4E5256"/>
                </a:solidFill>
                <a:effectLst/>
                <a:latin typeface="Google Sans Text"/>
              </a:rPr>
              <a:t> to hold and manage the UI state, which acts as the model for the user interface.</a:t>
            </a:r>
          </a:p>
        </p:txBody>
      </p:sp>
      <p:sp>
        <p:nvSpPr>
          <p:cNvPr id="4" name="Slide Number Placeholder 3"/>
          <p:cNvSpPr>
            <a:spLocks noGrp="1"/>
          </p:cNvSpPr>
          <p:nvPr>
            <p:ph type="sldNum" sz="quarter" idx="5"/>
          </p:nvPr>
        </p:nvSpPr>
        <p:spPr/>
        <p:txBody>
          <a:bodyPr/>
          <a:lstStyle/>
          <a:p>
            <a:fld id="{772C46BA-D35A-684D-B352-C9A508FC6B14}" type="slidenum">
              <a:rPr lang="en-US" smtClean="0"/>
              <a:t>7</a:t>
            </a:fld>
            <a:endParaRPr lang="en-US"/>
          </a:p>
        </p:txBody>
      </p:sp>
    </p:spTree>
    <p:extLst>
      <p:ext uri="{BB962C8B-B14F-4D97-AF65-F5344CB8AC3E}">
        <p14:creationId xmlns:p14="http://schemas.microsoft.com/office/powerpoint/2010/main" val="1206659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Initial value is available locally (like a counter starting at 0)</a:t>
            </a:r>
            <a:r>
              <a:rPr lang="en-US" sz="1200" b="0" i="0" u="none" strike="noStrike" kern="1200">
                <a:solidFill>
                  <a:schemeClr val="tx1"/>
                </a:solidFill>
                <a:effectLst/>
                <a:latin typeface="+mn-lt"/>
                <a:ea typeface="+mn-ea"/>
                <a:cs typeface="+mn-cs"/>
              </a:rPr>
              <a:t> → start with </a:t>
            </a:r>
            <a:r>
              <a:rPr lang="en-US" sz="1200" b="0" i="0" u="none" strike="noStrike" kern="1200" err="1">
                <a:solidFill>
                  <a:schemeClr val="tx1"/>
                </a:solidFill>
                <a:effectLst/>
                <a:latin typeface="+mn-lt"/>
                <a:ea typeface="+mn-ea"/>
                <a:cs typeface="+mn-cs"/>
              </a:rPr>
              <a:t>isLoading</a:t>
            </a:r>
            <a:r>
              <a:rPr lang="en-US" sz="1200" b="0" i="0" u="none" strike="noStrike" kern="1200">
                <a:solidFill>
                  <a:schemeClr val="tx1"/>
                </a:solidFill>
                <a:effectLst/>
                <a:latin typeface="+mn-lt"/>
                <a:ea typeface="+mn-ea"/>
                <a:cs typeface="+mn-cs"/>
              </a:rPr>
              <a:t> = false.</a:t>
            </a:r>
          </a:p>
          <a:p>
            <a:r>
              <a:rPr lang="en-US" sz="1200" b="1" i="0" u="none" strike="noStrike" kern="1200">
                <a:solidFill>
                  <a:schemeClr val="tx1"/>
                </a:solidFill>
                <a:effectLst/>
                <a:latin typeface="+mn-lt"/>
                <a:ea typeface="+mn-ea"/>
                <a:cs typeface="+mn-cs"/>
              </a:rPr>
              <a:t>Initial value must be fetched (DB, API, async work)</a:t>
            </a:r>
            <a:r>
              <a:rPr lang="en-US" sz="1200" b="0" i="0" u="none" strike="noStrike" kern="1200">
                <a:solidFill>
                  <a:schemeClr val="tx1"/>
                </a:solidFill>
                <a:effectLst/>
                <a:latin typeface="+mn-lt"/>
                <a:ea typeface="+mn-ea"/>
                <a:cs typeface="+mn-cs"/>
              </a:rPr>
              <a:t> → start with </a:t>
            </a:r>
            <a:r>
              <a:rPr lang="en-US" sz="1200" b="0" i="0" u="none" strike="noStrike" kern="1200" err="1">
                <a:solidFill>
                  <a:schemeClr val="tx1"/>
                </a:solidFill>
                <a:effectLst/>
                <a:latin typeface="+mn-lt"/>
                <a:ea typeface="+mn-ea"/>
                <a:cs typeface="+mn-cs"/>
              </a:rPr>
              <a:t>isLoading</a:t>
            </a:r>
            <a:r>
              <a:rPr lang="en-US" sz="1200" b="0" i="0" u="none" strike="noStrike" kern="1200">
                <a:solidFill>
                  <a:schemeClr val="tx1"/>
                </a:solidFill>
                <a:effectLst/>
                <a:latin typeface="+mn-lt"/>
                <a:ea typeface="+mn-ea"/>
                <a:cs typeface="+mn-cs"/>
              </a:rPr>
              <a:t> = true.</a:t>
            </a:r>
          </a:p>
          <a:p>
            <a:endParaRPr lang="en-US"/>
          </a:p>
        </p:txBody>
      </p:sp>
      <p:sp>
        <p:nvSpPr>
          <p:cNvPr id="4" name="Slide Number Placeholder 3"/>
          <p:cNvSpPr>
            <a:spLocks noGrp="1"/>
          </p:cNvSpPr>
          <p:nvPr>
            <p:ph type="sldNum" sz="quarter" idx="5"/>
          </p:nvPr>
        </p:nvSpPr>
        <p:spPr/>
        <p:txBody>
          <a:bodyPr/>
          <a:lstStyle/>
          <a:p>
            <a:fld id="{772C46BA-D35A-684D-B352-C9A508FC6B14}" type="slidenum">
              <a:rPr lang="en-US" smtClean="0"/>
              <a:t>27</a:t>
            </a:fld>
            <a:endParaRPr lang="en-US"/>
          </a:p>
        </p:txBody>
      </p:sp>
    </p:spTree>
    <p:extLst>
      <p:ext uri="{BB962C8B-B14F-4D97-AF65-F5344CB8AC3E}">
        <p14:creationId xmlns:p14="http://schemas.microsoft.com/office/powerpoint/2010/main" val="1919927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Source Code</a:t>
            </a:r>
            <a:r>
              <a:rPr lang="en-US" dirty="0"/>
              <a:t>: </a:t>
            </a:r>
            <a:r>
              <a:rPr lang="en-US" dirty="0">
                <a:hlinkClick r:id="rId3"/>
              </a:rPr>
              <a:t>https://github.com/brightgeevarghese/AlphaGame.git</a:t>
            </a:r>
            <a:r>
              <a:rPr lang="en-US" dirty="0"/>
              <a:t>  </a:t>
            </a:r>
          </a:p>
          <a:p>
            <a:endParaRPr lang="en-US" dirty="0"/>
          </a:p>
        </p:txBody>
      </p:sp>
      <p:sp>
        <p:nvSpPr>
          <p:cNvPr id="4" name="Slide Number Placeholder 3"/>
          <p:cNvSpPr>
            <a:spLocks noGrp="1"/>
          </p:cNvSpPr>
          <p:nvPr>
            <p:ph type="sldNum" sz="quarter" idx="5"/>
          </p:nvPr>
        </p:nvSpPr>
        <p:spPr/>
        <p:txBody>
          <a:bodyPr/>
          <a:lstStyle/>
          <a:p>
            <a:fld id="{772C46BA-D35A-684D-B352-C9A508FC6B14}" type="slidenum">
              <a:rPr lang="en-US" smtClean="0"/>
              <a:t>55</a:t>
            </a:fld>
            <a:endParaRPr lang="en-US"/>
          </a:p>
        </p:txBody>
      </p:sp>
    </p:spTree>
    <p:extLst>
      <p:ext uri="{BB962C8B-B14F-4D97-AF65-F5344CB8AC3E}">
        <p14:creationId xmlns:p14="http://schemas.microsoft.com/office/powerpoint/2010/main" val="1238357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 Hilt plugin for Dependency Injection</a:t>
            </a:r>
            <a:br>
              <a:rPr lang="en-US" sz="1200" i="1" kern="1200" dirty="0">
                <a:solidFill>
                  <a:schemeClr val="tx1"/>
                </a:solidFill>
                <a:effectLst/>
                <a:latin typeface="+mn-lt"/>
                <a:ea typeface="+mn-ea"/>
                <a:cs typeface="+mn-cs"/>
              </a:rPr>
            </a:br>
            <a:r>
              <a:rPr lang="en-US" sz="1200" i="1" kern="1200" dirty="0">
                <a:solidFill>
                  <a:schemeClr val="tx1"/>
                </a:solidFill>
                <a:effectLst/>
                <a:latin typeface="+mn-lt"/>
                <a:ea typeface="+mn-ea"/>
                <a:cs typeface="+mn-cs"/>
              </a:rPr>
              <a:t>// but not applied globally (apply false).</a:t>
            </a:r>
            <a:br>
              <a:rPr lang="en-US" sz="1200" i="1" kern="1200" dirty="0">
                <a:solidFill>
                  <a:schemeClr val="tx1"/>
                </a:solidFill>
                <a:effectLst/>
                <a:latin typeface="+mn-lt"/>
                <a:ea typeface="+mn-ea"/>
                <a:cs typeface="+mn-cs"/>
              </a:rPr>
            </a:br>
            <a:r>
              <a:rPr lang="en-US" sz="1200" i="1" kern="1200" dirty="0">
                <a:solidFill>
                  <a:schemeClr val="tx1"/>
                </a:solidFill>
                <a:effectLst/>
                <a:latin typeface="+mn-lt"/>
                <a:ea typeface="+mn-ea"/>
                <a:cs typeface="+mn-cs"/>
              </a:rPr>
              <a:t>// Keeps it available for modules that explicitly need it.</a:t>
            </a:r>
            <a:br>
              <a:rPr lang="en-US" sz="1200" i="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id("</a:t>
            </a:r>
            <a:r>
              <a:rPr lang="en-US" sz="1200" kern="1200" dirty="0" err="1">
                <a:solidFill>
                  <a:schemeClr val="tx1"/>
                </a:solidFill>
                <a:effectLst/>
                <a:latin typeface="+mn-lt"/>
                <a:ea typeface="+mn-ea"/>
                <a:cs typeface="+mn-cs"/>
              </a:rPr>
              <a:t>com.google.dagger.hilt.android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version </a:t>
            </a:r>
            <a:r>
              <a:rPr lang="en-US" sz="1200" kern="1200" dirty="0">
                <a:solidFill>
                  <a:schemeClr val="tx1"/>
                </a:solidFill>
                <a:effectLst/>
                <a:latin typeface="+mn-lt"/>
                <a:ea typeface="+mn-ea"/>
                <a:cs typeface="+mn-cs"/>
              </a:rPr>
              <a:t>"2.57.2" </a:t>
            </a:r>
            <a:r>
              <a:rPr lang="en-US" sz="1200" i="1" kern="1200" dirty="0">
                <a:solidFill>
                  <a:schemeClr val="tx1"/>
                </a:solidFill>
                <a:effectLst/>
                <a:latin typeface="+mn-lt"/>
                <a:ea typeface="+mn-ea"/>
                <a:cs typeface="+mn-cs"/>
              </a:rPr>
              <a:t>apply </a:t>
            </a:r>
            <a:r>
              <a:rPr lang="en-US" sz="1200" kern="1200" dirty="0">
                <a:solidFill>
                  <a:schemeClr val="tx1"/>
                </a:solidFill>
                <a:effectLst/>
                <a:latin typeface="+mn-lt"/>
                <a:ea typeface="+mn-ea"/>
                <a:cs typeface="+mn-cs"/>
              </a:rPr>
              <a:t>false</a:t>
            </a:r>
            <a:br>
              <a:rPr lang="en-US" sz="1200" kern="1200" dirty="0">
                <a:solidFill>
                  <a:schemeClr val="tx1"/>
                </a:solidFill>
                <a:effectLst/>
                <a:latin typeface="+mn-lt"/>
                <a:ea typeface="+mn-ea"/>
                <a:cs typeface="+mn-cs"/>
              </a:rPr>
            </a:br>
            <a:r>
              <a:rPr lang="en-US" sz="1200" i="1" kern="1200" dirty="0">
                <a:solidFill>
                  <a:schemeClr val="tx1"/>
                </a:solidFill>
                <a:effectLst/>
                <a:latin typeface="+mn-lt"/>
                <a:ea typeface="+mn-ea"/>
                <a:cs typeface="+mn-cs"/>
              </a:rPr>
              <a:t>// Kotlin Symbol Processing (KSP) plugin</a:t>
            </a:r>
            <a:br>
              <a:rPr lang="en-US" sz="1200" i="1" kern="1200" dirty="0">
                <a:solidFill>
                  <a:schemeClr val="tx1"/>
                </a:solidFill>
                <a:effectLst/>
                <a:latin typeface="+mn-lt"/>
                <a:ea typeface="+mn-ea"/>
                <a:cs typeface="+mn-cs"/>
              </a:rPr>
            </a:br>
            <a:r>
              <a:rPr lang="en-US" sz="1200" i="1" kern="1200" dirty="0">
                <a:solidFill>
                  <a:schemeClr val="tx1"/>
                </a:solidFill>
                <a:effectLst/>
                <a:latin typeface="+mn-lt"/>
                <a:ea typeface="+mn-ea"/>
                <a:cs typeface="+mn-cs"/>
              </a:rPr>
              <a:t>// Applied immediately at the root with version "2.2.20-2.0.3".</a:t>
            </a:r>
            <a:br>
              <a:rPr lang="en-US" sz="1200" i="1" kern="1200" dirty="0">
                <a:solidFill>
                  <a:schemeClr val="tx1"/>
                </a:solidFill>
                <a:effectLst/>
                <a:latin typeface="+mn-lt"/>
                <a:ea typeface="+mn-ea"/>
                <a:cs typeface="+mn-cs"/>
              </a:rPr>
            </a:br>
            <a:r>
              <a:rPr lang="en-US" sz="1200" i="1" kern="1200" dirty="0">
                <a:solidFill>
                  <a:schemeClr val="tx1"/>
                </a:solidFill>
                <a:effectLst/>
                <a:latin typeface="+mn-lt"/>
                <a:ea typeface="+mn-ea"/>
                <a:cs typeface="+mn-cs"/>
              </a:rPr>
              <a:t>// Required to run annotation processors (e.g., Room, Moshi, Hilt </a:t>
            </a:r>
            <a:r>
              <a:rPr lang="en-US" sz="1200" i="1" kern="1200" dirty="0" err="1">
                <a:solidFill>
                  <a:schemeClr val="tx1"/>
                </a:solidFill>
                <a:effectLst/>
                <a:latin typeface="+mn-lt"/>
                <a:ea typeface="+mn-ea"/>
                <a:cs typeface="+mn-cs"/>
              </a:rPr>
              <a:t>codegen</a:t>
            </a:r>
            <a:r>
              <a:rPr lang="en-US" sz="1200" i="1" kern="1200" dirty="0">
                <a:solidFill>
                  <a:schemeClr val="tx1"/>
                </a:solidFill>
                <a:effectLst/>
                <a:latin typeface="+mn-lt"/>
                <a:ea typeface="+mn-ea"/>
                <a:cs typeface="+mn-cs"/>
              </a:rPr>
              <a:t>).</a:t>
            </a:r>
            <a:br>
              <a:rPr lang="en-US" sz="1200" i="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id("</a:t>
            </a:r>
            <a:r>
              <a:rPr lang="en-US" sz="1200" kern="1200" dirty="0" err="1">
                <a:solidFill>
                  <a:schemeClr val="tx1"/>
                </a:solidFill>
                <a:effectLst/>
                <a:latin typeface="+mn-lt"/>
                <a:ea typeface="+mn-ea"/>
                <a:cs typeface="+mn-cs"/>
              </a:rPr>
              <a:t>com.google.devtools.ksp</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version </a:t>
            </a:r>
            <a:r>
              <a:rPr lang="en-US" sz="1200" kern="1200" dirty="0">
                <a:solidFill>
                  <a:schemeClr val="tx1"/>
                </a:solidFill>
                <a:effectLst/>
                <a:latin typeface="+mn-lt"/>
                <a:ea typeface="+mn-ea"/>
                <a:cs typeface="+mn-cs"/>
              </a:rPr>
              <a:t>"2.2.20-2.0.3"</a:t>
            </a:r>
          </a:p>
        </p:txBody>
      </p:sp>
      <p:sp>
        <p:nvSpPr>
          <p:cNvPr id="4" name="Slide Number Placeholder 3"/>
          <p:cNvSpPr>
            <a:spLocks noGrp="1"/>
          </p:cNvSpPr>
          <p:nvPr>
            <p:ph type="sldNum" sz="quarter" idx="5"/>
          </p:nvPr>
        </p:nvSpPr>
        <p:spPr/>
        <p:txBody>
          <a:bodyPr/>
          <a:lstStyle/>
          <a:p>
            <a:fld id="{772C46BA-D35A-684D-B352-C9A508FC6B14}" type="slidenum">
              <a:rPr lang="en-US" smtClean="0"/>
              <a:t>58</a:t>
            </a:fld>
            <a:endParaRPr lang="en-US"/>
          </a:p>
        </p:txBody>
      </p:sp>
    </p:spTree>
    <p:extLst>
      <p:ext uri="{BB962C8B-B14F-4D97-AF65-F5344CB8AC3E}">
        <p14:creationId xmlns:p14="http://schemas.microsoft.com/office/powerpoint/2010/main" val="1518263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import </a:t>
            </a:r>
            <a:r>
              <a:rPr lang="en-US" sz="1200" kern="1200" dirty="0" err="1">
                <a:solidFill>
                  <a:schemeClr val="tx1"/>
                </a:solidFill>
                <a:effectLst/>
                <a:latin typeface="+mn-lt"/>
                <a:ea typeface="+mn-ea"/>
                <a:cs typeface="+mn-cs"/>
              </a:rPr>
              <a:t>org.jetbrains.kotlin.gradle.dsl.JvmTarget</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plugins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alias(</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plugins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android</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application</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alias(</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plugins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kotlin</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android</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alias(</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plugins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kotlin</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compose</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id("</a:t>
            </a:r>
            <a:r>
              <a:rPr lang="en-US" sz="1200" kern="1200" dirty="0" err="1">
                <a:solidFill>
                  <a:schemeClr val="tx1"/>
                </a:solidFill>
                <a:effectLst/>
                <a:latin typeface="+mn-lt"/>
                <a:ea typeface="+mn-ea"/>
                <a:cs typeface="+mn-cs"/>
              </a:rPr>
              <a:t>com.google.devtools.ksp</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id("</a:t>
            </a:r>
            <a:r>
              <a:rPr lang="en-US" sz="1200" kern="1200" dirty="0" err="1">
                <a:solidFill>
                  <a:schemeClr val="tx1"/>
                </a:solidFill>
                <a:effectLst/>
                <a:latin typeface="+mn-lt"/>
                <a:ea typeface="+mn-ea"/>
                <a:cs typeface="+mn-cs"/>
              </a:rPr>
              <a:t>com.google.dagger.hilt.android</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br>
              <a:rPr lang="en-US" sz="1200" b="1" kern="1200" dirty="0">
                <a:solidFill>
                  <a:schemeClr val="tx1"/>
                </a:solidFill>
                <a:effectLst/>
                <a:latin typeface="+mn-lt"/>
                <a:ea typeface="+mn-ea"/>
                <a:cs typeface="+mn-cs"/>
              </a:rPr>
            </a:br>
            <a:r>
              <a:rPr lang="en-US" sz="1200" i="1" kern="1200" dirty="0">
                <a:solidFill>
                  <a:schemeClr val="tx1"/>
                </a:solidFill>
                <a:effectLst/>
                <a:latin typeface="+mn-lt"/>
                <a:ea typeface="+mn-ea"/>
                <a:cs typeface="+mn-cs"/>
              </a:rPr>
              <a:t>android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namespace = "</a:t>
            </a:r>
            <a:r>
              <a:rPr lang="en-US" sz="1200" kern="1200" dirty="0" err="1">
                <a:solidFill>
                  <a:schemeClr val="tx1"/>
                </a:solidFill>
                <a:effectLst/>
                <a:latin typeface="+mn-lt"/>
                <a:ea typeface="+mn-ea"/>
                <a:cs typeface="+mn-cs"/>
              </a:rPr>
              <a:t>com.bright.alphagame</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compileSdk</a:t>
            </a:r>
            <a:r>
              <a:rPr lang="en-US" sz="1200" kern="1200" dirty="0">
                <a:solidFill>
                  <a:schemeClr val="tx1"/>
                </a:solidFill>
                <a:effectLst/>
                <a:latin typeface="+mn-lt"/>
                <a:ea typeface="+mn-ea"/>
                <a:cs typeface="+mn-cs"/>
              </a:rPr>
              <a:t> = 36</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defaultConfig</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applicationId</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com.bright.alphagame</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minSdk</a:t>
            </a:r>
            <a:r>
              <a:rPr lang="en-US" sz="1200" kern="1200" dirty="0">
                <a:solidFill>
                  <a:schemeClr val="tx1"/>
                </a:solidFill>
                <a:effectLst/>
                <a:latin typeface="+mn-lt"/>
                <a:ea typeface="+mn-ea"/>
                <a:cs typeface="+mn-cs"/>
              </a:rPr>
              <a:t> = 31</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targetSdk</a:t>
            </a:r>
            <a:r>
              <a:rPr lang="en-US" sz="1200" kern="1200" dirty="0">
                <a:solidFill>
                  <a:schemeClr val="tx1"/>
                </a:solidFill>
                <a:effectLst/>
                <a:latin typeface="+mn-lt"/>
                <a:ea typeface="+mn-ea"/>
                <a:cs typeface="+mn-cs"/>
              </a:rPr>
              <a:t> = 36</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versionCode</a:t>
            </a:r>
            <a:r>
              <a:rPr lang="en-US" sz="1200" kern="1200" dirty="0">
                <a:solidFill>
                  <a:schemeClr val="tx1"/>
                </a:solidFill>
                <a:effectLst/>
                <a:latin typeface="+mn-lt"/>
                <a:ea typeface="+mn-ea"/>
                <a:cs typeface="+mn-cs"/>
              </a:rPr>
              <a:t> = 1</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versionName</a:t>
            </a:r>
            <a:r>
              <a:rPr lang="en-US" sz="1200" kern="1200" dirty="0">
                <a:solidFill>
                  <a:schemeClr val="tx1"/>
                </a:solidFill>
                <a:effectLst/>
                <a:latin typeface="+mn-lt"/>
                <a:ea typeface="+mn-ea"/>
                <a:cs typeface="+mn-cs"/>
              </a:rPr>
              <a:t> = "1.0"</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testInstrumentationRunner</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androidx.test.runner.AndroidJUnitRunner</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buildTypes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release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isMinifyEnabled</a:t>
            </a:r>
            <a:r>
              <a:rPr lang="en-US" sz="1200" kern="1200" dirty="0">
                <a:solidFill>
                  <a:schemeClr val="tx1"/>
                </a:solidFill>
                <a:effectLst/>
                <a:latin typeface="+mn-lt"/>
                <a:ea typeface="+mn-ea"/>
                <a:cs typeface="+mn-cs"/>
              </a:rPr>
              <a:t> = false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proguardFiles</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getDefaultProguardFile</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proguard</a:t>
            </a:r>
            <a:r>
              <a:rPr lang="en-US" sz="1200" kern="1200" dirty="0">
                <a:solidFill>
                  <a:schemeClr val="tx1"/>
                </a:solidFill>
                <a:effectLst/>
                <a:latin typeface="+mn-lt"/>
                <a:ea typeface="+mn-ea"/>
                <a:cs typeface="+mn-cs"/>
              </a:rPr>
              <a:t>-android-</a:t>
            </a:r>
            <a:r>
              <a:rPr lang="en-US" sz="1200" kern="1200" dirty="0" err="1">
                <a:solidFill>
                  <a:schemeClr val="tx1"/>
                </a:solidFill>
                <a:effectLst/>
                <a:latin typeface="+mn-lt"/>
                <a:ea typeface="+mn-ea"/>
                <a:cs typeface="+mn-cs"/>
              </a:rPr>
              <a:t>optimize.txt</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proguard-rules.pro</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compileOptions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sourceCompatibility</a:t>
            </a:r>
            <a:r>
              <a:rPr lang="en-US" sz="1200" kern="1200" dirty="0">
                <a:solidFill>
                  <a:schemeClr val="tx1"/>
                </a:solidFill>
                <a:effectLst/>
                <a:latin typeface="+mn-lt"/>
                <a:ea typeface="+mn-ea"/>
                <a:cs typeface="+mn-cs"/>
              </a:rPr>
              <a:t> = JavaVersion.</a:t>
            </a:r>
            <a:r>
              <a:rPr lang="en-US" sz="1200" i="1" kern="1200" dirty="0">
                <a:solidFill>
                  <a:schemeClr val="tx1"/>
                </a:solidFill>
                <a:effectLst/>
                <a:latin typeface="+mn-lt"/>
                <a:ea typeface="+mn-ea"/>
                <a:cs typeface="+mn-cs"/>
              </a:rPr>
              <a:t>VERSION_11</a:t>
            </a:r>
            <a:br>
              <a:rPr lang="en-US" sz="1200" i="1" kern="1200" dirty="0">
                <a:solidFill>
                  <a:schemeClr val="tx1"/>
                </a:solidFill>
                <a:effectLst/>
                <a:latin typeface="+mn-lt"/>
                <a:ea typeface="+mn-ea"/>
                <a:cs typeface="+mn-cs"/>
              </a:rPr>
            </a:br>
            <a:r>
              <a:rPr lang="en-US" sz="1200" i="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targetCompatibility</a:t>
            </a:r>
            <a:r>
              <a:rPr lang="en-US" sz="1200" kern="1200" dirty="0">
                <a:solidFill>
                  <a:schemeClr val="tx1"/>
                </a:solidFill>
                <a:effectLst/>
                <a:latin typeface="+mn-lt"/>
                <a:ea typeface="+mn-ea"/>
                <a:cs typeface="+mn-cs"/>
              </a:rPr>
              <a:t> = JavaVersion.</a:t>
            </a:r>
            <a:r>
              <a:rPr lang="en-US" sz="1200" i="1" kern="1200" dirty="0">
                <a:solidFill>
                  <a:schemeClr val="tx1"/>
                </a:solidFill>
                <a:effectLst/>
                <a:latin typeface="+mn-lt"/>
                <a:ea typeface="+mn-ea"/>
                <a:cs typeface="+mn-cs"/>
              </a:rPr>
              <a:t>VERSION_11</a:t>
            </a:r>
            <a:br>
              <a:rPr lang="en-US" sz="1200" i="1" kern="1200" dirty="0">
                <a:solidFill>
                  <a:schemeClr val="tx1"/>
                </a:solidFill>
                <a:effectLst/>
                <a:latin typeface="+mn-lt"/>
                <a:ea typeface="+mn-ea"/>
                <a:cs typeface="+mn-cs"/>
              </a:rPr>
            </a:br>
            <a:r>
              <a:rPr lang="en-US" sz="1200" i="1"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kotlinOptions</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jvmTarget</a:t>
            </a:r>
            <a:r>
              <a:rPr lang="en-US" sz="1200" kern="1200" dirty="0">
                <a:solidFill>
                  <a:schemeClr val="tx1"/>
                </a:solidFill>
                <a:effectLst/>
                <a:latin typeface="+mn-lt"/>
                <a:ea typeface="+mn-ea"/>
                <a:cs typeface="+mn-cs"/>
              </a:rPr>
              <a:t> = "11"</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kotlin</a:t>
            </a:r>
            <a:r>
              <a:rPr lang="en-US" sz="1200" i="1"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compilerOptions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jvmTarget.set</a:t>
            </a:r>
            <a:r>
              <a:rPr lang="en-US" sz="1200" kern="1200" dirty="0">
                <a:solidFill>
                  <a:schemeClr val="tx1"/>
                </a:solidFill>
                <a:effectLst/>
                <a:latin typeface="+mn-lt"/>
                <a:ea typeface="+mn-ea"/>
                <a:cs typeface="+mn-cs"/>
              </a:rPr>
              <a:t>(JvmTarget.</a:t>
            </a:r>
            <a:r>
              <a:rPr lang="en-US" sz="1200" i="1" kern="1200" dirty="0">
                <a:solidFill>
                  <a:schemeClr val="tx1"/>
                </a:solidFill>
                <a:effectLst/>
                <a:latin typeface="+mn-lt"/>
                <a:ea typeface="+mn-ea"/>
                <a:cs typeface="+mn-cs"/>
              </a:rPr>
              <a:t>JVM_11</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buildFeatures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compose = true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br>
              <a:rPr lang="en-US" sz="1200" b="1" kern="1200" dirty="0">
                <a:solidFill>
                  <a:schemeClr val="tx1"/>
                </a:solidFill>
                <a:effectLst/>
                <a:latin typeface="+mn-lt"/>
                <a:ea typeface="+mn-ea"/>
                <a:cs typeface="+mn-cs"/>
              </a:rPr>
            </a:br>
            <a:r>
              <a:rPr lang="en-US" sz="1200" i="1" kern="1200" dirty="0">
                <a:solidFill>
                  <a:schemeClr val="tx1"/>
                </a:solidFill>
                <a:effectLst/>
                <a:latin typeface="+mn-lt"/>
                <a:ea typeface="+mn-ea"/>
                <a:cs typeface="+mn-cs"/>
              </a:rPr>
              <a:t>dependencies </a:t>
            </a:r>
            <a:r>
              <a:rPr lang="en-US" sz="1200" b="1" kern="1200" dirty="0">
                <a:solidFill>
                  <a:schemeClr val="tx1"/>
                </a:solidFill>
                <a:effectLst/>
                <a:latin typeface="+mn-lt"/>
                <a:ea typeface="+mn-ea"/>
                <a:cs typeface="+mn-cs"/>
              </a:rPr>
              <a:t>{</a:t>
            </a:r>
            <a:br>
              <a:rPr lang="en-US" sz="1200" b="1" kern="1200" dirty="0">
                <a:solidFill>
                  <a:schemeClr val="tx1"/>
                </a:solidFill>
                <a:effectLst/>
                <a:latin typeface="+mn-lt"/>
                <a:ea typeface="+mn-ea"/>
                <a:cs typeface="+mn-cs"/>
              </a:rPr>
            </a:b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implementation</a:t>
            </a:r>
            <a:r>
              <a:rPr lang="en-US" sz="1200" kern="1200" dirty="0">
                <a:solidFill>
                  <a:schemeClr val="tx1"/>
                </a:solidFill>
                <a:effectLst/>
                <a:latin typeface="+mn-lt"/>
                <a:ea typeface="+mn-ea"/>
                <a:cs typeface="+mn-cs"/>
              </a:rPr>
              <a:t>("com.google.dagger:hilt-android:2.57.2")</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//dependency for </a:t>
            </a:r>
            <a:r>
              <a:rPr lang="en-US" sz="1200" kern="1200" dirty="0" err="1">
                <a:solidFill>
                  <a:schemeClr val="tx1"/>
                </a:solidFill>
                <a:effectLst/>
                <a:latin typeface="+mn-lt"/>
                <a:ea typeface="+mn-ea"/>
                <a:cs typeface="+mn-cs"/>
              </a:rPr>
              <a:t>hiltViewModel</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implementation</a:t>
            </a:r>
            <a:r>
              <a:rPr lang="en-US" sz="1200" kern="1200" dirty="0">
                <a:solidFill>
                  <a:schemeClr val="tx1"/>
                </a:solidFill>
                <a:effectLst/>
                <a:latin typeface="+mn-lt"/>
                <a:ea typeface="+mn-ea"/>
                <a:cs typeface="+mn-cs"/>
              </a:rPr>
              <a:t>("androidx.hilt:hilt-navigation-compose:1.3.0")</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ksp</a:t>
            </a:r>
            <a:r>
              <a:rPr lang="en-US" sz="1200" kern="1200" dirty="0">
                <a:solidFill>
                  <a:schemeClr val="tx1"/>
                </a:solidFill>
                <a:effectLst/>
                <a:latin typeface="+mn-lt"/>
                <a:ea typeface="+mn-ea"/>
                <a:cs typeface="+mn-cs"/>
              </a:rPr>
              <a:t>("com.google.dagger:hilt-android-compiler:2.57.2")</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implementation</a:t>
            </a:r>
            <a:r>
              <a:rPr lang="en-US" sz="1200" kern="1200" dirty="0">
                <a:solidFill>
                  <a:schemeClr val="tx1"/>
                </a:solidFill>
                <a:effectLst/>
                <a:latin typeface="+mn-lt"/>
                <a:ea typeface="+mn-ea"/>
                <a:cs typeface="+mn-cs"/>
              </a:rPr>
              <a:t>("androidx.lifecycle:lifecycle-viewmodel-compose:2.9.4")</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implementation</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androidx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core</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ktx</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implementation</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androidx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lifecycle</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runtime</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ktx</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implementation</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androidx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activity</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compose</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implementation</a:t>
            </a:r>
            <a:r>
              <a:rPr lang="en-US" sz="1200" kern="1200" dirty="0">
                <a:solidFill>
                  <a:schemeClr val="tx1"/>
                </a:solidFill>
                <a:effectLst/>
                <a:latin typeface="+mn-lt"/>
                <a:ea typeface="+mn-ea"/>
                <a:cs typeface="+mn-cs"/>
              </a:rPr>
              <a:t>(platform(</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androidx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compose</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bom</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implementation</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androidx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compose</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ui</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implementation</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androidx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compose</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ui</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graphics</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implementation</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androidx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compose</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ui</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tooling</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preview</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implementation</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libs</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androidx</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compose</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material3</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testImplementation</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junit</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androidTestImplementation</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androidx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junit</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androidTestImplementation</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androidx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espresso</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core</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androidTestImplementation</a:t>
            </a:r>
            <a:r>
              <a:rPr lang="en-US" sz="1200" kern="1200" dirty="0">
                <a:solidFill>
                  <a:schemeClr val="tx1"/>
                </a:solidFill>
                <a:effectLst/>
                <a:latin typeface="+mn-lt"/>
                <a:ea typeface="+mn-ea"/>
                <a:cs typeface="+mn-cs"/>
              </a:rPr>
              <a:t>(platform(</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androidx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compose</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bom</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androidTestImplementation</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libs</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androidx</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compose</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ui</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test</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junit4</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debugImplementation</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androidx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compose</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ui</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tooling</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debugImplementation</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libs</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androidx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compose</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ui</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test</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manifest</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72C46BA-D35A-684D-B352-C9A508FC6B14}" type="slidenum">
              <a:rPr lang="en-US" smtClean="0"/>
              <a:t>59</a:t>
            </a:fld>
            <a:endParaRPr lang="en-US"/>
          </a:p>
        </p:txBody>
      </p:sp>
    </p:spTree>
    <p:extLst>
      <p:ext uri="{BB962C8B-B14F-4D97-AF65-F5344CB8AC3E}">
        <p14:creationId xmlns:p14="http://schemas.microsoft.com/office/powerpoint/2010/main" val="2760537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@Inject on the constructor tells Hilt: "I can build </a:t>
            </a:r>
            <a:r>
              <a:rPr lang="en-US" err="1"/>
              <a:t>MyViewModel</a:t>
            </a:r>
            <a:r>
              <a:rPr lang="en-US"/>
              <a:t> if you supply a </a:t>
            </a:r>
            <a:r>
              <a:rPr lang="en-US" err="1"/>
              <a:t>MyRepository</a:t>
            </a:r>
            <a:r>
              <a:rPr lang="en-US"/>
              <a:t>."</a:t>
            </a:r>
          </a:p>
          <a:p>
            <a:r>
              <a:rPr lang="en-US"/>
              <a:t>In Android, this is usually paired with @</a:t>
            </a:r>
            <a:r>
              <a:rPr lang="en-US" err="1"/>
              <a:t>HiltViewModel</a:t>
            </a:r>
            <a:r>
              <a:rPr lang="en-US"/>
              <a:t> and obtained via </a:t>
            </a:r>
            <a:r>
              <a:rPr lang="en-US" err="1"/>
              <a:t>hiltViewModel</a:t>
            </a:r>
            <a:r>
              <a:rPr lang="en-US"/>
              <a:t>() so Hilt can hook into the </a:t>
            </a:r>
            <a:r>
              <a:rPr lang="en-US" err="1"/>
              <a:t>ViewModelFactory</a:t>
            </a:r>
            <a:r>
              <a:rPr lang="en-US"/>
              <a:t>, but the dependency resolution works the same either way.</a:t>
            </a:r>
          </a:p>
          <a:p>
            <a:endParaRPr lang="en-US"/>
          </a:p>
          <a:p>
            <a:r>
              <a:rPr lang="en-US"/>
              <a:t>At compile time, Hilt’s processor scans:</a:t>
            </a:r>
          </a:p>
          <a:p>
            <a:r>
              <a:rPr lang="en-US"/>
              <a:t>Your @Inject constructors,</a:t>
            </a:r>
          </a:p>
          <a:p>
            <a:r>
              <a:rPr lang="en-US"/>
              <a:t>Your @Module classes,</a:t>
            </a:r>
          </a:p>
          <a:p>
            <a:r>
              <a:rPr lang="en-US"/>
              <a:t>Methods annotated with @Provides/@Binds,</a:t>
            </a:r>
          </a:p>
          <a:p>
            <a:r>
              <a:rPr lang="en-US"/>
              <a:t>The @</a:t>
            </a:r>
            <a:r>
              <a:rPr lang="en-US" err="1"/>
              <a:t>InstallIn</a:t>
            </a:r>
            <a:r>
              <a:rPr lang="en-US"/>
              <a:t> components.</a:t>
            </a:r>
          </a:p>
          <a:p>
            <a:endParaRPr lang="en-US"/>
          </a:p>
          <a:p>
            <a:r>
              <a:rPr lang="en-US"/>
              <a:t>The binding key is the method’s return type (</a:t>
            </a:r>
            <a:r>
              <a:rPr lang="en-US" err="1"/>
              <a:t>MyRepository</a:t>
            </a:r>
            <a:r>
              <a:rPr lang="en-US"/>
              <a:t>).</a:t>
            </a:r>
          </a:p>
          <a:p>
            <a:r>
              <a:rPr lang="en-US"/>
              <a:t>The binding value is whatever the method returns (</a:t>
            </a:r>
            <a:r>
              <a:rPr lang="en-US" err="1"/>
              <a:t>MyRepositoryImpl</a:t>
            </a:r>
            <a:r>
              <a:rPr lang="en-US"/>
              <a:t>()).</a:t>
            </a:r>
          </a:p>
          <a:p>
            <a:r>
              <a:rPr lang="en-US"/>
              <a:t>Because it’s installed in </a:t>
            </a:r>
            <a:r>
              <a:rPr lang="en-US" err="1"/>
              <a:t>SingletonComponent</a:t>
            </a:r>
            <a:r>
              <a:rPr lang="en-US"/>
              <a:t>, this binding is available application-wide and visible to child components (</a:t>
            </a:r>
            <a:r>
              <a:rPr lang="en-US" err="1"/>
              <a:t>ActivityComponent</a:t>
            </a:r>
            <a:r>
              <a:rPr lang="en-US"/>
              <a:t>, </a:t>
            </a:r>
            <a:r>
              <a:rPr lang="en-US" err="1"/>
              <a:t>ViewModelComponent</a:t>
            </a:r>
            <a:r>
              <a:rPr lang="en-US"/>
              <a:t>, etc.).</a:t>
            </a:r>
          </a:p>
        </p:txBody>
      </p:sp>
      <p:sp>
        <p:nvSpPr>
          <p:cNvPr id="4" name="Slide Number Placeholder 3"/>
          <p:cNvSpPr>
            <a:spLocks noGrp="1"/>
          </p:cNvSpPr>
          <p:nvPr>
            <p:ph type="sldNum" sz="quarter" idx="5"/>
          </p:nvPr>
        </p:nvSpPr>
        <p:spPr/>
        <p:txBody>
          <a:bodyPr/>
          <a:lstStyle/>
          <a:p>
            <a:fld id="{772C46BA-D35A-684D-B352-C9A508FC6B14}" type="slidenum">
              <a:rPr lang="en-US" smtClean="0"/>
              <a:t>65</a:t>
            </a:fld>
            <a:endParaRPr lang="en-US"/>
          </a:p>
        </p:txBody>
      </p:sp>
    </p:spTree>
    <p:extLst>
      <p:ext uri="{BB962C8B-B14F-4D97-AF65-F5344CB8AC3E}">
        <p14:creationId xmlns:p14="http://schemas.microsoft.com/office/powerpoint/2010/main" val="2990709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963AF-8D8E-5374-317D-9C0BB43D6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EA07D-EDA5-F6D3-7E0B-B460D0E085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447FCB-6D8A-4992-AB0F-7514396EEE66}"/>
              </a:ext>
            </a:extLst>
          </p:cNvPr>
          <p:cNvSpPr>
            <a:spLocks noGrp="1"/>
          </p:cNvSpPr>
          <p:nvPr>
            <p:ph type="body" idx="1"/>
          </p:nvPr>
        </p:nvSpPr>
        <p:spPr/>
        <p:txBody>
          <a:bodyPr/>
          <a:lstStyle/>
          <a:p>
            <a:r>
              <a:rPr lang="en-US"/>
              <a:t>The @Inject on the constructor tells Hilt: "I can build </a:t>
            </a:r>
            <a:r>
              <a:rPr lang="en-US" err="1"/>
              <a:t>MyViewModel</a:t>
            </a:r>
            <a:r>
              <a:rPr lang="en-US"/>
              <a:t> if you supply a </a:t>
            </a:r>
            <a:r>
              <a:rPr lang="en-US" err="1"/>
              <a:t>MyRepository</a:t>
            </a:r>
            <a:r>
              <a:rPr lang="en-US"/>
              <a:t>."</a:t>
            </a:r>
          </a:p>
          <a:p>
            <a:r>
              <a:rPr lang="en-US"/>
              <a:t>In Android, this is usually paired with @</a:t>
            </a:r>
            <a:r>
              <a:rPr lang="en-US" err="1"/>
              <a:t>HiltViewModel</a:t>
            </a:r>
            <a:r>
              <a:rPr lang="en-US"/>
              <a:t> and obtained via </a:t>
            </a:r>
            <a:r>
              <a:rPr lang="en-US" err="1"/>
              <a:t>hiltViewModel</a:t>
            </a:r>
            <a:r>
              <a:rPr lang="en-US"/>
              <a:t>() so Hilt can hook into the </a:t>
            </a:r>
            <a:r>
              <a:rPr lang="en-US" err="1"/>
              <a:t>ViewModelFactory</a:t>
            </a:r>
            <a:r>
              <a:rPr lang="en-US"/>
              <a:t>, but the dependency resolution works the same either way.</a:t>
            </a:r>
          </a:p>
          <a:p>
            <a:endParaRPr lang="en-US"/>
          </a:p>
          <a:p>
            <a:r>
              <a:rPr lang="en-US"/>
              <a:t>At compile time, Hilt’s processor scans:</a:t>
            </a:r>
          </a:p>
          <a:p>
            <a:r>
              <a:rPr lang="en-US"/>
              <a:t>Your @Inject constructors,</a:t>
            </a:r>
          </a:p>
          <a:p>
            <a:r>
              <a:rPr lang="en-US"/>
              <a:t>Your @Module classes,</a:t>
            </a:r>
          </a:p>
          <a:p>
            <a:r>
              <a:rPr lang="en-US"/>
              <a:t>Methods annotated with @Provides/@Binds,</a:t>
            </a:r>
          </a:p>
          <a:p>
            <a:r>
              <a:rPr lang="en-US"/>
              <a:t>The @</a:t>
            </a:r>
            <a:r>
              <a:rPr lang="en-US" err="1"/>
              <a:t>InstallIn</a:t>
            </a:r>
            <a:r>
              <a:rPr lang="en-US"/>
              <a:t> components.</a:t>
            </a:r>
          </a:p>
          <a:p>
            <a:endParaRPr lang="en-US"/>
          </a:p>
          <a:p>
            <a:r>
              <a:rPr lang="en-US"/>
              <a:t>The binding key is the method’s return type (</a:t>
            </a:r>
            <a:r>
              <a:rPr lang="en-US" err="1"/>
              <a:t>MyRepository</a:t>
            </a:r>
            <a:r>
              <a:rPr lang="en-US"/>
              <a:t>).</a:t>
            </a:r>
          </a:p>
          <a:p>
            <a:r>
              <a:rPr lang="en-US"/>
              <a:t>The binding value is whatever the method returns (</a:t>
            </a:r>
            <a:r>
              <a:rPr lang="en-US" err="1"/>
              <a:t>MyRepositoryImpl</a:t>
            </a:r>
            <a:r>
              <a:rPr lang="en-US"/>
              <a:t>()).</a:t>
            </a:r>
          </a:p>
          <a:p>
            <a:r>
              <a:rPr lang="en-US"/>
              <a:t>Because it’s installed in </a:t>
            </a:r>
            <a:r>
              <a:rPr lang="en-US" err="1"/>
              <a:t>SingletonComponent</a:t>
            </a:r>
            <a:r>
              <a:rPr lang="en-US"/>
              <a:t>, this binding is available application-wide and visible to child components (</a:t>
            </a:r>
            <a:r>
              <a:rPr lang="en-US" err="1"/>
              <a:t>ActivityComponent</a:t>
            </a:r>
            <a:r>
              <a:rPr lang="en-US"/>
              <a:t>, </a:t>
            </a:r>
            <a:r>
              <a:rPr lang="en-US" err="1"/>
              <a:t>ViewModelComponent</a:t>
            </a:r>
            <a:r>
              <a:rPr lang="en-US"/>
              <a:t>, etc.).</a:t>
            </a:r>
          </a:p>
        </p:txBody>
      </p:sp>
      <p:sp>
        <p:nvSpPr>
          <p:cNvPr id="4" name="Slide Number Placeholder 3">
            <a:extLst>
              <a:ext uri="{FF2B5EF4-FFF2-40B4-BE49-F238E27FC236}">
                <a16:creationId xmlns:a16="http://schemas.microsoft.com/office/drawing/2014/main" id="{515514E1-3244-E082-7D18-FA64132FAF86}"/>
              </a:ext>
            </a:extLst>
          </p:cNvPr>
          <p:cNvSpPr>
            <a:spLocks noGrp="1"/>
          </p:cNvSpPr>
          <p:nvPr>
            <p:ph type="sldNum" sz="quarter" idx="5"/>
          </p:nvPr>
        </p:nvSpPr>
        <p:spPr/>
        <p:txBody>
          <a:bodyPr/>
          <a:lstStyle/>
          <a:p>
            <a:fld id="{772C46BA-D35A-684D-B352-C9A508FC6B14}" type="slidenum">
              <a:rPr lang="en-US" smtClean="0"/>
              <a:t>77</a:t>
            </a:fld>
            <a:endParaRPr lang="en-US"/>
          </a:p>
        </p:txBody>
      </p:sp>
    </p:spTree>
    <p:extLst>
      <p:ext uri="{BB962C8B-B14F-4D97-AF65-F5344CB8AC3E}">
        <p14:creationId xmlns:p14="http://schemas.microsoft.com/office/powerpoint/2010/main" val="4190002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0B60001-62E7-1E4D-A312-7E1491066EC6}" type="datetime1">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EC1888-7608-5B41-809F-439D99BC8F1C}" type="datetime1">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301CCB-65C0-2E43-B9E9-BEA165A15E45}" type="datetime1">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7863D6D-ABBC-D948-BAE9-474377ECCF2D}"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8354DD-62A9-E34E-BD66-A1E60BB3F586}" type="datetime1">
              <a:rPr lang="en-US" smtClean="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AAF58C6-D82D-7B4F-93AF-384DF69B7DCC}" type="datetime1">
              <a:rPr lang="en-US" smtClean="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11687-A7F1-194E-9FAA-621850E45A5D}" type="datetime1">
              <a:rPr lang="en-US" smtClean="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5E4D12-CD36-5248-B098-743F924F19E4}"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E1C826B-76E6-B740-806E-412DDE4E81B0}"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4ABF61-DE64-2A43-8DCC-9284DE5424F2}" type="datetime1">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1EE63B-F094-6B45-9F80-CA0EE7AE0D42}" type="datetime1">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1E5933-08C2-244C-A8C0-BA18C97EB349}" type="datetime1">
              <a:rPr lang="en-US" smtClean="0"/>
              <a:t>10/6/2025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9.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10.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6.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2.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hyperlink" Target="https://github.com/brightgeevarghese/CounterDemo.git" TargetMode="External"/><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3.gif"/></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brightgeevarghese/AlphabetExplorer.git" TargetMode="External"/><Relationship Id="rId1" Type="http://schemas.openxmlformats.org/officeDocument/2006/relationships/slideLayout" Target="../slideLayouts/slideLayout1.xml"/><Relationship Id="rId4" Type="http://schemas.openxmlformats.org/officeDocument/2006/relationships/image" Target="../media/image18.gif"/></Relationships>
</file>

<file path=ppt/slides/_rels/slide4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2" Type="http://schemas.openxmlformats.org/officeDocument/2006/relationships/hyperlink" Target="https://developer.android.com/images/training/dependency-injection/hilt-annotations.pdf" TargetMode="Externa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github.com/brightgeevarghese/AlphabetExp.git" TargetMode="External"/><Relationship Id="rId2" Type="http://schemas.openxmlformats.org/officeDocument/2006/relationships/image" Target="../media/image30.png"/><Relationship Id="rId1" Type="http://schemas.openxmlformats.org/officeDocument/2006/relationships/slideLayout" Target="../slideLayouts/slideLayout6.xml"/><Relationship Id="rId4" Type="http://schemas.openxmlformats.org/officeDocument/2006/relationships/image" Target="../media/image18.gi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developer.android.com/images/training/dependency-injection/hilt-annotations.pdf" TargetMode="External"/><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developer.android.com/training/dependency-injection/hilt-android" TargetMode="External"/><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developer.android.com/images/training/dependency-injection/hilt-annotations.pdf" TargetMode="Externa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github.com/brightgeevarghese/MusicHiltDemo.git" TargetMode="Externa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3" Type="http://schemas.openxmlformats.org/officeDocument/2006/relationships/image" Target="../media/image43.gif"/><Relationship Id="rId2" Type="http://schemas.openxmlformats.org/officeDocument/2006/relationships/image" Target="../media/image4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9C7C4189-7102-485E-9D58-8F14C98B4D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85062"/>
            <a:ext cx="12192000" cy="6858000"/>
          </a:xfrm>
          <a:prstGeom prst="rect">
            <a:avLst/>
          </a:prstGeom>
        </p:spPr>
      </p:pic>
      <p:sp>
        <p:nvSpPr>
          <p:cNvPr id="2" name="Slide Number Placeholder 1">
            <a:extLst>
              <a:ext uri="{FF2B5EF4-FFF2-40B4-BE49-F238E27FC236}">
                <a16:creationId xmlns:a16="http://schemas.microsoft.com/office/drawing/2014/main" id="{79BD7354-9206-12D8-2AC1-398BB4D6CC68}"/>
              </a:ext>
            </a:extLst>
          </p:cNvPr>
          <p:cNvSpPr>
            <a:spLocks noGrp="1"/>
          </p:cNvSpPr>
          <p:nvPr>
            <p:ph type="sldNum" sz="quarter" idx="12"/>
          </p:nvPr>
        </p:nvSpPr>
        <p:spPr/>
        <p:txBody>
          <a:bodyPr/>
          <a:lstStyle/>
          <a:p>
            <a:fld id="{330EA680-D336-4FF7-8B7A-9848BB0A1C32}" type="slidenum">
              <a:rPr lang="en-US" smtClean="0"/>
              <a:t>1</a:t>
            </a:fld>
            <a:endParaRPr lang="en-US"/>
          </a:p>
        </p:txBody>
      </p:sp>
    </p:spTree>
    <p:extLst>
      <p:ext uri="{BB962C8B-B14F-4D97-AF65-F5344CB8AC3E}">
        <p14:creationId xmlns:p14="http://schemas.microsoft.com/office/powerpoint/2010/main" val="1542384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1">
            <a:extLst>
              <a:ext uri="{FF2B5EF4-FFF2-40B4-BE49-F238E27FC236}">
                <a16:creationId xmlns:a16="http://schemas.microsoft.com/office/drawing/2014/main" id="{C21BFB72-9B2C-4632-873D-F6C9509CB284}"/>
              </a:ext>
            </a:extLst>
          </p:cNvPr>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7010400"/>
          </a:xfrm>
          <a:prstGeom prst="rect">
            <a:avLst/>
          </a:prstGeom>
        </p:spPr>
      </p:pic>
      <p:sp>
        <p:nvSpPr>
          <p:cNvPr id="2" name="Slide Number Placeholder 1">
            <a:extLst>
              <a:ext uri="{FF2B5EF4-FFF2-40B4-BE49-F238E27FC236}">
                <a16:creationId xmlns:a16="http://schemas.microsoft.com/office/drawing/2014/main" id="{0595FBAD-5BA2-6511-E829-E669626811DA}"/>
              </a:ext>
            </a:extLst>
          </p:cNvPr>
          <p:cNvSpPr>
            <a:spLocks noGrp="1"/>
          </p:cNvSpPr>
          <p:nvPr>
            <p:ph type="sldNum" sz="quarter" idx="12"/>
          </p:nvPr>
        </p:nvSpPr>
        <p:spPr/>
        <p:txBody>
          <a:bodyPr/>
          <a:lstStyle/>
          <a:p>
            <a:fld id="{330EA680-D336-4FF7-8B7A-9848BB0A1C32}" type="slidenum">
              <a:rPr lang="en-US" smtClean="0"/>
              <a:t>2</a:t>
            </a:fld>
            <a:endParaRPr lang="en-US"/>
          </a:p>
        </p:txBody>
      </p:sp>
    </p:spTree>
    <p:extLst>
      <p:ext uri="{BB962C8B-B14F-4D97-AF65-F5344CB8AC3E}">
        <p14:creationId xmlns:p14="http://schemas.microsoft.com/office/powerpoint/2010/main" val="1067903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0" name="Rectangle 109">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3F1854-4E6E-ADD5-1BAC-550B3506243B}"/>
              </a:ext>
            </a:extLst>
          </p:cNvPr>
          <p:cNvSpPr>
            <a:spLocks noGrp="1"/>
          </p:cNvSpPr>
          <p:nvPr>
            <p:ph type="ctrTitle"/>
          </p:nvPr>
        </p:nvSpPr>
        <p:spPr>
          <a:xfrm>
            <a:off x="838200" y="451381"/>
            <a:ext cx="10512552" cy="4066540"/>
          </a:xfrm>
        </p:spPr>
        <p:txBody>
          <a:bodyPr anchor="b">
            <a:normAutofit/>
          </a:bodyPr>
          <a:lstStyle/>
          <a:p>
            <a:pPr algn="l"/>
            <a:r>
              <a:rPr lang="en-US" sz="6600"/>
              <a:t>Lesson - 5</a:t>
            </a:r>
            <a:br>
              <a:rPr lang="en-US" sz="6600"/>
            </a:br>
            <a:r>
              <a:rPr lang="en-US" sz="6600"/>
              <a:t>App Architecture and Dependency Injection</a:t>
            </a:r>
          </a:p>
        </p:txBody>
      </p:sp>
      <p:sp>
        <p:nvSpPr>
          <p:cNvPr id="111"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9046D43E-6061-FD7D-8431-B2B2D6E5ED79}"/>
              </a:ext>
            </a:extLst>
          </p:cNvPr>
          <p:cNvSpPr>
            <a:spLocks noGrp="1"/>
          </p:cNvSpPr>
          <p:nvPr>
            <p:ph type="sldNum" sz="quarter" idx="12"/>
          </p:nvPr>
        </p:nvSpPr>
        <p:spPr/>
        <p:txBody>
          <a:bodyPr/>
          <a:lstStyle/>
          <a:p>
            <a:fld id="{330EA680-D336-4FF7-8B7A-9848BB0A1C32}" type="slidenum">
              <a:rPr lang="en-US" smtClean="0"/>
              <a:t>3</a:t>
            </a:fld>
            <a:endParaRPr lang="en-US"/>
          </a:p>
        </p:txBody>
      </p:sp>
    </p:spTree>
    <p:extLst>
      <p:ext uri="{BB962C8B-B14F-4D97-AF65-F5344CB8AC3E}">
        <p14:creationId xmlns:p14="http://schemas.microsoft.com/office/powerpoint/2010/main" val="2247795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F9D2AFF-672B-4578-EA0C-E3C7C734BDCB}"/>
              </a:ext>
            </a:extLst>
          </p:cNvPr>
          <p:cNvSpPr>
            <a:spLocks noGrp="1"/>
          </p:cNvSpPr>
          <p:nvPr>
            <p:ph type="title"/>
          </p:nvPr>
        </p:nvSpPr>
        <p:spPr>
          <a:xfrm>
            <a:off x="1115568" y="548640"/>
            <a:ext cx="10168128" cy="1179576"/>
          </a:xfrm>
        </p:spPr>
        <p:txBody>
          <a:bodyPr>
            <a:normAutofit/>
          </a:bodyPr>
          <a:lstStyle/>
          <a:p>
            <a:r>
              <a:rPr lang="en-US" sz="4000"/>
              <a:t>WHOLENESS OF THE LESSON</a:t>
            </a:r>
          </a:p>
        </p:txBody>
      </p:sp>
      <p:sp>
        <p:nvSpPr>
          <p:cNvPr id="13" name="Rectangle 12">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Content Placeholder 2">
            <a:extLst>
              <a:ext uri="{FF2B5EF4-FFF2-40B4-BE49-F238E27FC236}">
                <a16:creationId xmlns:a16="http://schemas.microsoft.com/office/drawing/2014/main" id="{9D75424A-00A8-7B84-832C-64707704549B}"/>
              </a:ext>
            </a:extLst>
          </p:cNvPr>
          <p:cNvSpPr txBox="1">
            <a:spLocks/>
          </p:cNvSpPr>
          <p:nvPr/>
        </p:nvSpPr>
        <p:spPr>
          <a:xfrm>
            <a:off x="626850" y="2404028"/>
            <a:ext cx="11095758" cy="36950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sz="2400" kern="0">
                <a:latin typeface="Aptos" panose="020B0004020202020204" pitchFamily="34" charset="0"/>
                <a:ea typeface="Aptos" panose="020B0004020202020204" pitchFamily="34" charset="0"/>
                <a:cs typeface="Times New Roman" panose="02020603050405020304" pitchFamily="18" charset="0"/>
              </a:rPr>
              <a:t>This lesson integrates app architecture, </a:t>
            </a:r>
            <a:r>
              <a:rPr lang="en-US" sz="2400" kern="0" err="1">
                <a:latin typeface="Aptos" panose="020B0004020202020204" pitchFamily="34" charset="0"/>
                <a:ea typeface="Aptos" panose="020B0004020202020204" pitchFamily="34" charset="0"/>
                <a:cs typeface="Times New Roman" panose="02020603050405020304" pitchFamily="18" charset="0"/>
              </a:rPr>
              <a:t>ViewModel</a:t>
            </a:r>
            <a:r>
              <a:rPr lang="en-US" sz="2400" kern="0">
                <a:latin typeface="Aptos" panose="020B0004020202020204" pitchFamily="34" charset="0"/>
                <a:ea typeface="Aptos" panose="020B0004020202020204" pitchFamily="34" charset="0"/>
                <a:cs typeface="Times New Roman" panose="02020603050405020304" pitchFamily="18" charset="0"/>
              </a:rPr>
              <a:t> state management, unit testing, and dependency injection with Hilt into one cohesive framework that strengthens clarity, reliability, and usability. </a:t>
            </a:r>
            <a:r>
              <a:rPr lang="en-US" sz="2400" i="1" kern="0">
                <a:solidFill>
                  <a:schemeClr val="accent6">
                    <a:lumMod val="50000"/>
                  </a:schemeClr>
                </a:solidFill>
                <a:latin typeface="Aptos" panose="020B0004020202020204" pitchFamily="34" charset="0"/>
                <a:ea typeface="Aptos" panose="020B0004020202020204" pitchFamily="34" charset="0"/>
                <a:cs typeface="Times New Roman" panose="02020603050405020304" pitchFamily="18" charset="0"/>
              </a:rPr>
              <a:t>Science and Technology of Consciousness</a:t>
            </a:r>
            <a:r>
              <a:rPr lang="en-US" sz="2400" i="1" kern="0">
                <a:latin typeface="Aptos" panose="020B0004020202020204" pitchFamily="34" charset="0"/>
                <a:ea typeface="Aptos" panose="020B0004020202020204" pitchFamily="34" charset="0"/>
                <a:cs typeface="Times New Roman" panose="02020603050405020304" pitchFamily="18" charset="0"/>
              </a:rPr>
              <a:t>: </a:t>
            </a:r>
            <a:r>
              <a:rPr lang="en-US" sz="2400" kern="0">
                <a:latin typeface="Aptos" panose="020B0004020202020204" pitchFamily="34" charset="0"/>
                <a:ea typeface="Aptos" panose="020B0004020202020204" pitchFamily="34" charset="0"/>
              </a:rPr>
              <a:t>Just as knowledge is structured in consciousness, where the whole supports and gives meaning to each part, the structure of an app integrates architecture, testing, and UI so every layer contributes to the wholeness of the system.</a:t>
            </a:r>
          </a:p>
        </p:txBody>
      </p:sp>
      <p:sp>
        <p:nvSpPr>
          <p:cNvPr id="3" name="Slide Number Placeholder 2">
            <a:extLst>
              <a:ext uri="{FF2B5EF4-FFF2-40B4-BE49-F238E27FC236}">
                <a16:creationId xmlns:a16="http://schemas.microsoft.com/office/drawing/2014/main" id="{2AD4EDCA-690D-2116-726D-93FCD6B32D2D}"/>
              </a:ext>
            </a:extLst>
          </p:cNvPr>
          <p:cNvSpPr>
            <a:spLocks noGrp="1"/>
          </p:cNvSpPr>
          <p:nvPr>
            <p:ph type="sldNum" sz="quarter" idx="12"/>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289008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0" name="Rectangle 8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reeform: Shape 7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5" name="Rectangle 94">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8A74E3-8575-3DA0-F5ED-BFA0FC55BE79}"/>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Agenda</a:t>
            </a:r>
          </a:p>
        </p:txBody>
      </p:sp>
      <p:graphicFrame>
        <p:nvGraphicFramePr>
          <p:cNvPr id="66" name="Content Placeholder 3">
            <a:extLst>
              <a:ext uri="{FF2B5EF4-FFF2-40B4-BE49-F238E27FC236}">
                <a16:creationId xmlns:a16="http://schemas.microsoft.com/office/drawing/2014/main" id="{00FD67B9-F5B9-C27A-619A-0CED69122335}"/>
              </a:ext>
            </a:extLst>
          </p:cNvPr>
          <p:cNvGraphicFramePr>
            <a:graphicFrameLocks noGrp="1"/>
          </p:cNvGraphicFramePr>
          <p:nvPr>
            <p:ph idx="1"/>
            <p:extLst>
              <p:ext uri="{D42A27DB-BD31-4B8C-83A1-F6EECF244321}">
                <p14:modId xmlns:p14="http://schemas.microsoft.com/office/powerpoint/2010/main" val="239886361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B8F17513-C976-E423-52DC-52723A6D25CD}"/>
              </a:ext>
            </a:extLst>
          </p:cNvPr>
          <p:cNvSpPr>
            <a:spLocks noGrp="1"/>
          </p:cNvSpPr>
          <p:nvPr>
            <p:ph type="sldNum" sz="quarter" idx="12"/>
          </p:nvPr>
        </p:nvSpPr>
        <p:spPr/>
        <p:txBody>
          <a:bodyPr/>
          <a:lstStyle/>
          <a:p>
            <a:fld id="{330EA680-D336-4FF7-8B7A-9848BB0A1C32}" type="slidenum">
              <a:rPr lang="en-US" smtClean="0"/>
              <a:t>5</a:t>
            </a:fld>
            <a:endParaRPr lang="en-US"/>
          </a:p>
        </p:txBody>
      </p:sp>
    </p:spTree>
    <p:extLst>
      <p:ext uri="{BB962C8B-B14F-4D97-AF65-F5344CB8AC3E}">
        <p14:creationId xmlns:p14="http://schemas.microsoft.com/office/powerpoint/2010/main" val="712664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73F56-A8CC-5E8A-D52B-B6D4BB9772EC}"/>
              </a:ext>
            </a:extLst>
          </p:cNvPr>
          <p:cNvSpPr>
            <a:spLocks noGrp="1"/>
          </p:cNvSpPr>
          <p:nvPr>
            <p:ph type="title"/>
          </p:nvPr>
        </p:nvSpPr>
        <p:spPr/>
        <p:txBody>
          <a:bodyPr/>
          <a:lstStyle/>
          <a:p>
            <a:r>
              <a:rPr lang="en-US"/>
              <a:t>Mobile App Architecture</a:t>
            </a:r>
          </a:p>
        </p:txBody>
      </p:sp>
      <p:sp>
        <p:nvSpPr>
          <p:cNvPr id="3" name="Text Placeholder 2">
            <a:extLst>
              <a:ext uri="{FF2B5EF4-FFF2-40B4-BE49-F238E27FC236}">
                <a16:creationId xmlns:a16="http://schemas.microsoft.com/office/drawing/2014/main" id="{E4D30FAE-B2AE-29A3-BCEC-4D9344172418}"/>
              </a:ext>
            </a:extLst>
          </p:cNvPr>
          <p:cNvSpPr>
            <a:spLocks noGrp="1"/>
          </p:cNvSpPr>
          <p:nvPr>
            <p:ph type="body" idx="1"/>
          </p:nvPr>
        </p:nvSpPr>
        <p:spPr/>
        <p:txBody>
          <a:bodyPr/>
          <a:lstStyle/>
          <a:p>
            <a:r>
              <a:rPr lang="en-US"/>
              <a:t>Learn about app architecture and how to use ViewModels, UI State, and StateFlow to build more complex apps.</a:t>
            </a:r>
          </a:p>
        </p:txBody>
      </p:sp>
      <p:sp>
        <p:nvSpPr>
          <p:cNvPr id="4" name="Slide Number Placeholder 3">
            <a:extLst>
              <a:ext uri="{FF2B5EF4-FFF2-40B4-BE49-F238E27FC236}">
                <a16:creationId xmlns:a16="http://schemas.microsoft.com/office/drawing/2014/main" id="{07B05363-DAAF-AE8A-74A6-74FA3A318F64}"/>
              </a:ext>
            </a:extLst>
          </p:cNvPr>
          <p:cNvSpPr>
            <a:spLocks noGrp="1"/>
          </p:cNvSpPr>
          <p:nvPr>
            <p:ph type="sldNum" sz="quarter" idx="12"/>
          </p:nvPr>
        </p:nvSpPr>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2852875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C02B1E-4FEE-5501-6284-8A7590CB5B95}"/>
              </a:ext>
            </a:extLst>
          </p:cNvPr>
          <p:cNvSpPr>
            <a:spLocks noGrp="1"/>
          </p:cNvSpPr>
          <p:nvPr>
            <p:ph type="title"/>
          </p:nvPr>
        </p:nvSpPr>
        <p:spPr>
          <a:xfrm>
            <a:off x="838200" y="556995"/>
            <a:ext cx="10515600" cy="1133693"/>
          </a:xfrm>
        </p:spPr>
        <p:txBody>
          <a:bodyPr>
            <a:normAutofit/>
          </a:bodyPr>
          <a:lstStyle/>
          <a:p>
            <a:r>
              <a:rPr lang="en-US" sz="5200"/>
              <a:t>App Architecture</a:t>
            </a:r>
          </a:p>
        </p:txBody>
      </p:sp>
      <p:graphicFrame>
        <p:nvGraphicFramePr>
          <p:cNvPr id="25" name="Content Placeholder 24">
            <a:extLst>
              <a:ext uri="{FF2B5EF4-FFF2-40B4-BE49-F238E27FC236}">
                <a16:creationId xmlns:a16="http://schemas.microsoft.com/office/drawing/2014/main" id="{B1FA8070-31F8-093C-2A97-18A1E3116AA2}"/>
              </a:ext>
            </a:extLst>
          </p:cNvPr>
          <p:cNvGraphicFramePr>
            <a:graphicFrameLocks noGrp="1"/>
          </p:cNvGraphicFramePr>
          <p:nvPr>
            <p:ph idx="1"/>
            <p:extLst>
              <p:ext uri="{D42A27DB-BD31-4B8C-83A1-F6EECF244321}">
                <p14:modId xmlns:p14="http://schemas.microsoft.com/office/powerpoint/2010/main" val="42177111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35ACA1DC-BE17-7BAA-DF8C-11DEF47DED2D}"/>
              </a:ext>
            </a:extLst>
          </p:cNvPr>
          <p:cNvSpPr>
            <a:spLocks noGrp="1"/>
          </p:cNvSpPr>
          <p:nvPr>
            <p:ph type="sldNum" sz="quarter" idx="12"/>
          </p:nvPr>
        </p:nvSpPr>
        <p:spPr/>
        <p:txBody>
          <a:bodyPr/>
          <a:lstStyle/>
          <a:p>
            <a:fld id="{330EA680-D336-4FF7-8B7A-9848BB0A1C32}" type="slidenum">
              <a:rPr lang="en-US" smtClean="0"/>
              <a:t>7</a:t>
            </a:fld>
            <a:endParaRPr lang="en-US"/>
          </a:p>
        </p:txBody>
      </p:sp>
    </p:spTree>
    <p:extLst>
      <p:ext uri="{BB962C8B-B14F-4D97-AF65-F5344CB8AC3E}">
        <p14:creationId xmlns:p14="http://schemas.microsoft.com/office/powerpoint/2010/main" val="3673055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205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871A57-2C2F-A644-AB13-3C8C095FD801}"/>
              </a:ext>
            </a:extLst>
          </p:cNvPr>
          <p:cNvSpPr>
            <a:spLocks noGrp="1"/>
          </p:cNvSpPr>
          <p:nvPr>
            <p:ph type="title"/>
          </p:nvPr>
        </p:nvSpPr>
        <p:spPr>
          <a:xfrm>
            <a:off x="630936" y="640080"/>
            <a:ext cx="4818888" cy="1481328"/>
          </a:xfrm>
        </p:spPr>
        <p:txBody>
          <a:bodyPr anchor="b">
            <a:normAutofit/>
          </a:bodyPr>
          <a:lstStyle/>
          <a:p>
            <a:r>
              <a:rPr lang="en-US" sz="5000"/>
              <a:t>Recommended app architecture</a:t>
            </a:r>
          </a:p>
        </p:txBody>
      </p:sp>
      <p:sp>
        <p:nvSpPr>
          <p:cNvPr id="2053"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C00EA46-A9EC-A916-FD63-DB654FFD8D54}"/>
              </a:ext>
            </a:extLst>
          </p:cNvPr>
          <p:cNvSpPr>
            <a:spLocks noGrp="1"/>
          </p:cNvSpPr>
          <p:nvPr>
            <p:ph idx="1"/>
          </p:nvPr>
        </p:nvSpPr>
        <p:spPr>
          <a:xfrm>
            <a:off x="630936" y="2660904"/>
            <a:ext cx="4818888" cy="3547872"/>
          </a:xfrm>
        </p:spPr>
        <p:txBody>
          <a:bodyPr anchor="t">
            <a:normAutofit/>
          </a:bodyPr>
          <a:lstStyle/>
          <a:p>
            <a:pPr marL="0" indent="0">
              <a:buNone/>
            </a:pPr>
            <a:r>
              <a:rPr lang="en-US" sz="2200"/>
              <a:t>App should have at least two layers:</a:t>
            </a:r>
          </a:p>
          <a:p>
            <a:r>
              <a:rPr lang="en-US" sz="2200"/>
              <a:t>UI layer</a:t>
            </a:r>
          </a:p>
          <a:p>
            <a:pPr lvl="1"/>
            <a:r>
              <a:rPr lang="en-US" sz="2200"/>
              <a:t>a layer that displays the app data on the screen but is independent of the data.</a:t>
            </a:r>
          </a:p>
          <a:p>
            <a:r>
              <a:rPr lang="en-US" sz="2200"/>
              <a:t>Data layer</a:t>
            </a:r>
          </a:p>
          <a:p>
            <a:pPr lvl="1"/>
            <a:r>
              <a:rPr lang="en-US" sz="2200"/>
              <a:t>a layer that stores, retrieves, and exposes the app data.</a:t>
            </a:r>
          </a:p>
        </p:txBody>
      </p:sp>
      <p:pic>
        <p:nvPicPr>
          <p:cNvPr id="2050" name="Picture 2">
            <a:extLst>
              <a:ext uri="{FF2B5EF4-FFF2-40B4-BE49-F238E27FC236}">
                <a16:creationId xmlns:a16="http://schemas.microsoft.com/office/drawing/2014/main" id="{F4AAFB45-35A2-EE54-890E-71DF9AFA9FE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9048" y="1839076"/>
            <a:ext cx="5458968" cy="317984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846C06B-1B37-78C7-7F1A-30647B36DB36}"/>
              </a:ext>
            </a:extLst>
          </p:cNvPr>
          <p:cNvSpPr txBox="1"/>
          <p:nvPr/>
        </p:nvSpPr>
        <p:spPr>
          <a:xfrm>
            <a:off x="646178" y="5934670"/>
            <a:ext cx="10631422" cy="646331"/>
          </a:xfrm>
          <a:prstGeom prst="rect">
            <a:avLst/>
          </a:prstGeom>
          <a:noFill/>
        </p:spPr>
        <p:txBody>
          <a:bodyPr wrap="square">
            <a:spAutoFit/>
          </a:bodyPr>
          <a:lstStyle/>
          <a:p>
            <a:r>
              <a:rPr lang="en-US"/>
              <a:t>You can add an additional layer called the domain layer to simplify and reuse the interactions between the UI and data layers.</a:t>
            </a:r>
          </a:p>
        </p:txBody>
      </p:sp>
      <p:sp>
        <p:nvSpPr>
          <p:cNvPr id="4" name="Slide Number Placeholder 3">
            <a:extLst>
              <a:ext uri="{FF2B5EF4-FFF2-40B4-BE49-F238E27FC236}">
                <a16:creationId xmlns:a16="http://schemas.microsoft.com/office/drawing/2014/main" id="{08424B1E-D4ED-E743-9C40-680A38031833}"/>
              </a:ext>
            </a:extLst>
          </p:cNvPr>
          <p:cNvSpPr>
            <a:spLocks noGrp="1"/>
          </p:cNvSpPr>
          <p:nvPr>
            <p:ph type="sldNum" sz="quarter" idx="12"/>
          </p:nvPr>
        </p:nvSpPr>
        <p:spPr/>
        <p:txBody>
          <a:bodyPr/>
          <a:lstStyle/>
          <a:p>
            <a:fld id="{330EA680-D336-4FF7-8B7A-9848BB0A1C32}" type="slidenum">
              <a:rPr lang="en-US" smtClean="0"/>
              <a:t>8</a:t>
            </a:fld>
            <a:endParaRPr lang="en-US"/>
          </a:p>
        </p:txBody>
      </p:sp>
    </p:spTree>
    <p:extLst>
      <p:ext uri="{BB962C8B-B14F-4D97-AF65-F5344CB8AC3E}">
        <p14:creationId xmlns:p14="http://schemas.microsoft.com/office/powerpoint/2010/main" val="324030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5E0D5C-422C-9D26-E343-21EAA21BC8D4}"/>
              </a:ext>
            </a:extLst>
          </p:cNvPr>
          <p:cNvSpPr>
            <a:spLocks noGrp="1"/>
          </p:cNvSpPr>
          <p:nvPr>
            <p:ph type="title"/>
          </p:nvPr>
        </p:nvSpPr>
        <p:spPr>
          <a:xfrm>
            <a:off x="630936" y="640080"/>
            <a:ext cx="4818888" cy="1481328"/>
          </a:xfrm>
        </p:spPr>
        <p:txBody>
          <a:bodyPr anchor="b">
            <a:normAutofit/>
          </a:bodyPr>
          <a:lstStyle/>
          <a:p>
            <a:r>
              <a:rPr lang="en-US" sz="5400"/>
              <a:t>UI Layer</a:t>
            </a:r>
          </a:p>
        </p:txBody>
      </p:sp>
      <p:sp>
        <p:nvSpPr>
          <p:cNvPr id="3088"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F6331B1-4FB1-1B20-33DC-94933D519F57}"/>
              </a:ext>
            </a:extLst>
          </p:cNvPr>
          <p:cNvSpPr>
            <a:spLocks noGrp="1"/>
          </p:cNvSpPr>
          <p:nvPr>
            <p:ph idx="1"/>
          </p:nvPr>
        </p:nvSpPr>
        <p:spPr>
          <a:xfrm>
            <a:off x="630936" y="2660904"/>
            <a:ext cx="4818888" cy="3547872"/>
          </a:xfrm>
        </p:spPr>
        <p:txBody>
          <a:bodyPr anchor="t">
            <a:normAutofit/>
          </a:bodyPr>
          <a:lstStyle/>
          <a:p>
            <a:r>
              <a:rPr lang="en-US" sz="2200"/>
              <a:t>The role of the UI layer, or presentation layer, is to display the application data on the screen. </a:t>
            </a:r>
          </a:p>
          <a:p>
            <a:r>
              <a:rPr lang="en-US" sz="2200"/>
              <a:t>Whenever the data changes due to a user interaction, such as pressing a button, the UI should update to reflect the changes.</a:t>
            </a:r>
          </a:p>
          <a:p>
            <a:endParaRPr lang="en-US" sz="2200"/>
          </a:p>
        </p:txBody>
      </p:sp>
      <p:pic>
        <p:nvPicPr>
          <p:cNvPr id="3074" name="Picture 2">
            <a:extLst>
              <a:ext uri="{FF2B5EF4-FFF2-40B4-BE49-F238E27FC236}">
                <a16:creationId xmlns:a16="http://schemas.microsoft.com/office/drawing/2014/main" id="{20CD6930-D8EE-472E-6606-4382B65D13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9048" y="1518362"/>
            <a:ext cx="5458968" cy="382127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BA078780-912E-29CC-E21E-CE1E359F881E}"/>
              </a:ext>
            </a:extLst>
          </p:cNvPr>
          <p:cNvSpPr>
            <a:spLocks noGrp="1"/>
          </p:cNvSpPr>
          <p:nvPr>
            <p:ph type="sldNum" sz="quarter" idx="12"/>
          </p:nvPr>
        </p:nvSpPr>
        <p:spPr/>
        <p:txBody>
          <a:bodyPr/>
          <a:lstStyle/>
          <a:p>
            <a:fld id="{330EA680-D336-4FF7-8B7A-9848BB0A1C32}" type="slidenum">
              <a:rPr lang="en-US" smtClean="0"/>
              <a:t>9</a:t>
            </a:fld>
            <a:endParaRPr lang="en-US"/>
          </a:p>
        </p:txBody>
      </p:sp>
    </p:spTree>
    <p:extLst>
      <p:ext uri="{BB962C8B-B14F-4D97-AF65-F5344CB8AC3E}">
        <p14:creationId xmlns:p14="http://schemas.microsoft.com/office/powerpoint/2010/main" val="408537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0" name="Rectangle 308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5E0D5C-422C-9D26-E343-21EAA21BC8D4}"/>
              </a:ext>
            </a:extLst>
          </p:cNvPr>
          <p:cNvSpPr>
            <a:spLocks noGrp="1"/>
          </p:cNvSpPr>
          <p:nvPr>
            <p:ph type="title"/>
          </p:nvPr>
        </p:nvSpPr>
        <p:spPr>
          <a:xfrm>
            <a:off x="630936" y="640080"/>
            <a:ext cx="4818888" cy="1481328"/>
          </a:xfrm>
        </p:spPr>
        <p:txBody>
          <a:bodyPr anchor="b">
            <a:normAutofit/>
          </a:bodyPr>
          <a:lstStyle/>
          <a:p>
            <a:r>
              <a:rPr lang="en-US" sz="5400"/>
              <a:t>UI Layer</a:t>
            </a:r>
          </a:p>
        </p:txBody>
      </p:sp>
      <p:sp>
        <p:nvSpPr>
          <p:cNvPr id="3091"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F6331B1-4FB1-1B20-33DC-94933D519F57}"/>
              </a:ext>
            </a:extLst>
          </p:cNvPr>
          <p:cNvSpPr>
            <a:spLocks noGrp="1"/>
          </p:cNvSpPr>
          <p:nvPr>
            <p:ph idx="1"/>
          </p:nvPr>
        </p:nvSpPr>
        <p:spPr>
          <a:xfrm>
            <a:off x="630935" y="2660904"/>
            <a:ext cx="10588608" cy="3547872"/>
          </a:xfrm>
        </p:spPr>
        <p:txBody>
          <a:bodyPr anchor="t">
            <a:normAutofit/>
          </a:bodyPr>
          <a:lstStyle/>
          <a:p>
            <a:pPr marL="0" indent="0">
              <a:buNone/>
            </a:pPr>
            <a:r>
              <a:rPr lang="en-US" sz="3200"/>
              <a:t>The UI layer is made up of the following components:</a:t>
            </a:r>
          </a:p>
          <a:p>
            <a:r>
              <a:rPr lang="en-US" sz="3200"/>
              <a:t>UI elements</a:t>
            </a:r>
          </a:p>
          <a:p>
            <a:pPr lvl="1"/>
            <a:r>
              <a:rPr lang="en-US" sz="2800"/>
              <a:t>components that render the data on the screen. You build these elements using Jetpack Compose.</a:t>
            </a:r>
          </a:p>
          <a:p>
            <a:r>
              <a:rPr lang="en-US" sz="3200"/>
              <a:t>State holders</a:t>
            </a:r>
          </a:p>
          <a:p>
            <a:pPr lvl="1"/>
            <a:r>
              <a:rPr lang="en-US" sz="2800"/>
              <a:t>components that hold the data, expose it to the UI, and handle the app logic. An example state holder is </a:t>
            </a:r>
            <a:r>
              <a:rPr lang="en-US" sz="2800" err="1"/>
              <a:t>ViewModel</a:t>
            </a:r>
            <a:r>
              <a:rPr lang="en-US" sz="2800"/>
              <a:t>.</a:t>
            </a:r>
          </a:p>
        </p:txBody>
      </p:sp>
      <p:pic>
        <p:nvPicPr>
          <p:cNvPr id="3074" name="Picture 2" descr="A diagram of data layer&#10;&#10;Description automatically generated">
            <a:extLst>
              <a:ext uri="{FF2B5EF4-FFF2-40B4-BE49-F238E27FC236}">
                <a16:creationId xmlns:a16="http://schemas.microsoft.com/office/drawing/2014/main" id="{20CD6930-D8EE-472E-6606-4382B65D13A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51" b="7329"/>
          <a:stretch/>
        </p:blipFill>
        <p:spPr bwMode="auto">
          <a:xfrm>
            <a:off x="8293629" y="-26852"/>
            <a:ext cx="4107542" cy="281519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0583CCD6-5E0C-48B9-B3C2-ECFB3027897C}"/>
              </a:ext>
            </a:extLst>
          </p:cNvPr>
          <p:cNvSpPr>
            <a:spLocks noGrp="1"/>
          </p:cNvSpPr>
          <p:nvPr>
            <p:ph type="sldNum" sz="quarter" idx="12"/>
          </p:nvPr>
        </p:nvSpPr>
        <p:spPr/>
        <p:txBody>
          <a:bodyPr/>
          <a:lstStyle/>
          <a:p>
            <a:fld id="{330EA680-D336-4FF7-8B7A-9848BB0A1C32}" type="slidenum">
              <a:rPr lang="en-US" smtClean="0"/>
              <a:t>10</a:t>
            </a:fld>
            <a:endParaRPr lang="en-US"/>
          </a:p>
        </p:txBody>
      </p:sp>
    </p:spTree>
    <p:extLst>
      <p:ext uri="{BB962C8B-B14F-4D97-AF65-F5344CB8AC3E}">
        <p14:creationId xmlns:p14="http://schemas.microsoft.com/office/powerpoint/2010/main" val="1114933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1" name="Rectangle 309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5E0D5C-422C-9D26-E343-21EAA21BC8D4}"/>
              </a:ext>
            </a:extLst>
          </p:cNvPr>
          <p:cNvSpPr>
            <a:spLocks noGrp="1"/>
          </p:cNvSpPr>
          <p:nvPr>
            <p:ph type="title"/>
          </p:nvPr>
        </p:nvSpPr>
        <p:spPr>
          <a:xfrm>
            <a:off x="630936" y="640080"/>
            <a:ext cx="4818888" cy="1481328"/>
          </a:xfrm>
        </p:spPr>
        <p:txBody>
          <a:bodyPr anchor="b">
            <a:normAutofit/>
          </a:bodyPr>
          <a:lstStyle/>
          <a:p>
            <a:r>
              <a:rPr lang="en-US" sz="5400"/>
              <a:t>ViewModel</a:t>
            </a:r>
          </a:p>
        </p:txBody>
      </p:sp>
      <p:sp>
        <p:nvSpPr>
          <p:cNvPr id="309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F6331B1-4FB1-1B20-33DC-94933D519F57}"/>
              </a:ext>
            </a:extLst>
          </p:cNvPr>
          <p:cNvSpPr>
            <a:spLocks noGrp="1"/>
          </p:cNvSpPr>
          <p:nvPr>
            <p:ph idx="1"/>
          </p:nvPr>
        </p:nvSpPr>
        <p:spPr>
          <a:xfrm>
            <a:off x="630935" y="2660904"/>
            <a:ext cx="5944035" cy="3557016"/>
          </a:xfrm>
        </p:spPr>
        <p:txBody>
          <a:bodyPr anchor="t">
            <a:normAutofit/>
          </a:bodyPr>
          <a:lstStyle/>
          <a:p>
            <a:r>
              <a:rPr lang="en-US" sz="2200"/>
              <a:t>The </a:t>
            </a:r>
            <a:r>
              <a:rPr lang="en-US" sz="2200" err="1"/>
              <a:t>ViewModel</a:t>
            </a:r>
            <a:r>
              <a:rPr lang="en-US" sz="2200"/>
              <a:t> component holds and exposes the state the UI consumes. </a:t>
            </a:r>
          </a:p>
          <a:p>
            <a:r>
              <a:rPr lang="en-US" sz="2200"/>
              <a:t>The UI state is application data transformed by </a:t>
            </a:r>
            <a:r>
              <a:rPr lang="en-US" sz="2200" err="1"/>
              <a:t>ViewModel</a:t>
            </a:r>
            <a:r>
              <a:rPr lang="en-US" sz="2200"/>
              <a:t>.</a:t>
            </a:r>
          </a:p>
          <a:p>
            <a:r>
              <a:rPr lang="en-US" sz="2200" err="1"/>
              <a:t>ViewModel</a:t>
            </a:r>
            <a:r>
              <a:rPr lang="en-US" sz="2200"/>
              <a:t> lets the app follow the architecture principle of driving the UI from the model.</a:t>
            </a:r>
          </a:p>
        </p:txBody>
      </p:sp>
      <p:pic>
        <p:nvPicPr>
          <p:cNvPr id="3074" name="Picture 2" descr="A diagram of data layer&#10;&#10;Description automatically generated">
            <a:extLst>
              <a:ext uri="{FF2B5EF4-FFF2-40B4-BE49-F238E27FC236}">
                <a16:creationId xmlns:a16="http://schemas.microsoft.com/office/drawing/2014/main" id="{20CD6930-D8EE-472E-6606-4382B65D13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16040" y="1794133"/>
            <a:ext cx="5458968" cy="382127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004DC243-A096-2CB0-F637-801714306C31}"/>
              </a:ext>
            </a:extLst>
          </p:cNvPr>
          <p:cNvSpPr>
            <a:spLocks noGrp="1"/>
          </p:cNvSpPr>
          <p:nvPr>
            <p:ph type="sldNum" sz="quarter" idx="12"/>
          </p:nvPr>
        </p:nvSpPr>
        <p:spPr/>
        <p:txBody>
          <a:bodyPr/>
          <a:lstStyle/>
          <a:p>
            <a:fld id="{330EA680-D336-4FF7-8B7A-9848BB0A1C32}" type="slidenum">
              <a:rPr lang="en-US" smtClean="0"/>
              <a:t>11</a:t>
            </a:fld>
            <a:endParaRPr lang="en-US"/>
          </a:p>
        </p:txBody>
      </p:sp>
    </p:spTree>
    <p:extLst>
      <p:ext uri="{BB962C8B-B14F-4D97-AF65-F5344CB8AC3E}">
        <p14:creationId xmlns:p14="http://schemas.microsoft.com/office/powerpoint/2010/main" val="1666424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09D27-5064-1847-2AF6-12FA394BD504}"/>
              </a:ext>
            </a:extLst>
          </p:cNvPr>
          <p:cNvSpPr>
            <a:spLocks noGrp="1"/>
          </p:cNvSpPr>
          <p:nvPr>
            <p:ph type="ctrTitle"/>
          </p:nvPr>
        </p:nvSpPr>
        <p:spPr/>
        <p:txBody>
          <a:bodyPr/>
          <a:lstStyle/>
          <a:p>
            <a:r>
              <a:rPr lang="en-US"/>
              <a:t>Do not mix Logic with View</a:t>
            </a:r>
          </a:p>
        </p:txBody>
      </p:sp>
      <p:sp>
        <p:nvSpPr>
          <p:cNvPr id="3" name="Subtitle 2">
            <a:extLst>
              <a:ext uri="{FF2B5EF4-FFF2-40B4-BE49-F238E27FC236}">
                <a16:creationId xmlns:a16="http://schemas.microsoft.com/office/drawing/2014/main" id="{0781DD52-1858-8D60-452D-6DB01D189CDF}"/>
              </a:ext>
            </a:extLst>
          </p:cNvPr>
          <p:cNvSpPr>
            <a:spLocks noGrp="1"/>
          </p:cNvSpPr>
          <p:nvPr>
            <p:ph type="subTitle" idx="1"/>
          </p:nvPr>
        </p:nvSpPr>
        <p:spPr/>
        <p:txBody>
          <a:bodyPr/>
          <a:lstStyle/>
          <a:p>
            <a:r>
              <a:rPr lang="en-US"/>
              <a:t>Separation of Concern</a:t>
            </a:r>
          </a:p>
        </p:txBody>
      </p:sp>
      <p:sp>
        <p:nvSpPr>
          <p:cNvPr id="4" name="Slide Number Placeholder 3">
            <a:extLst>
              <a:ext uri="{FF2B5EF4-FFF2-40B4-BE49-F238E27FC236}">
                <a16:creationId xmlns:a16="http://schemas.microsoft.com/office/drawing/2014/main" id="{9EBD7C37-A997-F1F1-1F5C-FAA709080FAE}"/>
              </a:ext>
            </a:extLst>
          </p:cNvPr>
          <p:cNvSpPr>
            <a:spLocks noGrp="1"/>
          </p:cNvSpPr>
          <p:nvPr>
            <p:ph type="sldNum" sz="quarter" idx="12"/>
          </p:nvPr>
        </p:nvSpPr>
        <p:spPr/>
        <p:txBody>
          <a:bodyPr/>
          <a:lstStyle/>
          <a:p>
            <a:fld id="{330EA680-D336-4FF7-8B7A-9848BB0A1C32}" type="slidenum">
              <a:rPr lang="en-US" smtClean="0"/>
              <a:t>12</a:t>
            </a:fld>
            <a:endParaRPr lang="en-US"/>
          </a:p>
        </p:txBody>
      </p:sp>
    </p:spTree>
    <p:extLst>
      <p:ext uri="{BB962C8B-B14F-4D97-AF65-F5344CB8AC3E}">
        <p14:creationId xmlns:p14="http://schemas.microsoft.com/office/powerpoint/2010/main" val="593572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57B6B8-FA7F-E590-080F-D9BA8DED4049}"/>
              </a:ext>
            </a:extLst>
          </p:cNvPr>
          <p:cNvSpPr txBox="1"/>
          <p:nvPr/>
        </p:nvSpPr>
        <p:spPr>
          <a:xfrm>
            <a:off x="0" y="96229"/>
            <a:ext cx="7670495" cy="6863417"/>
          </a:xfrm>
          <a:prstGeom prst="rect">
            <a:avLst/>
          </a:prstGeom>
          <a:noFill/>
        </p:spPr>
        <p:txBody>
          <a:bodyPr wrap="square">
            <a:spAutoFit/>
          </a:bodyPr>
          <a:lstStyle/>
          <a:p>
            <a:r>
              <a:rPr lang="en-US" sz="2000">
                <a:solidFill>
                  <a:srgbClr val="9E880D"/>
                </a:solidFill>
                <a:effectLst/>
                <a:highlight>
                  <a:srgbClr val="FFFFFF"/>
                </a:highlight>
              </a:rPr>
              <a:t>@Composable</a:t>
            </a:r>
            <a:br>
              <a:rPr lang="en-US" sz="2000">
                <a:solidFill>
                  <a:srgbClr val="9E880D"/>
                </a:solidFill>
                <a:effectLst/>
                <a:highlight>
                  <a:srgbClr val="FFFFFF"/>
                </a:highlight>
              </a:rPr>
            </a:br>
            <a:r>
              <a:rPr lang="en-US" sz="2000">
                <a:solidFill>
                  <a:srgbClr val="0033B3"/>
                </a:solidFill>
                <a:effectLst/>
                <a:highlight>
                  <a:srgbClr val="FFFFFF"/>
                </a:highlight>
              </a:rPr>
              <a:t>fun </a:t>
            </a:r>
            <a:r>
              <a:rPr lang="en-US" sz="2000" err="1">
                <a:solidFill>
                  <a:srgbClr val="00627A"/>
                </a:solidFill>
                <a:effectLst/>
                <a:highlight>
                  <a:srgbClr val="FFFFFF"/>
                </a:highlight>
              </a:rPr>
              <a:t>MainScreen</a:t>
            </a:r>
            <a:r>
              <a:rPr lang="en-US" sz="2000">
                <a:solidFill>
                  <a:srgbClr val="080808"/>
                </a:solidFill>
                <a:effectLst/>
                <a:highlight>
                  <a:srgbClr val="FFFFFF"/>
                </a:highlight>
              </a:rPr>
              <a:t>(</a:t>
            </a:r>
            <a:r>
              <a:rPr lang="en-US" sz="2000">
                <a:solidFill>
                  <a:srgbClr val="000000"/>
                </a:solidFill>
                <a:effectLst/>
                <a:highlight>
                  <a:srgbClr val="FFFFFF"/>
                </a:highlight>
              </a:rPr>
              <a:t>modifier</a:t>
            </a:r>
            <a:r>
              <a:rPr lang="en-US" sz="2000">
                <a:solidFill>
                  <a:srgbClr val="080808"/>
                </a:solidFill>
                <a:effectLst/>
                <a:highlight>
                  <a:srgbClr val="FFFFFF"/>
                </a:highlight>
              </a:rPr>
              <a:t>: </a:t>
            </a:r>
            <a:r>
              <a:rPr lang="en-US" sz="2000">
                <a:solidFill>
                  <a:srgbClr val="000000"/>
                </a:solidFill>
                <a:effectLst/>
                <a:highlight>
                  <a:srgbClr val="FFFFFF"/>
                </a:highlight>
              </a:rPr>
              <a:t>Modifier </a:t>
            </a:r>
            <a:r>
              <a:rPr lang="en-US" sz="2000">
                <a:solidFill>
                  <a:srgbClr val="080808"/>
                </a:solidFill>
                <a:effectLst/>
                <a:highlight>
                  <a:srgbClr val="FFFFFF"/>
                </a:highlight>
              </a:rPr>
              <a:t>= </a:t>
            </a:r>
            <a:r>
              <a:rPr lang="en-US" sz="2000">
                <a:solidFill>
                  <a:srgbClr val="000000"/>
                </a:solidFill>
                <a:effectLst/>
                <a:highlight>
                  <a:srgbClr val="FFFFFF"/>
                </a:highlight>
              </a:rPr>
              <a:t>Modifier</a:t>
            </a:r>
            <a:r>
              <a:rPr lang="en-US" sz="2000">
                <a:solidFill>
                  <a:srgbClr val="080808"/>
                </a:solidFill>
                <a:effectLst/>
                <a:highlight>
                  <a:srgbClr val="FFFFFF"/>
                </a:highlight>
              </a:rPr>
              <a:t>) {</a:t>
            </a:r>
          </a:p>
          <a:p>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33B3"/>
                </a:solidFill>
                <a:effectLst/>
                <a:highlight>
                  <a:srgbClr val="FFFFFF"/>
                </a:highlight>
              </a:rPr>
              <a:t>var </a:t>
            </a:r>
            <a:r>
              <a:rPr lang="en-US" sz="2000">
                <a:solidFill>
                  <a:srgbClr val="000000"/>
                </a:solidFill>
                <a:effectLst/>
                <a:highlight>
                  <a:srgbClr val="FFFFFF"/>
                </a:highlight>
              </a:rPr>
              <a:t>counter </a:t>
            </a:r>
            <a:r>
              <a:rPr lang="en-US" sz="2000">
                <a:solidFill>
                  <a:srgbClr val="080808"/>
                </a:solidFill>
                <a:effectLst/>
                <a:highlight>
                  <a:srgbClr val="FFFFFF"/>
                </a:highlight>
              </a:rPr>
              <a:t>= </a:t>
            </a:r>
            <a:r>
              <a:rPr lang="en-US" sz="2000">
                <a:solidFill>
                  <a:srgbClr val="009900"/>
                </a:solidFill>
                <a:effectLst/>
                <a:highlight>
                  <a:srgbClr val="FFFFFF"/>
                </a:highlight>
              </a:rPr>
              <a:t>remember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i="1" err="1">
                <a:solidFill>
                  <a:srgbClr val="00627A"/>
                </a:solidFill>
                <a:effectLst/>
                <a:highlight>
                  <a:srgbClr val="FFFFFF"/>
                </a:highlight>
              </a:rPr>
              <a:t>mutableIntStateOf</a:t>
            </a:r>
            <a:r>
              <a:rPr lang="en-US" sz="2000">
                <a:solidFill>
                  <a:srgbClr val="080808"/>
                </a:solidFill>
                <a:effectLst/>
                <a:highlight>
                  <a:srgbClr val="FFFFFF"/>
                </a:highlight>
              </a:rPr>
              <a:t>(</a:t>
            </a:r>
            <a:r>
              <a:rPr lang="en-US" sz="2000">
                <a:solidFill>
                  <a:srgbClr val="1750EB"/>
                </a:solidFill>
                <a:effectLst/>
                <a:highlight>
                  <a:srgbClr val="FFFFFF"/>
                </a:highlight>
              </a:rPr>
              <a:t>0</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33B3"/>
                </a:solidFill>
                <a:effectLst/>
                <a:highlight>
                  <a:srgbClr val="FFFFFF"/>
                </a:highlight>
              </a:rPr>
              <a:t>var </a:t>
            </a:r>
            <a:r>
              <a:rPr lang="en-US" sz="2000">
                <a:solidFill>
                  <a:srgbClr val="000000"/>
                </a:solidFill>
                <a:effectLst/>
                <a:highlight>
                  <a:srgbClr val="FFFFFF"/>
                </a:highlight>
              </a:rPr>
              <a:t>increment </a:t>
            </a:r>
            <a:r>
              <a:rPr lang="en-US" sz="2000">
                <a:solidFill>
                  <a:srgbClr val="080808"/>
                </a:solidFill>
                <a:effectLst/>
                <a:highlight>
                  <a:srgbClr val="FFFFFF"/>
                </a:highlight>
              </a:rPr>
              <a:t>= </a:t>
            </a:r>
            <a:r>
              <a:rPr lang="en-US" sz="2000" b="1">
                <a:solidFill>
                  <a:srgbClr val="080808"/>
                </a:solidFill>
                <a:effectLst/>
                <a:highlight>
                  <a:srgbClr val="FFFFFF"/>
                </a:highlight>
              </a:rPr>
              <a:t>{ </a:t>
            </a:r>
            <a:r>
              <a:rPr lang="en-US" sz="2000" err="1">
                <a:solidFill>
                  <a:srgbClr val="000000"/>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33B3"/>
                </a:solidFill>
                <a:effectLst/>
                <a:highlight>
                  <a:srgbClr val="FFFFFF"/>
                </a:highlight>
              </a:rPr>
              <a:t>var </a:t>
            </a:r>
            <a:r>
              <a:rPr lang="en-US" sz="2000">
                <a:solidFill>
                  <a:srgbClr val="000000"/>
                </a:solidFill>
                <a:effectLst/>
                <a:highlight>
                  <a:srgbClr val="FFFFFF"/>
                </a:highlight>
              </a:rPr>
              <a:t>decrement </a:t>
            </a:r>
            <a:r>
              <a:rPr lang="en-US" sz="2000">
                <a:solidFill>
                  <a:srgbClr val="080808"/>
                </a:solidFill>
                <a:effectLst/>
                <a:highlight>
                  <a:srgbClr val="FFFFFF"/>
                </a:highlight>
              </a:rPr>
              <a:t>= </a:t>
            </a:r>
            <a:r>
              <a:rPr lang="en-US" sz="2000" b="1">
                <a:solidFill>
                  <a:srgbClr val="080808"/>
                </a:solidFill>
                <a:effectLst/>
                <a:highlight>
                  <a:srgbClr val="FFFFFF"/>
                </a:highlight>
              </a:rPr>
              <a:t>{ </a:t>
            </a:r>
            <a:r>
              <a:rPr lang="en-US" sz="2000" err="1">
                <a:solidFill>
                  <a:srgbClr val="000000"/>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080808"/>
                </a:solidFill>
                <a:effectLst/>
                <a:highlight>
                  <a:srgbClr val="FFFFFF"/>
                </a:highlight>
              </a:rPr>
              <a:t>-- </a:t>
            </a:r>
            <a:r>
              <a:rPr lang="en-US" sz="2000" b="1">
                <a:solidFill>
                  <a:srgbClr val="080808"/>
                </a:solidFill>
                <a:effectLst/>
                <a:highlight>
                  <a:srgbClr val="FFFFFF"/>
                </a:highlight>
              </a:rPr>
              <a:t>}</a:t>
            </a:r>
          </a:p>
          <a:p>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Column</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4A86E8"/>
                </a:solidFill>
                <a:effectLst/>
                <a:highlight>
                  <a:srgbClr val="FFFFFF"/>
                </a:highlight>
              </a:rPr>
              <a:t>modifier = </a:t>
            </a:r>
            <a:r>
              <a:rPr lang="en-US" sz="2000" err="1">
                <a:solidFill>
                  <a:srgbClr val="000000"/>
                </a:solidFill>
                <a:effectLst/>
                <a:highlight>
                  <a:srgbClr val="FFFFFF"/>
                </a:highlight>
              </a:rPr>
              <a:t>modifier</a:t>
            </a:r>
            <a:r>
              <a:rPr lang="en-US" sz="2000" err="1">
                <a:solidFill>
                  <a:srgbClr val="080808"/>
                </a:solidFill>
                <a:effectLst/>
                <a:highlight>
                  <a:srgbClr val="FFFFFF"/>
                </a:highlight>
              </a:rPr>
              <a:t>.</a:t>
            </a:r>
            <a:r>
              <a:rPr lang="en-US" sz="2000" i="1" err="1">
                <a:solidFill>
                  <a:srgbClr val="00627A"/>
                </a:solidFill>
                <a:effectLst/>
                <a:highlight>
                  <a:srgbClr val="FFFFFF"/>
                </a:highlight>
              </a:rPr>
              <a:t>fillMaxSize</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4A86E8"/>
                </a:solidFill>
                <a:effectLst/>
                <a:highlight>
                  <a:srgbClr val="FFFFFF"/>
                </a:highlight>
              </a:rPr>
              <a:t>//..</a:t>
            </a:r>
            <a:br>
              <a:rPr lang="en-US" sz="2000">
                <a:solidFill>
                  <a:srgbClr val="871094"/>
                </a:solidFill>
                <a:effectLst/>
                <a:highlight>
                  <a:srgbClr val="FFFFFF"/>
                </a:highlight>
              </a:rPr>
            </a:b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Button</a:t>
            </a:r>
            <a:r>
              <a:rPr lang="en-US" sz="2000">
                <a:solidFill>
                  <a:srgbClr val="080808"/>
                </a:solidFill>
                <a:effectLst/>
                <a:highlight>
                  <a:srgbClr val="FFFFFF"/>
                </a:highlight>
              </a:rPr>
              <a:t>(</a:t>
            </a:r>
            <a:r>
              <a:rPr lang="en-US" sz="2000" err="1">
                <a:solidFill>
                  <a:srgbClr val="4A86E8"/>
                </a:solidFill>
                <a:effectLst/>
                <a:highlight>
                  <a:srgbClr val="FFFFFF"/>
                </a:highlight>
              </a:rPr>
              <a:t>onClick</a:t>
            </a:r>
            <a:r>
              <a:rPr lang="en-US" sz="2000">
                <a:solidFill>
                  <a:srgbClr val="4A86E8"/>
                </a:solidFill>
                <a:effectLst/>
                <a:highlight>
                  <a:srgbClr val="FFFFFF"/>
                </a:highlight>
              </a:rPr>
              <a:t> = </a:t>
            </a:r>
            <a:r>
              <a:rPr lang="en-US" sz="2000" b="1">
                <a:solidFill>
                  <a:srgbClr val="080808"/>
                </a:solidFill>
                <a:effectLst/>
                <a:highlight>
                  <a:srgbClr val="FFFFFF"/>
                </a:highlight>
              </a:rPr>
              <a:t>{ </a:t>
            </a:r>
            <a:r>
              <a:rPr lang="en-US" sz="2000">
                <a:solidFill>
                  <a:srgbClr val="000000"/>
                </a:solidFill>
                <a:effectLst/>
                <a:highlight>
                  <a:srgbClr val="FFFFFF"/>
                </a:highlight>
              </a:rPr>
              <a:t>increment</a:t>
            </a:r>
            <a:r>
              <a:rPr lang="en-US" sz="2000">
                <a:solidFill>
                  <a:srgbClr val="080808"/>
                </a:solidFill>
                <a:effectLst/>
                <a:highlight>
                  <a:srgbClr val="FFFFFF"/>
                </a:highlight>
              </a:rPr>
              <a:t>() </a:t>
            </a:r>
            <a:r>
              <a:rPr lang="en-US" sz="2000" b="1">
                <a:solidFill>
                  <a:srgbClr val="080808"/>
                </a:solidFill>
                <a:effectLst/>
                <a:highlight>
                  <a:srgbClr val="FFFFFF"/>
                </a:highlight>
              </a:rPr>
              <a:t>}</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a:solidFill>
                  <a:srgbClr val="067D17"/>
                </a:solidFill>
                <a:effectLst/>
                <a:highlight>
                  <a:srgbClr val="FFFFFF"/>
                </a:highlight>
              </a:rPr>
              <a:t>"Increment"</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a:solidFill>
                  <a:srgbClr val="067D17"/>
                </a:solidFill>
                <a:effectLst/>
                <a:highlight>
                  <a:srgbClr val="FFFFFF"/>
                </a:highlight>
              </a:rPr>
              <a:t>"</a:t>
            </a:r>
            <a:r>
              <a:rPr lang="en-US" sz="2000">
                <a:solidFill>
                  <a:srgbClr val="0037A6"/>
                </a:solidFill>
                <a:effectLst/>
                <a:highlight>
                  <a:srgbClr val="FFFFFF"/>
                </a:highlight>
              </a:rPr>
              <a:t>${</a:t>
            </a:r>
            <a:r>
              <a:rPr lang="en-US" sz="2000" err="1">
                <a:solidFill>
                  <a:srgbClr val="000000"/>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0037A6"/>
                </a:solidFill>
                <a:effectLst/>
                <a:highlight>
                  <a:srgbClr val="FFFFFF"/>
                </a:highlight>
              </a:rPr>
              <a:t>}</a:t>
            </a:r>
            <a:r>
              <a:rPr lang="en-US" sz="2000">
                <a:solidFill>
                  <a:srgbClr val="067D17"/>
                </a:solidFill>
                <a:effectLst/>
                <a:highlight>
                  <a:srgbClr val="FFFFFF"/>
                </a:highlight>
              </a:rPr>
              <a:t>"</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9900"/>
                </a:solidFill>
                <a:effectLst/>
                <a:highlight>
                  <a:srgbClr val="FFFFFF"/>
                </a:highlight>
              </a:rPr>
              <a:t>Button</a:t>
            </a:r>
            <a:r>
              <a:rPr lang="en-US" sz="2000">
                <a:solidFill>
                  <a:srgbClr val="080808"/>
                </a:solidFill>
                <a:effectLst/>
                <a:highlight>
                  <a:srgbClr val="FFFFFF"/>
                </a:highlight>
              </a:rPr>
              <a:t>(</a:t>
            </a:r>
            <a:r>
              <a:rPr lang="en-US" sz="2000" err="1">
                <a:solidFill>
                  <a:srgbClr val="4A86E8"/>
                </a:solidFill>
                <a:effectLst/>
                <a:highlight>
                  <a:srgbClr val="FFFFFF"/>
                </a:highlight>
              </a:rPr>
              <a:t>onClick</a:t>
            </a:r>
            <a:r>
              <a:rPr lang="en-US" sz="2000">
                <a:solidFill>
                  <a:srgbClr val="4A86E8"/>
                </a:solidFill>
                <a:effectLst/>
                <a:highlight>
                  <a:srgbClr val="FFFFFF"/>
                </a:highlight>
              </a:rPr>
              <a:t> = </a:t>
            </a:r>
            <a:r>
              <a:rPr lang="en-US" sz="2000" b="1">
                <a:solidFill>
                  <a:srgbClr val="080808"/>
                </a:solidFill>
                <a:effectLst/>
                <a:highlight>
                  <a:srgbClr val="FFFFFF"/>
                </a:highlight>
              </a:rPr>
              <a:t>{ </a:t>
            </a:r>
            <a:r>
              <a:rPr lang="en-US" sz="2000">
                <a:solidFill>
                  <a:srgbClr val="000000"/>
                </a:solidFill>
                <a:effectLst/>
                <a:highlight>
                  <a:srgbClr val="FFFFFF"/>
                </a:highlight>
              </a:rPr>
              <a:t>decrement</a:t>
            </a:r>
            <a:r>
              <a:rPr lang="en-US" sz="2000">
                <a:solidFill>
                  <a:srgbClr val="080808"/>
                </a:solidFill>
                <a:effectLst/>
                <a:highlight>
                  <a:srgbClr val="FFFFFF"/>
                </a:highlight>
              </a:rPr>
              <a:t>() </a:t>
            </a:r>
            <a:r>
              <a:rPr lang="en-US" sz="2000" b="1">
                <a:solidFill>
                  <a:srgbClr val="080808"/>
                </a:solidFill>
                <a:effectLst/>
                <a:highlight>
                  <a:srgbClr val="FFFFFF"/>
                </a:highlight>
              </a:rPr>
              <a:t>}</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a:solidFill>
                  <a:srgbClr val="067D17"/>
                </a:solidFill>
                <a:effectLst/>
                <a:highlight>
                  <a:srgbClr val="FFFFFF"/>
                </a:highlight>
              </a:rPr>
              <a:t>"Decrement"</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br>
              <a:rPr lang="en-US" sz="2000" b="1">
                <a:solidFill>
                  <a:srgbClr val="080808"/>
                </a:solidFill>
                <a:effectLst/>
                <a:highlight>
                  <a:srgbClr val="FFFFFF"/>
                </a:highlight>
              </a:rPr>
            </a:br>
            <a:r>
              <a:rPr lang="en-US" sz="2000">
                <a:solidFill>
                  <a:srgbClr val="080808"/>
                </a:solidFill>
                <a:effectLst/>
                <a:highlight>
                  <a:srgbClr val="FFFFFF"/>
                </a:highlight>
              </a:rPr>
              <a:t>}</a:t>
            </a:r>
          </a:p>
        </p:txBody>
      </p:sp>
      <p:sp>
        <p:nvSpPr>
          <p:cNvPr id="5" name="Rectangle 4">
            <a:extLst>
              <a:ext uri="{FF2B5EF4-FFF2-40B4-BE49-F238E27FC236}">
                <a16:creationId xmlns:a16="http://schemas.microsoft.com/office/drawing/2014/main" id="{C5DE73D6-9D98-25BE-4A3D-9453999EB277}"/>
              </a:ext>
            </a:extLst>
          </p:cNvPr>
          <p:cNvSpPr/>
          <p:nvPr/>
        </p:nvSpPr>
        <p:spPr>
          <a:xfrm>
            <a:off x="248618" y="1037230"/>
            <a:ext cx="6114361" cy="1595472"/>
          </a:xfrm>
          <a:custGeom>
            <a:avLst/>
            <a:gdLst>
              <a:gd name="connsiteX0" fmla="*/ 0 w 6114361"/>
              <a:gd name="connsiteY0" fmla="*/ 0 h 1595472"/>
              <a:gd name="connsiteX1" fmla="*/ 494707 w 6114361"/>
              <a:gd name="connsiteY1" fmla="*/ 0 h 1595472"/>
              <a:gd name="connsiteX2" fmla="*/ 867128 w 6114361"/>
              <a:gd name="connsiteY2" fmla="*/ 0 h 1595472"/>
              <a:gd name="connsiteX3" fmla="*/ 1545266 w 6114361"/>
              <a:gd name="connsiteY3" fmla="*/ 0 h 1595472"/>
              <a:gd name="connsiteX4" fmla="*/ 2039973 w 6114361"/>
              <a:gd name="connsiteY4" fmla="*/ 0 h 1595472"/>
              <a:gd name="connsiteX5" fmla="*/ 2534681 w 6114361"/>
              <a:gd name="connsiteY5" fmla="*/ 0 h 1595472"/>
              <a:gd name="connsiteX6" fmla="*/ 3212819 w 6114361"/>
              <a:gd name="connsiteY6" fmla="*/ 0 h 1595472"/>
              <a:gd name="connsiteX7" fmla="*/ 3646383 w 6114361"/>
              <a:gd name="connsiteY7" fmla="*/ 0 h 1595472"/>
              <a:gd name="connsiteX8" fmla="*/ 4324521 w 6114361"/>
              <a:gd name="connsiteY8" fmla="*/ 0 h 1595472"/>
              <a:gd name="connsiteX9" fmla="*/ 5002659 w 6114361"/>
              <a:gd name="connsiteY9" fmla="*/ 0 h 1595472"/>
              <a:gd name="connsiteX10" fmla="*/ 5558510 w 6114361"/>
              <a:gd name="connsiteY10" fmla="*/ 0 h 1595472"/>
              <a:gd name="connsiteX11" fmla="*/ 6114361 w 6114361"/>
              <a:gd name="connsiteY11" fmla="*/ 0 h 1595472"/>
              <a:gd name="connsiteX12" fmla="*/ 6114361 w 6114361"/>
              <a:gd name="connsiteY12" fmla="*/ 515869 h 1595472"/>
              <a:gd name="connsiteX13" fmla="*/ 6114361 w 6114361"/>
              <a:gd name="connsiteY13" fmla="*/ 999829 h 1595472"/>
              <a:gd name="connsiteX14" fmla="*/ 6114361 w 6114361"/>
              <a:gd name="connsiteY14" fmla="*/ 1595472 h 1595472"/>
              <a:gd name="connsiteX15" fmla="*/ 5558510 w 6114361"/>
              <a:gd name="connsiteY15" fmla="*/ 1595472 h 1595472"/>
              <a:gd name="connsiteX16" fmla="*/ 5002659 w 6114361"/>
              <a:gd name="connsiteY16" fmla="*/ 1595472 h 1595472"/>
              <a:gd name="connsiteX17" fmla="*/ 4324521 w 6114361"/>
              <a:gd name="connsiteY17" fmla="*/ 1595472 h 1595472"/>
              <a:gd name="connsiteX18" fmla="*/ 3768670 w 6114361"/>
              <a:gd name="connsiteY18" fmla="*/ 1595472 h 1595472"/>
              <a:gd name="connsiteX19" fmla="*/ 3396250 w 6114361"/>
              <a:gd name="connsiteY19" fmla="*/ 1595472 h 1595472"/>
              <a:gd name="connsiteX20" fmla="*/ 2962686 w 6114361"/>
              <a:gd name="connsiteY20" fmla="*/ 1595472 h 1595472"/>
              <a:gd name="connsiteX21" fmla="*/ 2284548 w 6114361"/>
              <a:gd name="connsiteY21" fmla="*/ 1595472 h 1595472"/>
              <a:gd name="connsiteX22" fmla="*/ 1728697 w 6114361"/>
              <a:gd name="connsiteY22" fmla="*/ 1595472 h 1595472"/>
              <a:gd name="connsiteX23" fmla="*/ 1295133 w 6114361"/>
              <a:gd name="connsiteY23" fmla="*/ 1595472 h 1595472"/>
              <a:gd name="connsiteX24" fmla="*/ 739282 w 6114361"/>
              <a:gd name="connsiteY24" fmla="*/ 1595472 h 1595472"/>
              <a:gd name="connsiteX25" fmla="*/ 0 w 6114361"/>
              <a:gd name="connsiteY25" fmla="*/ 1595472 h 1595472"/>
              <a:gd name="connsiteX26" fmla="*/ 0 w 6114361"/>
              <a:gd name="connsiteY26" fmla="*/ 1111512 h 1595472"/>
              <a:gd name="connsiteX27" fmla="*/ 0 w 6114361"/>
              <a:gd name="connsiteY27" fmla="*/ 563733 h 1595472"/>
              <a:gd name="connsiteX28" fmla="*/ 0 w 6114361"/>
              <a:gd name="connsiteY28" fmla="*/ 0 h 1595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114361" h="1595472" extrusionOk="0">
                <a:moveTo>
                  <a:pt x="0" y="0"/>
                </a:moveTo>
                <a:cubicBezTo>
                  <a:pt x="138655" y="-27707"/>
                  <a:pt x="296923" y="26800"/>
                  <a:pt x="494707" y="0"/>
                </a:cubicBezTo>
                <a:cubicBezTo>
                  <a:pt x="692491" y="-26800"/>
                  <a:pt x="780770" y="19295"/>
                  <a:pt x="867128" y="0"/>
                </a:cubicBezTo>
                <a:cubicBezTo>
                  <a:pt x="953486" y="-19295"/>
                  <a:pt x="1220979" y="11714"/>
                  <a:pt x="1545266" y="0"/>
                </a:cubicBezTo>
                <a:cubicBezTo>
                  <a:pt x="1869553" y="-11714"/>
                  <a:pt x="1875704" y="4142"/>
                  <a:pt x="2039973" y="0"/>
                </a:cubicBezTo>
                <a:cubicBezTo>
                  <a:pt x="2204242" y="-4142"/>
                  <a:pt x="2432242" y="46449"/>
                  <a:pt x="2534681" y="0"/>
                </a:cubicBezTo>
                <a:cubicBezTo>
                  <a:pt x="2637120" y="-46449"/>
                  <a:pt x="2892220" y="33445"/>
                  <a:pt x="3212819" y="0"/>
                </a:cubicBezTo>
                <a:cubicBezTo>
                  <a:pt x="3533418" y="-33445"/>
                  <a:pt x="3474258" y="13979"/>
                  <a:pt x="3646383" y="0"/>
                </a:cubicBezTo>
                <a:cubicBezTo>
                  <a:pt x="3818508" y="-13979"/>
                  <a:pt x="4001504" y="7767"/>
                  <a:pt x="4324521" y="0"/>
                </a:cubicBezTo>
                <a:cubicBezTo>
                  <a:pt x="4647538" y="-7767"/>
                  <a:pt x="4750577" y="31555"/>
                  <a:pt x="5002659" y="0"/>
                </a:cubicBezTo>
                <a:cubicBezTo>
                  <a:pt x="5254741" y="-31555"/>
                  <a:pt x="5434939" y="8412"/>
                  <a:pt x="5558510" y="0"/>
                </a:cubicBezTo>
                <a:cubicBezTo>
                  <a:pt x="5682081" y="-8412"/>
                  <a:pt x="5990462" y="7377"/>
                  <a:pt x="6114361" y="0"/>
                </a:cubicBezTo>
                <a:cubicBezTo>
                  <a:pt x="6133781" y="140808"/>
                  <a:pt x="6106239" y="343042"/>
                  <a:pt x="6114361" y="515869"/>
                </a:cubicBezTo>
                <a:cubicBezTo>
                  <a:pt x="6122483" y="688696"/>
                  <a:pt x="6076246" y="901880"/>
                  <a:pt x="6114361" y="999829"/>
                </a:cubicBezTo>
                <a:cubicBezTo>
                  <a:pt x="6152476" y="1097778"/>
                  <a:pt x="6070120" y="1410404"/>
                  <a:pt x="6114361" y="1595472"/>
                </a:cubicBezTo>
                <a:cubicBezTo>
                  <a:pt x="5863969" y="1650461"/>
                  <a:pt x="5830405" y="1584408"/>
                  <a:pt x="5558510" y="1595472"/>
                </a:cubicBezTo>
                <a:cubicBezTo>
                  <a:pt x="5286615" y="1606536"/>
                  <a:pt x="5271898" y="1544264"/>
                  <a:pt x="5002659" y="1595472"/>
                </a:cubicBezTo>
                <a:cubicBezTo>
                  <a:pt x="4733420" y="1646680"/>
                  <a:pt x="4624664" y="1578698"/>
                  <a:pt x="4324521" y="1595472"/>
                </a:cubicBezTo>
                <a:cubicBezTo>
                  <a:pt x="4024378" y="1612246"/>
                  <a:pt x="3883315" y="1593500"/>
                  <a:pt x="3768670" y="1595472"/>
                </a:cubicBezTo>
                <a:cubicBezTo>
                  <a:pt x="3654025" y="1597444"/>
                  <a:pt x="3575014" y="1569619"/>
                  <a:pt x="3396250" y="1595472"/>
                </a:cubicBezTo>
                <a:cubicBezTo>
                  <a:pt x="3217486" y="1621325"/>
                  <a:pt x="3065010" y="1550519"/>
                  <a:pt x="2962686" y="1595472"/>
                </a:cubicBezTo>
                <a:cubicBezTo>
                  <a:pt x="2860362" y="1640425"/>
                  <a:pt x="2422930" y="1573291"/>
                  <a:pt x="2284548" y="1595472"/>
                </a:cubicBezTo>
                <a:cubicBezTo>
                  <a:pt x="2146166" y="1617653"/>
                  <a:pt x="1887646" y="1570881"/>
                  <a:pt x="1728697" y="1595472"/>
                </a:cubicBezTo>
                <a:cubicBezTo>
                  <a:pt x="1569748" y="1620063"/>
                  <a:pt x="1487329" y="1557353"/>
                  <a:pt x="1295133" y="1595472"/>
                </a:cubicBezTo>
                <a:cubicBezTo>
                  <a:pt x="1102937" y="1633591"/>
                  <a:pt x="976127" y="1535942"/>
                  <a:pt x="739282" y="1595472"/>
                </a:cubicBezTo>
                <a:cubicBezTo>
                  <a:pt x="502437" y="1655002"/>
                  <a:pt x="346841" y="1575925"/>
                  <a:pt x="0" y="1595472"/>
                </a:cubicBezTo>
                <a:cubicBezTo>
                  <a:pt x="-1398" y="1422758"/>
                  <a:pt x="45527" y="1222369"/>
                  <a:pt x="0" y="1111512"/>
                </a:cubicBezTo>
                <a:cubicBezTo>
                  <a:pt x="-45527" y="1000655"/>
                  <a:pt x="26962" y="778681"/>
                  <a:pt x="0" y="563733"/>
                </a:cubicBezTo>
                <a:cubicBezTo>
                  <a:pt x="-26962" y="348785"/>
                  <a:pt x="27983" y="229742"/>
                  <a:pt x="0" y="0"/>
                </a:cubicBezTo>
                <a:close/>
              </a:path>
            </a:pathLst>
          </a:custGeom>
          <a:noFill/>
          <a:ln w="25400">
            <a:solidFill>
              <a:srgbClr val="00B0F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0B8B00-1681-B3BD-6AA1-08D818415E54}"/>
              </a:ext>
            </a:extLst>
          </p:cNvPr>
          <p:cNvSpPr/>
          <p:nvPr/>
        </p:nvSpPr>
        <p:spPr>
          <a:xfrm>
            <a:off x="248619" y="2838734"/>
            <a:ext cx="6114361" cy="3806711"/>
          </a:xfrm>
          <a:prstGeom prst="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3A5EB20-8CA3-5FF0-D1DA-952B82621287}"/>
              </a:ext>
            </a:extLst>
          </p:cNvPr>
          <p:cNvSpPr/>
          <p:nvPr/>
        </p:nvSpPr>
        <p:spPr>
          <a:xfrm>
            <a:off x="8269774" y="1204067"/>
            <a:ext cx="1778115" cy="923330"/>
          </a:xfrm>
          <a:prstGeom prst="rect">
            <a:avLst/>
          </a:prstGeom>
          <a:noFill/>
        </p:spPr>
        <p:txBody>
          <a:bodyPr wrap="none" lIns="91440" tIns="45720" rIns="91440" bIns="45720">
            <a:spAutoFit/>
          </a:bodyPr>
          <a:lstStyle/>
          <a:p>
            <a:pPr algn="ctr"/>
            <a:r>
              <a:rPr lang="en-US" sz="5400" b="0" cap="none" spc="0">
                <a:ln w="0"/>
                <a:solidFill>
                  <a:schemeClr val="accent4"/>
                </a:solidFill>
                <a:effectLst>
                  <a:outerShdw blurRad="38100" dist="25400" dir="5400000" algn="ctr" rotWithShape="0">
                    <a:srgbClr val="6E747A">
                      <a:alpha val="43000"/>
                    </a:srgbClr>
                  </a:outerShdw>
                </a:effectLst>
              </a:rPr>
              <a:t>Logic</a:t>
            </a:r>
          </a:p>
        </p:txBody>
      </p:sp>
      <p:sp>
        <p:nvSpPr>
          <p:cNvPr id="10" name="Rectangle 9">
            <a:extLst>
              <a:ext uri="{FF2B5EF4-FFF2-40B4-BE49-F238E27FC236}">
                <a16:creationId xmlns:a16="http://schemas.microsoft.com/office/drawing/2014/main" id="{F54C3060-5704-B96C-F8A0-144D97243C3B}"/>
              </a:ext>
            </a:extLst>
          </p:cNvPr>
          <p:cNvSpPr/>
          <p:nvPr/>
        </p:nvSpPr>
        <p:spPr>
          <a:xfrm>
            <a:off x="8429240" y="4039169"/>
            <a:ext cx="1618649" cy="923330"/>
          </a:xfrm>
          <a:prstGeom prst="rect">
            <a:avLst/>
          </a:prstGeom>
          <a:noFill/>
        </p:spPr>
        <p:txBody>
          <a:bodyPr wrap="none" lIns="91440" tIns="45720" rIns="91440" bIns="45720">
            <a:spAutoFit/>
          </a:bodyPr>
          <a:lstStyle/>
          <a:p>
            <a:pPr algn="ctr"/>
            <a:r>
              <a:rPr lang="en-US" sz="5400" b="0" cap="none" spc="0">
                <a:ln w="0"/>
                <a:solidFill>
                  <a:schemeClr val="accent6"/>
                </a:solidFill>
                <a:effectLst>
                  <a:outerShdw blurRad="38100" dist="25400" dir="5400000" algn="ctr" rotWithShape="0">
                    <a:srgbClr val="6E747A">
                      <a:alpha val="43000"/>
                    </a:srgbClr>
                  </a:outerShdw>
                </a:effectLst>
              </a:rPr>
              <a:t>View</a:t>
            </a:r>
          </a:p>
        </p:txBody>
      </p:sp>
      <p:pic>
        <p:nvPicPr>
          <p:cNvPr id="2" name="Picture 1">
            <a:extLst>
              <a:ext uri="{FF2B5EF4-FFF2-40B4-BE49-F238E27FC236}">
                <a16:creationId xmlns:a16="http://schemas.microsoft.com/office/drawing/2014/main" id="{ED2C0239-59C7-CA8E-7A9B-57C15DF445FB}"/>
              </a:ext>
            </a:extLst>
          </p:cNvPr>
          <p:cNvPicPr>
            <a:picLocks noChangeAspect="1"/>
          </p:cNvPicPr>
          <p:nvPr/>
        </p:nvPicPr>
        <p:blipFill>
          <a:blip r:embed="rId2"/>
          <a:stretch>
            <a:fillRect/>
          </a:stretch>
        </p:blipFill>
        <p:spPr>
          <a:xfrm>
            <a:off x="6969332" y="1100162"/>
            <a:ext cx="1257005" cy="1257005"/>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D8773B72-56B4-C1D3-9AD1-B15527EC4916}"/>
              </a:ext>
            </a:extLst>
          </p:cNvPr>
          <p:cNvPicPr>
            <a:picLocks noChangeAspect="1"/>
          </p:cNvPicPr>
          <p:nvPr/>
        </p:nvPicPr>
        <p:blipFill>
          <a:blip r:embed="rId3"/>
          <a:stretch>
            <a:fillRect/>
          </a:stretch>
        </p:blipFill>
        <p:spPr>
          <a:xfrm>
            <a:off x="7121725" y="3872331"/>
            <a:ext cx="1257006" cy="1257006"/>
          </a:xfrm>
          <a:prstGeom prst="rect">
            <a:avLst/>
          </a:prstGeom>
          <a:ln>
            <a:noFill/>
          </a:ln>
          <a:effectLst>
            <a:outerShdw blurRad="292100" dist="139700" dir="2700000" algn="tl" rotWithShape="0">
              <a:srgbClr val="333333">
                <a:alpha val="65000"/>
              </a:srgbClr>
            </a:outerShdw>
          </a:effectLst>
        </p:spPr>
      </p:pic>
      <p:sp>
        <p:nvSpPr>
          <p:cNvPr id="7" name="Slide Number Placeholder 6">
            <a:extLst>
              <a:ext uri="{FF2B5EF4-FFF2-40B4-BE49-F238E27FC236}">
                <a16:creationId xmlns:a16="http://schemas.microsoft.com/office/drawing/2014/main" id="{22F8566A-C6F8-6965-F432-3DA08EEE67AD}"/>
              </a:ext>
            </a:extLst>
          </p:cNvPr>
          <p:cNvSpPr>
            <a:spLocks noGrp="1"/>
          </p:cNvSpPr>
          <p:nvPr>
            <p:ph type="sldNum" sz="quarter" idx="12"/>
          </p:nvPr>
        </p:nvSpPr>
        <p:spPr/>
        <p:txBody>
          <a:bodyPr/>
          <a:lstStyle/>
          <a:p>
            <a:fld id="{330EA680-D336-4FF7-8B7A-9848BB0A1C32}" type="slidenum">
              <a:rPr lang="en-US" smtClean="0"/>
              <a:t>13</a:t>
            </a:fld>
            <a:endParaRPr lang="en-US"/>
          </a:p>
        </p:txBody>
      </p:sp>
    </p:spTree>
    <p:extLst>
      <p:ext uri="{BB962C8B-B14F-4D97-AF65-F5344CB8AC3E}">
        <p14:creationId xmlns:p14="http://schemas.microsoft.com/office/powerpoint/2010/main" val="2403949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AB34AC-E7D0-0522-7FC6-1704A72019B9}"/>
              </a:ext>
            </a:extLst>
          </p:cNvPr>
          <p:cNvSpPr>
            <a:spLocks noGrp="1"/>
          </p:cNvSpPr>
          <p:nvPr>
            <p:ph type="title"/>
          </p:nvPr>
        </p:nvSpPr>
        <p:spPr>
          <a:xfrm>
            <a:off x="502382" y="640823"/>
            <a:ext cx="3551277" cy="5583148"/>
          </a:xfrm>
        </p:spPr>
        <p:txBody>
          <a:bodyPr anchor="ctr">
            <a:normAutofit/>
          </a:bodyPr>
          <a:lstStyle/>
          <a:p>
            <a:r>
              <a:rPr lang="en-US" sz="3000" err="1"/>
              <a:t>rememberSaveable</a:t>
            </a:r>
            <a:r>
              <a:rPr lang="en-US" sz="3000"/>
              <a:t>{ }</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245A985-30C9-406E-2DD2-1F68E7C000D3}"/>
              </a:ext>
            </a:extLst>
          </p:cNvPr>
          <p:cNvGraphicFramePr>
            <a:graphicFrameLocks noGrp="1"/>
          </p:cNvGraphicFramePr>
          <p:nvPr>
            <p:ph idx="1"/>
            <p:extLst>
              <p:ext uri="{D42A27DB-BD31-4B8C-83A1-F6EECF244321}">
                <p14:modId xmlns:p14="http://schemas.microsoft.com/office/powerpoint/2010/main" val="3493121581"/>
              </p:ext>
            </p:extLst>
          </p:nvPr>
        </p:nvGraphicFramePr>
        <p:xfrm>
          <a:off x="4341694" y="681037"/>
          <a:ext cx="7146756"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80EE0B77-7FC6-030F-5D78-D07EE8B7373D}"/>
              </a:ext>
            </a:extLst>
          </p:cNvPr>
          <p:cNvSpPr>
            <a:spLocks noGrp="1"/>
          </p:cNvSpPr>
          <p:nvPr>
            <p:ph type="sldNum" sz="quarter" idx="12"/>
          </p:nvPr>
        </p:nvSpPr>
        <p:spPr/>
        <p:txBody>
          <a:bodyPr/>
          <a:lstStyle/>
          <a:p>
            <a:fld id="{330EA680-D336-4FF7-8B7A-9848BB0A1C32}" type="slidenum">
              <a:rPr lang="en-US" smtClean="0"/>
              <a:t>14</a:t>
            </a:fld>
            <a:endParaRPr lang="en-US"/>
          </a:p>
        </p:txBody>
      </p:sp>
    </p:spTree>
    <p:extLst>
      <p:ext uri="{BB962C8B-B14F-4D97-AF65-F5344CB8AC3E}">
        <p14:creationId xmlns:p14="http://schemas.microsoft.com/office/powerpoint/2010/main" val="3849413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7548C-E262-A00F-427E-AFBCF3E2F3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1A07A2-BD09-D4D7-4206-6F1C00D6DC0C}"/>
              </a:ext>
            </a:extLst>
          </p:cNvPr>
          <p:cNvSpPr txBox="1"/>
          <p:nvPr/>
        </p:nvSpPr>
        <p:spPr>
          <a:xfrm>
            <a:off x="0" y="96229"/>
            <a:ext cx="7670495" cy="6863417"/>
          </a:xfrm>
          <a:prstGeom prst="rect">
            <a:avLst/>
          </a:prstGeom>
          <a:noFill/>
        </p:spPr>
        <p:txBody>
          <a:bodyPr wrap="square">
            <a:spAutoFit/>
          </a:bodyPr>
          <a:lstStyle/>
          <a:p>
            <a:r>
              <a:rPr lang="en-US" sz="2000">
                <a:solidFill>
                  <a:srgbClr val="9E880D"/>
                </a:solidFill>
                <a:effectLst/>
                <a:highlight>
                  <a:srgbClr val="FFFFFF"/>
                </a:highlight>
              </a:rPr>
              <a:t>@Composable</a:t>
            </a:r>
            <a:br>
              <a:rPr lang="en-US" sz="2000">
                <a:solidFill>
                  <a:srgbClr val="9E880D"/>
                </a:solidFill>
                <a:effectLst/>
                <a:highlight>
                  <a:srgbClr val="FFFFFF"/>
                </a:highlight>
              </a:rPr>
            </a:br>
            <a:r>
              <a:rPr lang="en-US" sz="2000">
                <a:solidFill>
                  <a:srgbClr val="0033B3"/>
                </a:solidFill>
                <a:effectLst/>
                <a:highlight>
                  <a:srgbClr val="FFFFFF"/>
                </a:highlight>
              </a:rPr>
              <a:t>fun </a:t>
            </a:r>
            <a:r>
              <a:rPr lang="en-US" sz="2000" err="1">
                <a:solidFill>
                  <a:srgbClr val="00627A"/>
                </a:solidFill>
                <a:effectLst/>
                <a:highlight>
                  <a:srgbClr val="FFFFFF"/>
                </a:highlight>
              </a:rPr>
              <a:t>MainScreen</a:t>
            </a:r>
            <a:r>
              <a:rPr lang="en-US" sz="2000">
                <a:solidFill>
                  <a:srgbClr val="080808"/>
                </a:solidFill>
                <a:effectLst/>
                <a:highlight>
                  <a:srgbClr val="FFFFFF"/>
                </a:highlight>
              </a:rPr>
              <a:t>(</a:t>
            </a:r>
            <a:r>
              <a:rPr lang="en-US" sz="2000">
                <a:solidFill>
                  <a:srgbClr val="000000"/>
                </a:solidFill>
                <a:effectLst/>
                <a:highlight>
                  <a:srgbClr val="FFFFFF"/>
                </a:highlight>
              </a:rPr>
              <a:t>modifier</a:t>
            </a:r>
            <a:r>
              <a:rPr lang="en-US" sz="2000">
                <a:solidFill>
                  <a:srgbClr val="080808"/>
                </a:solidFill>
                <a:effectLst/>
                <a:highlight>
                  <a:srgbClr val="FFFFFF"/>
                </a:highlight>
              </a:rPr>
              <a:t>: </a:t>
            </a:r>
            <a:r>
              <a:rPr lang="en-US" sz="2000">
                <a:solidFill>
                  <a:srgbClr val="000000"/>
                </a:solidFill>
                <a:effectLst/>
                <a:highlight>
                  <a:srgbClr val="FFFFFF"/>
                </a:highlight>
              </a:rPr>
              <a:t>Modifier </a:t>
            </a:r>
            <a:r>
              <a:rPr lang="en-US" sz="2000">
                <a:solidFill>
                  <a:srgbClr val="080808"/>
                </a:solidFill>
                <a:effectLst/>
                <a:highlight>
                  <a:srgbClr val="FFFFFF"/>
                </a:highlight>
              </a:rPr>
              <a:t>= </a:t>
            </a:r>
            <a:r>
              <a:rPr lang="en-US" sz="2000">
                <a:solidFill>
                  <a:srgbClr val="000000"/>
                </a:solidFill>
                <a:effectLst/>
                <a:highlight>
                  <a:srgbClr val="FFFFFF"/>
                </a:highlight>
              </a:rPr>
              <a:t>Modifier</a:t>
            </a:r>
            <a:r>
              <a:rPr lang="en-US" sz="2000">
                <a:solidFill>
                  <a:srgbClr val="080808"/>
                </a:solidFill>
                <a:effectLst/>
                <a:highlight>
                  <a:srgbClr val="FFFFFF"/>
                </a:highlight>
              </a:rPr>
              <a:t>) {</a:t>
            </a:r>
          </a:p>
          <a:p>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33B3"/>
                </a:solidFill>
                <a:effectLst/>
                <a:highlight>
                  <a:srgbClr val="FFFFFF"/>
                </a:highlight>
              </a:rPr>
              <a:t>var </a:t>
            </a:r>
            <a:r>
              <a:rPr lang="en-US" sz="2000">
                <a:solidFill>
                  <a:srgbClr val="000000"/>
                </a:solidFill>
                <a:effectLst/>
                <a:highlight>
                  <a:srgbClr val="FFFFFF"/>
                </a:highlight>
              </a:rPr>
              <a:t>counter </a:t>
            </a:r>
            <a:r>
              <a:rPr lang="en-US" sz="2000">
                <a:solidFill>
                  <a:srgbClr val="080808"/>
                </a:solidFill>
                <a:effectLst/>
                <a:highlight>
                  <a:srgbClr val="FFFFFF"/>
                </a:highlight>
              </a:rPr>
              <a:t>= </a:t>
            </a:r>
            <a:r>
              <a:rPr lang="en-US" sz="2000" err="1">
                <a:solidFill>
                  <a:srgbClr val="009900"/>
                </a:solidFill>
                <a:effectLst/>
                <a:highlight>
                  <a:srgbClr val="FFFFFF"/>
                </a:highlight>
              </a:rPr>
              <a:t>rememberSaveable</a:t>
            </a:r>
            <a:r>
              <a:rPr lang="en-US" sz="2000">
                <a:solidFill>
                  <a:srgbClr val="009900"/>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i="1" err="1">
                <a:solidFill>
                  <a:srgbClr val="00627A"/>
                </a:solidFill>
                <a:effectLst/>
                <a:highlight>
                  <a:srgbClr val="FFFFFF"/>
                </a:highlight>
              </a:rPr>
              <a:t>mutableIntStateOf</a:t>
            </a:r>
            <a:r>
              <a:rPr lang="en-US" sz="2000">
                <a:solidFill>
                  <a:srgbClr val="080808"/>
                </a:solidFill>
                <a:effectLst/>
                <a:highlight>
                  <a:srgbClr val="FFFFFF"/>
                </a:highlight>
              </a:rPr>
              <a:t>(</a:t>
            </a:r>
            <a:r>
              <a:rPr lang="en-US" sz="2000">
                <a:solidFill>
                  <a:srgbClr val="1750EB"/>
                </a:solidFill>
                <a:effectLst/>
                <a:highlight>
                  <a:srgbClr val="FFFFFF"/>
                </a:highlight>
              </a:rPr>
              <a:t>0</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33B3"/>
                </a:solidFill>
                <a:effectLst/>
                <a:highlight>
                  <a:srgbClr val="FFFFFF"/>
                </a:highlight>
              </a:rPr>
              <a:t>var </a:t>
            </a:r>
            <a:r>
              <a:rPr lang="en-US" sz="2000">
                <a:solidFill>
                  <a:srgbClr val="000000"/>
                </a:solidFill>
                <a:effectLst/>
                <a:highlight>
                  <a:srgbClr val="FFFFFF"/>
                </a:highlight>
              </a:rPr>
              <a:t>increment </a:t>
            </a:r>
            <a:r>
              <a:rPr lang="en-US" sz="2000">
                <a:solidFill>
                  <a:srgbClr val="080808"/>
                </a:solidFill>
                <a:effectLst/>
                <a:highlight>
                  <a:srgbClr val="FFFFFF"/>
                </a:highlight>
              </a:rPr>
              <a:t>= </a:t>
            </a:r>
            <a:r>
              <a:rPr lang="en-US" sz="2000" b="1">
                <a:solidFill>
                  <a:srgbClr val="080808"/>
                </a:solidFill>
                <a:effectLst/>
                <a:highlight>
                  <a:srgbClr val="FFFFFF"/>
                </a:highlight>
              </a:rPr>
              <a:t>{ </a:t>
            </a:r>
            <a:r>
              <a:rPr lang="en-US" sz="2000" err="1">
                <a:solidFill>
                  <a:srgbClr val="000000"/>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33B3"/>
                </a:solidFill>
                <a:effectLst/>
                <a:highlight>
                  <a:srgbClr val="FFFFFF"/>
                </a:highlight>
              </a:rPr>
              <a:t>var </a:t>
            </a:r>
            <a:r>
              <a:rPr lang="en-US" sz="2000">
                <a:solidFill>
                  <a:srgbClr val="000000"/>
                </a:solidFill>
                <a:effectLst/>
                <a:highlight>
                  <a:srgbClr val="FFFFFF"/>
                </a:highlight>
              </a:rPr>
              <a:t>decrement </a:t>
            </a:r>
            <a:r>
              <a:rPr lang="en-US" sz="2000">
                <a:solidFill>
                  <a:srgbClr val="080808"/>
                </a:solidFill>
                <a:effectLst/>
                <a:highlight>
                  <a:srgbClr val="FFFFFF"/>
                </a:highlight>
              </a:rPr>
              <a:t>= </a:t>
            </a:r>
            <a:r>
              <a:rPr lang="en-US" sz="2000" b="1">
                <a:solidFill>
                  <a:srgbClr val="080808"/>
                </a:solidFill>
                <a:effectLst/>
                <a:highlight>
                  <a:srgbClr val="FFFFFF"/>
                </a:highlight>
              </a:rPr>
              <a:t>{ </a:t>
            </a:r>
            <a:r>
              <a:rPr lang="en-US" sz="2000" err="1">
                <a:solidFill>
                  <a:srgbClr val="000000"/>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080808"/>
                </a:solidFill>
                <a:effectLst/>
                <a:highlight>
                  <a:srgbClr val="FFFFFF"/>
                </a:highlight>
              </a:rPr>
              <a:t>-- </a:t>
            </a:r>
            <a:r>
              <a:rPr lang="en-US" sz="2000" b="1">
                <a:solidFill>
                  <a:srgbClr val="080808"/>
                </a:solidFill>
                <a:effectLst/>
                <a:highlight>
                  <a:srgbClr val="FFFFFF"/>
                </a:highlight>
              </a:rPr>
              <a:t>}</a:t>
            </a:r>
          </a:p>
          <a:p>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Column</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4A86E8"/>
                </a:solidFill>
                <a:effectLst/>
                <a:highlight>
                  <a:srgbClr val="FFFFFF"/>
                </a:highlight>
              </a:rPr>
              <a:t>modifier = </a:t>
            </a:r>
            <a:r>
              <a:rPr lang="en-US" sz="2000" err="1">
                <a:solidFill>
                  <a:srgbClr val="000000"/>
                </a:solidFill>
                <a:effectLst/>
                <a:highlight>
                  <a:srgbClr val="FFFFFF"/>
                </a:highlight>
              </a:rPr>
              <a:t>modifier</a:t>
            </a:r>
            <a:r>
              <a:rPr lang="en-US" sz="2000" err="1">
                <a:solidFill>
                  <a:srgbClr val="080808"/>
                </a:solidFill>
                <a:effectLst/>
                <a:highlight>
                  <a:srgbClr val="FFFFFF"/>
                </a:highlight>
              </a:rPr>
              <a:t>.</a:t>
            </a:r>
            <a:r>
              <a:rPr lang="en-US" sz="2000" i="1" err="1">
                <a:solidFill>
                  <a:srgbClr val="00627A"/>
                </a:solidFill>
                <a:effectLst/>
                <a:highlight>
                  <a:srgbClr val="FFFFFF"/>
                </a:highlight>
              </a:rPr>
              <a:t>fillMaxSize</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4A86E8"/>
                </a:solidFill>
                <a:effectLst/>
                <a:highlight>
                  <a:srgbClr val="FFFFFF"/>
                </a:highlight>
              </a:rPr>
              <a:t>//..</a:t>
            </a:r>
            <a:br>
              <a:rPr lang="en-US" sz="2000">
                <a:solidFill>
                  <a:srgbClr val="871094"/>
                </a:solidFill>
                <a:effectLst/>
                <a:highlight>
                  <a:srgbClr val="FFFFFF"/>
                </a:highlight>
              </a:rPr>
            </a:b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Button</a:t>
            </a:r>
            <a:r>
              <a:rPr lang="en-US" sz="2000">
                <a:solidFill>
                  <a:srgbClr val="080808"/>
                </a:solidFill>
                <a:effectLst/>
                <a:highlight>
                  <a:srgbClr val="FFFFFF"/>
                </a:highlight>
              </a:rPr>
              <a:t>(</a:t>
            </a:r>
            <a:r>
              <a:rPr lang="en-US" sz="2000" err="1">
                <a:solidFill>
                  <a:srgbClr val="4A86E8"/>
                </a:solidFill>
                <a:effectLst/>
                <a:highlight>
                  <a:srgbClr val="FFFFFF"/>
                </a:highlight>
              </a:rPr>
              <a:t>onClick</a:t>
            </a:r>
            <a:r>
              <a:rPr lang="en-US" sz="2000">
                <a:solidFill>
                  <a:srgbClr val="4A86E8"/>
                </a:solidFill>
                <a:effectLst/>
                <a:highlight>
                  <a:srgbClr val="FFFFFF"/>
                </a:highlight>
              </a:rPr>
              <a:t> = </a:t>
            </a:r>
            <a:r>
              <a:rPr lang="en-US" sz="2000" b="1">
                <a:solidFill>
                  <a:srgbClr val="080808"/>
                </a:solidFill>
                <a:effectLst/>
                <a:highlight>
                  <a:srgbClr val="FFFFFF"/>
                </a:highlight>
              </a:rPr>
              <a:t>{ </a:t>
            </a:r>
            <a:r>
              <a:rPr lang="en-US" sz="2000">
                <a:solidFill>
                  <a:srgbClr val="000000"/>
                </a:solidFill>
                <a:effectLst/>
                <a:highlight>
                  <a:srgbClr val="FFFFFF"/>
                </a:highlight>
              </a:rPr>
              <a:t>increment</a:t>
            </a:r>
            <a:r>
              <a:rPr lang="en-US" sz="2000">
                <a:solidFill>
                  <a:srgbClr val="080808"/>
                </a:solidFill>
                <a:effectLst/>
                <a:highlight>
                  <a:srgbClr val="FFFFFF"/>
                </a:highlight>
              </a:rPr>
              <a:t>() </a:t>
            </a:r>
            <a:r>
              <a:rPr lang="en-US" sz="2000" b="1">
                <a:solidFill>
                  <a:srgbClr val="080808"/>
                </a:solidFill>
                <a:effectLst/>
                <a:highlight>
                  <a:srgbClr val="FFFFFF"/>
                </a:highlight>
              </a:rPr>
              <a:t>}</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a:solidFill>
                  <a:srgbClr val="067D17"/>
                </a:solidFill>
                <a:effectLst/>
                <a:highlight>
                  <a:srgbClr val="FFFFFF"/>
                </a:highlight>
              </a:rPr>
              <a:t>"Increment"</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a:solidFill>
                  <a:srgbClr val="067D17"/>
                </a:solidFill>
                <a:effectLst/>
                <a:highlight>
                  <a:srgbClr val="FFFFFF"/>
                </a:highlight>
              </a:rPr>
              <a:t>"</a:t>
            </a:r>
            <a:r>
              <a:rPr lang="en-US" sz="2000">
                <a:solidFill>
                  <a:srgbClr val="0037A6"/>
                </a:solidFill>
                <a:effectLst/>
                <a:highlight>
                  <a:srgbClr val="FFFFFF"/>
                </a:highlight>
              </a:rPr>
              <a:t>${</a:t>
            </a:r>
            <a:r>
              <a:rPr lang="en-US" sz="2000" err="1">
                <a:solidFill>
                  <a:srgbClr val="000000"/>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0037A6"/>
                </a:solidFill>
                <a:effectLst/>
                <a:highlight>
                  <a:srgbClr val="FFFFFF"/>
                </a:highlight>
              </a:rPr>
              <a:t>}</a:t>
            </a:r>
            <a:r>
              <a:rPr lang="en-US" sz="2000">
                <a:solidFill>
                  <a:srgbClr val="067D17"/>
                </a:solidFill>
                <a:effectLst/>
                <a:highlight>
                  <a:srgbClr val="FFFFFF"/>
                </a:highlight>
              </a:rPr>
              <a:t>"</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9900"/>
                </a:solidFill>
                <a:effectLst/>
                <a:highlight>
                  <a:srgbClr val="FFFFFF"/>
                </a:highlight>
              </a:rPr>
              <a:t>Button</a:t>
            </a:r>
            <a:r>
              <a:rPr lang="en-US" sz="2000">
                <a:solidFill>
                  <a:srgbClr val="080808"/>
                </a:solidFill>
                <a:effectLst/>
                <a:highlight>
                  <a:srgbClr val="FFFFFF"/>
                </a:highlight>
              </a:rPr>
              <a:t>(</a:t>
            </a:r>
            <a:r>
              <a:rPr lang="en-US" sz="2000" err="1">
                <a:solidFill>
                  <a:srgbClr val="4A86E8"/>
                </a:solidFill>
                <a:effectLst/>
                <a:highlight>
                  <a:srgbClr val="FFFFFF"/>
                </a:highlight>
              </a:rPr>
              <a:t>onClick</a:t>
            </a:r>
            <a:r>
              <a:rPr lang="en-US" sz="2000">
                <a:solidFill>
                  <a:srgbClr val="4A86E8"/>
                </a:solidFill>
                <a:effectLst/>
                <a:highlight>
                  <a:srgbClr val="FFFFFF"/>
                </a:highlight>
              </a:rPr>
              <a:t> = </a:t>
            </a:r>
            <a:r>
              <a:rPr lang="en-US" sz="2000" b="1">
                <a:solidFill>
                  <a:srgbClr val="080808"/>
                </a:solidFill>
                <a:effectLst/>
                <a:highlight>
                  <a:srgbClr val="FFFFFF"/>
                </a:highlight>
              </a:rPr>
              <a:t>{ </a:t>
            </a:r>
            <a:r>
              <a:rPr lang="en-US" sz="2000">
                <a:solidFill>
                  <a:srgbClr val="000000"/>
                </a:solidFill>
                <a:effectLst/>
                <a:highlight>
                  <a:srgbClr val="FFFFFF"/>
                </a:highlight>
              </a:rPr>
              <a:t>decrement</a:t>
            </a:r>
            <a:r>
              <a:rPr lang="en-US" sz="2000">
                <a:solidFill>
                  <a:srgbClr val="080808"/>
                </a:solidFill>
                <a:effectLst/>
                <a:highlight>
                  <a:srgbClr val="FFFFFF"/>
                </a:highlight>
              </a:rPr>
              <a:t>() </a:t>
            </a:r>
            <a:r>
              <a:rPr lang="en-US" sz="2000" b="1">
                <a:solidFill>
                  <a:srgbClr val="080808"/>
                </a:solidFill>
                <a:effectLst/>
                <a:highlight>
                  <a:srgbClr val="FFFFFF"/>
                </a:highlight>
              </a:rPr>
              <a:t>}</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a:solidFill>
                  <a:srgbClr val="067D17"/>
                </a:solidFill>
                <a:effectLst/>
                <a:highlight>
                  <a:srgbClr val="FFFFFF"/>
                </a:highlight>
              </a:rPr>
              <a:t>"Decrement"</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br>
              <a:rPr lang="en-US" sz="2000" b="1">
                <a:solidFill>
                  <a:srgbClr val="080808"/>
                </a:solidFill>
                <a:effectLst/>
                <a:highlight>
                  <a:srgbClr val="FFFFFF"/>
                </a:highlight>
              </a:rPr>
            </a:br>
            <a:r>
              <a:rPr lang="en-US" sz="2000">
                <a:solidFill>
                  <a:srgbClr val="080808"/>
                </a:solidFill>
                <a:effectLst/>
                <a:highlight>
                  <a:srgbClr val="FFFFFF"/>
                </a:highlight>
              </a:rPr>
              <a:t>}</a:t>
            </a:r>
          </a:p>
        </p:txBody>
      </p:sp>
      <p:sp>
        <p:nvSpPr>
          <p:cNvPr id="5" name="Rectangle 4">
            <a:extLst>
              <a:ext uri="{FF2B5EF4-FFF2-40B4-BE49-F238E27FC236}">
                <a16:creationId xmlns:a16="http://schemas.microsoft.com/office/drawing/2014/main" id="{53B6A2E0-7007-7FF9-6B4C-2701B5BB6A15}"/>
              </a:ext>
            </a:extLst>
          </p:cNvPr>
          <p:cNvSpPr/>
          <p:nvPr/>
        </p:nvSpPr>
        <p:spPr>
          <a:xfrm>
            <a:off x="248618" y="1037230"/>
            <a:ext cx="6114361" cy="1595472"/>
          </a:xfrm>
          <a:custGeom>
            <a:avLst/>
            <a:gdLst>
              <a:gd name="connsiteX0" fmla="*/ 0 w 6114361"/>
              <a:gd name="connsiteY0" fmla="*/ 0 h 1595472"/>
              <a:gd name="connsiteX1" fmla="*/ 494707 w 6114361"/>
              <a:gd name="connsiteY1" fmla="*/ 0 h 1595472"/>
              <a:gd name="connsiteX2" fmla="*/ 867128 w 6114361"/>
              <a:gd name="connsiteY2" fmla="*/ 0 h 1595472"/>
              <a:gd name="connsiteX3" fmla="*/ 1545266 w 6114361"/>
              <a:gd name="connsiteY3" fmla="*/ 0 h 1595472"/>
              <a:gd name="connsiteX4" fmla="*/ 2039973 w 6114361"/>
              <a:gd name="connsiteY4" fmla="*/ 0 h 1595472"/>
              <a:gd name="connsiteX5" fmla="*/ 2534681 w 6114361"/>
              <a:gd name="connsiteY5" fmla="*/ 0 h 1595472"/>
              <a:gd name="connsiteX6" fmla="*/ 3212819 w 6114361"/>
              <a:gd name="connsiteY6" fmla="*/ 0 h 1595472"/>
              <a:gd name="connsiteX7" fmla="*/ 3646383 w 6114361"/>
              <a:gd name="connsiteY7" fmla="*/ 0 h 1595472"/>
              <a:gd name="connsiteX8" fmla="*/ 4324521 w 6114361"/>
              <a:gd name="connsiteY8" fmla="*/ 0 h 1595472"/>
              <a:gd name="connsiteX9" fmla="*/ 5002659 w 6114361"/>
              <a:gd name="connsiteY9" fmla="*/ 0 h 1595472"/>
              <a:gd name="connsiteX10" fmla="*/ 5558510 w 6114361"/>
              <a:gd name="connsiteY10" fmla="*/ 0 h 1595472"/>
              <a:gd name="connsiteX11" fmla="*/ 6114361 w 6114361"/>
              <a:gd name="connsiteY11" fmla="*/ 0 h 1595472"/>
              <a:gd name="connsiteX12" fmla="*/ 6114361 w 6114361"/>
              <a:gd name="connsiteY12" fmla="*/ 515869 h 1595472"/>
              <a:gd name="connsiteX13" fmla="*/ 6114361 w 6114361"/>
              <a:gd name="connsiteY13" fmla="*/ 999829 h 1595472"/>
              <a:gd name="connsiteX14" fmla="*/ 6114361 w 6114361"/>
              <a:gd name="connsiteY14" fmla="*/ 1595472 h 1595472"/>
              <a:gd name="connsiteX15" fmla="*/ 5558510 w 6114361"/>
              <a:gd name="connsiteY15" fmla="*/ 1595472 h 1595472"/>
              <a:gd name="connsiteX16" fmla="*/ 5002659 w 6114361"/>
              <a:gd name="connsiteY16" fmla="*/ 1595472 h 1595472"/>
              <a:gd name="connsiteX17" fmla="*/ 4324521 w 6114361"/>
              <a:gd name="connsiteY17" fmla="*/ 1595472 h 1595472"/>
              <a:gd name="connsiteX18" fmla="*/ 3768670 w 6114361"/>
              <a:gd name="connsiteY18" fmla="*/ 1595472 h 1595472"/>
              <a:gd name="connsiteX19" fmla="*/ 3396250 w 6114361"/>
              <a:gd name="connsiteY19" fmla="*/ 1595472 h 1595472"/>
              <a:gd name="connsiteX20" fmla="*/ 2962686 w 6114361"/>
              <a:gd name="connsiteY20" fmla="*/ 1595472 h 1595472"/>
              <a:gd name="connsiteX21" fmla="*/ 2284548 w 6114361"/>
              <a:gd name="connsiteY21" fmla="*/ 1595472 h 1595472"/>
              <a:gd name="connsiteX22" fmla="*/ 1728697 w 6114361"/>
              <a:gd name="connsiteY22" fmla="*/ 1595472 h 1595472"/>
              <a:gd name="connsiteX23" fmla="*/ 1295133 w 6114361"/>
              <a:gd name="connsiteY23" fmla="*/ 1595472 h 1595472"/>
              <a:gd name="connsiteX24" fmla="*/ 739282 w 6114361"/>
              <a:gd name="connsiteY24" fmla="*/ 1595472 h 1595472"/>
              <a:gd name="connsiteX25" fmla="*/ 0 w 6114361"/>
              <a:gd name="connsiteY25" fmla="*/ 1595472 h 1595472"/>
              <a:gd name="connsiteX26" fmla="*/ 0 w 6114361"/>
              <a:gd name="connsiteY26" fmla="*/ 1111512 h 1595472"/>
              <a:gd name="connsiteX27" fmla="*/ 0 w 6114361"/>
              <a:gd name="connsiteY27" fmla="*/ 563733 h 1595472"/>
              <a:gd name="connsiteX28" fmla="*/ 0 w 6114361"/>
              <a:gd name="connsiteY28" fmla="*/ 0 h 1595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114361" h="1595472" extrusionOk="0">
                <a:moveTo>
                  <a:pt x="0" y="0"/>
                </a:moveTo>
                <a:cubicBezTo>
                  <a:pt x="138655" y="-27707"/>
                  <a:pt x="296923" y="26800"/>
                  <a:pt x="494707" y="0"/>
                </a:cubicBezTo>
                <a:cubicBezTo>
                  <a:pt x="692491" y="-26800"/>
                  <a:pt x="780770" y="19295"/>
                  <a:pt x="867128" y="0"/>
                </a:cubicBezTo>
                <a:cubicBezTo>
                  <a:pt x="953486" y="-19295"/>
                  <a:pt x="1220979" y="11714"/>
                  <a:pt x="1545266" y="0"/>
                </a:cubicBezTo>
                <a:cubicBezTo>
                  <a:pt x="1869553" y="-11714"/>
                  <a:pt x="1875704" y="4142"/>
                  <a:pt x="2039973" y="0"/>
                </a:cubicBezTo>
                <a:cubicBezTo>
                  <a:pt x="2204242" y="-4142"/>
                  <a:pt x="2432242" y="46449"/>
                  <a:pt x="2534681" y="0"/>
                </a:cubicBezTo>
                <a:cubicBezTo>
                  <a:pt x="2637120" y="-46449"/>
                  <a:pt x="2892220" y="33445"/>
                  <a:pt x="3212819" y="0"/>
                </a:cubicBezTo>
                <a:cubicBezTo>
                  <a:pt x="3533418" y="-33445"/>
                  <a:pt x="3474258" y="13979"/>
                  <a:pt x="3646383" y="0"/>
                </a:cubicBezTo>
                <a:cubicBezTo>
                  <a:pt x="3818508" y="-13979"/>
                  <a:pt x="4001504" y="7767"/>
                  <a:pt x="4324521" y="0"/>
                </a:cubicBezTo>
                <a:cubicBezTo>
                  <a:pt x="4647538" y="-7767"/>
                  <a:pt x="4750577" y="31555"/>
                  <a:pt x="5002659" y="0"/>
                </a:cubicBezTo>
                <a:cubicBezTo>
                  <a:pt x="5254741" y="-31555"/>
                  <a:pt x="5434939" y="8412"/>
                  <a:pt x="5558510" y="0"/>
                </a:cubicBezTo>
                <a:cubicBezTo>
                  <a:pt x="5682081" y="-8412"/>
                  <a:pt x="5990462" y="7377"/>
                  <a:pt x="6114361" y="0"/>
                </a:cubicBezTo>
                <a:cubicBezTo>
                  <a:pt x="6133781" y="140808"/>
                  <a:pt x="6106239" y="343042"/>
                  <a:pt x="6114361" y="515869"/>
                </a:cubicBezTo>
                <a:cubicBezTo>
                  <a:pt x="6122483" y="688696"/>
                  <a:pt x="6076246" y="901880"/>
                  <a:pt x="6114361" y="999829"/>
                </a:cubicBezTo>
                <a:cubicBezTo>
                  <a:pt x="6152476" y="1097778"/>
                  <a:pt x="6070120" y="1410404"/>
                  <a:pt x="6114361" y="1595472"/>
                </a:cubicBezTo>
                <a:cubicBezTo>
                  <a:pt x="5863969" y="1650461"/>
                  <a:pt x="5830405" y="1584408"/>
                  <a:pt x="5558510" y="1595472"/>
                </a:cubicBezTo>
                <a:cubicBezTo>
                  <a:pt x="5286615" y="1606536"/>
                  <a:pt x="5271898" y="1544264"/>
                  <a:pt x="5002659" y="1595472"/>
                </a:cubicBezTo>
                <a:cubicBezTo>
                  <a:pt x="4733420" y="1646680"/>
                  <a:pt x="4624664" y="1578698"/>
                  <a:pt x="4324521" y="1595472"/>
                </a:cubicBezTo>
                <a:cubicBezTo>
                  <a:pt x="4024378" y="1612246"/>
                  <a:pt x="3883315" y="1593500"/>
                  <a:pt x="3768670" y="1595472"/>
                </a:cubicBezTo>
                <a:cubicBezTo>
                  <a:pt x="3654025" y="1597444"/>
                  <a:pt x="3575014" y="1569619"/>
                  <a:pt x="3396250" y="1595472"/>
                </a:cubicBezTo>
                <a:cubicBezTo>
                  <a:pt x="3217486" y="1621325"/>
                  <a:pt x="3065010" y="1550519"/>
                  <a:pt x="2962686" y="1595472"/>
                </a:cubicBezTo>
                <a:cubicBezTo>
                  <a:pt x="2860362" y="1640425"/>
                  <a:pt x="2422930" y="1573291"/>
                  <a:pt x="2284548" y="1595472"/>
                </a:cubicBezTo>
                <a:cubicBezTo>
                  <a:pt x="2146166" y="1617653"/>
                  <a:pt x="1887646" y="1570881"/>
                  <a:pt x="1728697" y="1595472"/>
                </a:cubicBezTo>
                <a:cubicBezTo>
                  <a:pt x="1569748" y="1620063"/>
                  <a:pt x="1487329" y="1557353"/>
                  <a:pt x="1295133" y="1595472"/>
                </a:cubicBezTo>
                <a:cubicBezTo>
                  <a:pt x="1102937" y="1633591"/>
                  <a:pt x="976127" y="1535942"/>
                  <a:pt x="739282" y="1595472"/>
                </a:cubicBezTo>
                <a:cubicBezTo>
                  <a:pt x="502437" y="1655002"/>
                  <a:pt x="346841" y="1575925"/>
                  <a:pt x="0" y="1595472"/>
                </a:cubicBezTo>
                <a:cubicBezTo>
                  <a:pt x="-1398" y="1422758"/>
                  <a:pt x="45527" y="1222369"/>
                  <a:pt x="0" y="1111512"/>
                </a:cubicBezTo>
                <a:cubicBezTo>
                  <a:pt x="-45527" y="1000655"/>
                  <a:pt x="26962" y="778681"/>
                  <a:pt x="0" y="563733"/>
                </a:cubicBezTo>
                <a:cubicBezTo>
                  <a:pt x="-26962" y="348785"/>
                  <a:pt x="27983" y="229742"/>
                  <a:pt x="0" y="0"/>
                </a:cubicBezTo>
                <a:close/>
              </a:path>
            </a:pathLst>
          </a:custGeom>
          <a:noFill/>
          <a:ln w="25400">
            <a:solidFill>
              <a:srgbClr val="00B0F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53A3D33-DB05-A378-DF55-DFE152003BB7}"/>
              </a:ext>
            </a:extLst>
          </p:cNvPr>
          <p:cNvSpPr/>
          <p:nvPr/>
        </p:nvSpPr>
        <p:spPr>
          <a:xfrm>
            <a:off x="248619" y="2838734"/>
            <a:ext cx="6114361" cy="3806711"/>
          </a:xfrm>
          <a:prstGeom prst="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6BCC69E-A730-6D92-F8AD-DB3F70B293C4}"/>
              </a:ext>
            </a:extLst>
          </p:cNvPr>
          <p:cNvSpPr/>
          <p:nvPr/>
        </p:nvSpPr>
        <p:spPr>
          <a:xfrm>
            <a:off x="8269774" y="1204067"/>
            <a:ext cx="1778115" cy="923330"/>
          </a:xfrm>
          <a:prstGeom prst="rect">
            <a:avLst/>
          </a:prstGeom>
          <a:noFill/>
        </p:spPr>
        <p:txBody>
          <a:bodyPr wrap="none" lIns="91440" tIns="45720" rIns="91440" bIns="45720">
            <a:spAutoFit/>
          </a:bodyPr>
          <a:lstStyle/>
          <a:p>
            <a:pPr algn="ctr"/>
            <a:r>
              <a:rPr lang="en-US" sz="5400" b="0" cap="none" spc="0">
                <a:ln w="0"/>
                <a:solidFill>
                  <a:schemeClr val="accent4"/>
                </a:solidFill>
                <a:effectLst>
                  <a:outerShdw blurRad="38100" dist="25400" dir="5400000" algn="ctr" rotWithShape="0">
                    <a:srgbClr val="6E747A">
                      <a:alpha val="43000"/>
                    </a:srgbClr>
                  </a:outerShdw>
                </a:effectLst>
              </a:rPr>
              <a:t>Logic</a:t>
            </a:r>
          </a:p>
        </p:txBody>
      </p:sp>
      <p:sp>
        <p:nvSpPr>
          <p:cNvPr id="10" name="Rectangle 9">
            <a:extLst>
              <a:ext uri="{FF2B5EF4-FFF2-40B4-BE49-F238E27FC236}">
                <a16:creationId xmlns:a16="http://schemas.microsoft.com/office/drawing/2014/main" id="{4FA90B34-E64E-FECC-4D75-670B2C7FA87E}"/>
              </a:ext>
            </a:extLst>
          </p:cNvPr>
          <p:cNvSpPr/>
          <p:nvPr/>
        </p:nvSpPr>
        <p:spPr>
          <a:xfrm>
            <a:off x="8429240" y="4039169"/>
            <a:ext cx="1618649" cy="923330"/>
          </a:xfrm>
          <a:prstGeom prst="rect">
            <a:avLst/>
          </a:prstGeom>
          <a:noFill/>
        </p:spPr>
        <p:txBody>
          <a:bodyPr wrap="none" lIns="91440" tIns="45720" rIns="91440" bIns="45720">
            <a:spAutoFit/>
          </a:bodyPr>
          <a:lstStyle/>
          <a:p>
            <a:pPr algn="ctr"/>
            <a:r>
              <a:rPr lang="en-US" sz="5400" b="0" cap="none" spc="0">
                <a:ln w="0"/>
                <a:solidFill>
                  <a:schemeClr val="accent6"/>
                </a:solidFill>
                <a:effectLst>
                  <a:outerShdw blurRad="38100" dist="25400" dir="5400000" algn="ctr" rotWithShape="0">
                    <a:srgbClr val="6E747A">
                      <a:alpha val="43000"/>
                    </a:srgbClr>
                  </a:outerShdw>
                </a:effectLst>
              </a:rPr>
              <a:t>View</a:t>
            </a:r>
          </a:p>
        </p:txBody>
      </p:sp>
      <p:pic>
        <p:nvPicPr>
          <p:cNvPr id="2" name="Picture 1">
            <a:extLst>
              <a:ext uri="{FF2B5EF4-FFF2-40B4-BE49-F238E27FC236}">
                <a16:creationId xmlns:a16="http://schemas.microsoft.com/office/drawing/2014/main" id="{E143B75C-EB38-B207-8912-3584A109223F}"/>
              </a:ext>
            </a:extLst>
          </p:cNvPr>
          <p:cNvPicPr>
            <a:picLocks noChangeAspect="1"/>
          </p:cNvPicPr>
          <p:nvPr/>
        </p:nvPicPr>
        <p:blipFill>
          <a:blip r:embed="rId2"/>
          <a:stretch>
            <a:fillRect/>
          </a:stretch>
        </p:blipFill>
        <p:spPr>
          <a:xfrm>
            <a:off x="6969332" y="1100162"/>
            <a:ext cx="1257005" cy="1257005"/>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F4BF2D5F-D6B5-3C44-BB47-274D42705100}"/>
              </a:ext>
            </a:extLst>
          </p:cNvPr>
          <p:cNvPicPr>
            <a:picLocks noChangeAspect="1"/>
          </p:cNvPicPr>
          <p:nvPr/>
        </p:nvPicPr>
        <p:blipFill>
          <a:blip r:embed="rId3"/>
          <a:stretch>
            <a:fillRect/>
          </a:stretch>
        </p:blipFill>
        <p:spPr>
          <a:xfrm>
            <a:off x="7121725" y="3872331"/>
            <a:ext cx="1257006" cy="1257006"/>
          </a:xfrm>
          <a:prstGeom prst="rect">
            <a:avLst/>
          </a:prstGeom>
          <a:ln>
            <a:noFill/>
          </a:ln>
          <a:effectLst>
            <a:outerShdw blurRad="292100" dist="139700" dir="2700000" algn="tl" rotWithShape="0">
              <a:srgbClr val="333333">
                <a:alpha val="65000"/>
              </a:srgbClr>
            </a:outerShdw>
          </a:effectLst>
        </p:spPr>
      </p:pic>
      <p:sp>
        <p:nvSpPr>
          <p:cNvPr id="7" name="Slide Number Placeholder 6">
            <a:extLst>
              <a:ext uri="{FF2B5EF4-FFF2-40B4-BE49-F238E27FC236}">
                <a16:creationId xmlns:a16="http://schemas.microsoft.com/office/drawing/2014/main" id="{E79B939C-AD82-6DE4-C3BD-F5BB9523028B}"/>
              </a:ext>
            </a:extLst>
          </p:cNvPr>
          <p:cNvSpPr>
            <a:spLocks noGrp="1"/>
          </p:cNvSpPr>
          <p:nvPr>
            <p:ph type="sldNum" sz="quarter" idx="12"/>
          </p:nvPr>
        </p:nvSpPr>
        <p:spPr/>
        <p:txBody>
          <a:bodyPr/>
          <a:lstStyle/>
          <a:p>
            <a:fld id="{330EA680-D336-4FF7-8B7A-9848BB0A1C32}" type="slidenum">
              <a:rPr lang="en-US" smtClean="0"/>
              <a:t>15</a:t>
            </a:fld>
            <a:endParaRPr lang="en-US"/>
          </a:p>
        </p:txBody>
      </p:sp>
    </p:spTree>
    <p:extLst>
      <p:ext uri="{BB962C8B-B14F-4D97-AF65-F5344CB8AC3E}">
        <p14:creationId xmlns:p14="http://schemas.microsoft.com/office/powerpoint/2010/main" val="3529445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D3C12-0CEA-FEEF-1A5A-DF424997670F}"/>
              </a:ext>
            </a:extLst>
          </p:cNvPr>
          <p:cNvSpPr>
            <a:spLocks noGrp="1"/>
          </p:cNvSpPr>
          <p:nvPr>
            <p:ph type="ctrTitle"/>
          </p:nvPr>
        </p:nvSpPr>
        <p:spPr/>
        <p:txBody>
          <a:bodyPr/>
          <a:lstStyle/>
          <a:p>
            <a:r>
              <a:rPr lang="en-US"/>
              <a:t>Separate Logic and View</a:t>
            </a:r>
          </a:p>
        </p:txBody>
      </p:sp>
      <p:sp>
        <p:nvSpPr>
          <p:cNvPr id="3" name="Subtitle 2">
            <a:extLst>
              <a:ext uri="{FF2B5EF4-FFF2-40B4-BE49-F238E27FC236}">
                <a16:creationId xmlns:a16="http://schemas.microsoft.com/office/drawing/2014/main" id="{1BFD28B7-0248-EEFC-2489-25A5454ADE78}"/>
              </a:ext>
            </a:extLst>
          </p:cNvPr>
          <p:cNvSpPr>
            <a:spLocks noGrp="1"/>
          </p:cNvSpPr>
          <p:nvPr>
            <p:ph type="subTitle" idx="1"/>
          </p:nvPr>
        </p:nvSpPr>
        <p:spPr/>
        <p:txBody>
          <a:bodyPr/>
          <a:lstStyle/>
          <a:p>
            <a:r>
              <a:rPr lang="en-US"/>
              <a:t>Separation of Concern</a:t>
            </a:r>
          </a:p>
        </p:txBody>
      </p:sp>
      <p:sp>
        <p:nvSpPr>
          <p:cNvPr id="4" name="Slide Number Placeholder 3">
            <a:extLst>
              <a:ext uri="{FF2B5EF4-FFF2-40B4-BE49-F238E27FC236}">
                <a16:creationId xmlns:a16="http://schemas.microsoft.com/office/drawing/2014/main" id="{6771AD92-6A63-001D-9F01-B720B1C27D03}"/>
              </a:ext>
            </a:extLst>
          </p:cNvPr>
          <p:cNvSpPr>
            <a:spLocks noGrp="1"/>
          </p:cNvSpPr>
          <p:nvPr>
            <p:ph type="sldNum" sz="quarter" idx="12"/>
          </p:nvPr>
        </p:nvSpPr>
        <p:spPr/>
        <p:txBody>
          <a:bodyPr/>
          <a:lstStyle/>
          <a:p>
            <a:fld id="{330EA680-D336-4FF7-8B7A-9848BB0A1C32}" type="slidenum">
              <a:rPr lang="en-US" smtClean="0"/>
              <a:t>16</a:t>
            </a:fld>
            <a:endParaRPr lang="en-US"/>
          </a:p>
        </p:txBody>
      </p:sp>
    </p:spTree>
    <p:extLst>
      <p:ext uri="{BB962C8B-B14F-4D97-AF65-F5344CB8AC3E}">
        <p14:creationId xmlns:p14="http://schemas.microsoft.com/office/powerpoint/2010/main" val="921860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C55D091-2710-11A2-E055-927925C0E99D}"/>
              </a:ext>
            </a:extLst>
          </p:cNvPr>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kern="1200">
                <a:solidFill>
                  <a:schemeClr val="tx1"/>
                </a:solidFill>
                <a:latin typeface="+mj-lt"/>
                <a:ea typeface="+mj-ea"/>
                <a:cs typeface="+mj-cs"/>
              </a:rPr>
              <a:t>Create a ViewModel class for Logic</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Box 2">
            <a:extLst>
              <a:ext uri="{FF2B5EF4-FFF2-40B4-BE49-F238E27FC236}">
                <a16:creationId xmlns:a16="http://schemas.microsoft.com/office/drawing/2014/main" id="{59F8FEA7-D96A-4E9E-6F11-206E30C1B0AB}"/>
              </a:ext>
            </a:extLst>
          </p:cNvPr>
          <p:cNvSpPr txBox="1"/>
          <p:nvPr/>
        </p:nvSpPr>
        <p:spPr>
          <a:xfrm>
            <a:off x="653796" y="2399533"/>
            <a:ext cx="6100548" cy="1200329"/>
          </a:xfrm>
          <a:prstGeom prst="rect">
            <a:avLst/>
          </a:prstGeom>
          <a:solidFill>
            <a:schemeClr val="bg1"/>
          </a:solidFill>
        </p:spPr>
        <p:txBody>
          <a:bodyPr wrap="square">
            <a:spAutoFit/>
          </a:bodyPr>
          <a:lstStyle/>
          <a:p>
            <a:r>
              <a:rPr lang="en-US" sz="2400">
                <a:solidFill>
                  <a:srgbClr val="0033B3"/>
                </a:solidFill>
                <a:effectLst/>
                <a:highlight>
                  <a:srgbClr val="FFFFFF"/>
                </a:highlight>
              </a:rPr>
              <a:t>class </a:t>
            </a:r>
            <a:r>
              <a:rPr lang="en-US" sz="2400" err="1">
                <a:solidFill>
                  <a:srgbClr val="000000"/>
                </a:solidFill>
                <a:effectLst/>
                <a:highlight>
                  <a:srgbClr val="FFFFFF"/>
                </a:highlight>
              </a:rPr>
              <a:t>MainScreenViewModel</a:t>
            </a:r>
            <a:r>
              <a:rPr lang="en-US" sz="2400">
                <a:solidFill>
                  <a:srgbClr val="080808"/>
                </a:solidFill>
                <a:effectLst/>
                <a:highlight>
                  <a:srgbClr val="FFFFFF"/>
                </a:highlight>
              </a:rPr>
              <a:t>: </a:t>
            </a:r>
            <a:r>
              <a:rPr lang="en-US" sz="2400" err="1">
                <a:solidFill>
                  <a:srgbClr val="080808"/>
                </a:solidFill>
                <a:effectLst/>
                <a:highlight>
                  <a:srgbClr val="FFFFFF"/>
                </a:highlight>
              </a:rPr>
              <a:t>ViewModel</a:t>
            </a:r>
            <a:r>
              <a:rPr lang="en-US" sz="2400">
                <a:solidFill>
                  <a:srgbClr val="080808"/>
                </a:solidFill>
                <a:effectLst/>
                <a:highlight>
                  <a:srgbClr val="FFFFFF"/>
                </a:highlight>
              </a:rPr>
              <a:t>() {</a:t>
            </a:r>
          </a:p>
          <a:p>
            <a:br>
              <a:rPr lang="en-US" sz="2400">
                <a:solidFill>
                  <a:srgbClr val="080808"/>
                </a:solidFill>
                <a:effectLst/>
                <a:highlight>
                  <a:srgbClr val="FFFFFF"/>
                </a:highlight>
              </a:rPr>
            </a:br>
            <a:r>
              <a:rPr lang="en-US" sz="2400">
                <a:solidFill>
                  <a:srgbClr val="080808"/>
                </a:solidFill>
                <a:effectLst/>
                <a:highlight>
                  <a:srgbClr val="FFFFFF"/>
                </a:highlight>
              </a:rPr>
              <a:t>}</a:t>
            </a:r>
          </a:p>
        </p:txBody>
      </p:sp>
      <p:sp>
        <p:nvSpPr>
          <p:cNvPr id="7" name="TextBox 6">
            <a:extLst>
              <a:ext uri="{FF2B5EF4-FFF2-40B4-BE49-F238E27FC236}">
                <a16:creationId xmlns:a16="http://schemas.microsoft.com/office/drawing/2014/main" id="{9EEAB979-E5AD-8489-8D77-F92B9410FD0B}"/>
              </a:ext>
            </a:extLst>
          </p:cNvPr>
          <p:cNvSpPr txBox="1"/>
          <p:nvPr/>
        </p:nvSpPr>
        <p:spPr>
          <a:xfrm>
            <a:off x="653796" y="3869699"/>
            <a:ext cx="10884408" cy="1938992"/>
          </a:xfrm>
          <a:prstGeom prst="rect">
            <a:avLst/>
          </a:prstGeom>
          <a:noFill/>
          <a:ln>
            <a:solidFill>
              <a:schemeClr val="accent2"/>
            </a:solidFill>
          </a:ln>
        </p:spPr>
        <p:txBody>
          <a:bodyPr wrap="square">
            <a:spAutoFit/>
          </a:bodyPr>
          <a:lstStyle/>
          <a:p>
            <a:pPr>
              <a:buNone/>
            </a:pPr>
            <a:r>
              <a:rPr lang="en-US" sz="2400" i="1">
                <a:solidFill>
                  <a:srgbClr val="00627A"/>
                </a:solidFill>
                <a:effectLst/>
                <a:latin typeface="JetBrains Mono"/>
              </a:rPr>
              <a:t>dependencies </a:t>
            </a:r>
            <a:r>
              <a:rPr lang="en-US" sz="2400" b="1">
                <a:solidFill>
                  <a:srgbClr val="080808"/>
                </a:solidFill>
                <a:effectLst/>
                <a:latin typeface="JetBrains Mono"/>
              </a:rPr>
              <a:t>{</a:t>
            </a:r>
            <a:br>
              <a:rPr lang="en-US" sz="2400" b="1">
                <a:solidFill>
                  <a:srgbClr val="080808"/>
                </a:solidFill>
                <a:effectLst/>
                <a:latin typeface="JetBrains Mono"/>
              </a:rPr>
            </a:br>
            <a:br>
              <a:rPr lang="en-US" sz="2400" b="1">
                <a:solidFill>
                  <a:srgbClr val="080808"/>
                </a:solidFill>
                <a:effectLst/>
                <a:latin typeface="JetBrains Mono"/>
              </a:rPr>
            </a:br>
            <a:r>
              <a:rPr lang="en-US" sz="2400" b="1">
                <a:solidFill>
                  <a:srgbClr val="080808"/>
                </a:solidFill>
                <a:effectLst/>
                <a:latin typeface="JetBrains Mono"/>
              </a:rPr>
              <a:t>    </a:t>
            </a:r>
            <a:r>
              <a:rPr lang="en-US" sz="2400" i="1">
                <a:solidFill>
                  <a:srgbClr val="00627A"/>
                </a:solidFill>
                <a:effectLst/>
                <a:latin typeface="JetBrains Mono"/>
              </a:rPr>
              <a:t>implementation</a:t>
            </a:r>
            <a:r>
              <a:rPr lang="en-US" sz="2400">
                <a:solidFill>
                  <a:srgbClr val="080808"/>
                </a:solidFill>
                <a:effectLst/>
                <a:latin typeface="JetBrains Mono"/>
              </a:rPr>
              <a:t>(</a:t>
            </a:r>
            <a:r>
              <a:rPr lang="en-US" sz="2400">
                <a:solidFill>
                  <a:srgbClr val="067D17"/>
                </a:solidFill>
                <a:effectLst/>
                <a:latin typeface="JetBrains Mono"/>
              </a:rPr>
              <a:t>"androidx.lifecycle:lifecycle-viewmodel-compose-android:2.9.3"</a:t>
            </a:r>
            <a:r>
              <a:rPr lang="en-US" sz="2400">
                <a:solidFill>
                  <a:srgbClr val="080808"/>
                </a:solidFill>
                <a:effectLst/>
                <a:latin typeface="JetBrains Mono"/>
              </a:rPr>
              <a:t>)</a:t>
            </a:r>
            <a:br>
              <a:rPr lang="en-US" sz="2400">
                <a:solidFill>
                  <a:srgbClr val="080808"/>
                </a:solidFill>
                <a:effectLst/>
                <a:latin typeface="JetBrains Mono"/>
              </a:rPr>
            </a:br>
            <a:r>
              <a:rPr lang="en-US" sz="2400">
                <a:solidFill>
                  <a:srgbClr val="080808"/>
                </a:solidFill>
                <a:effectLst/>
                <a:latin typeface="JetBrains Mono"/>
              </a:rPr>
              <a:t>    </a:t>
            </a:r>
            <a:r>
              <a:rPr lang="en-US" sz="2400" i="1">
                <a:solidFill>
                  <a:schemeClr val="bg1">
                    <a:lumMod val="65000"/>
                  </a:schemeClr>
                </a:solidFill>
                <a:effectLst/>
                <a:latin typeface="JetBrains Mono"/>
              </a:rPr>
              <a:t>//…</a:t>
            </a:r>
            <a:br>
              <a:rPr lang="en-US" sz="2400">
                <a:solidFill>
                  <a:srgbClr val="080808"/>
                </a:solidFill>
                <a:effectLst/>
                <a:latin typeface="JetBrains Mono"/>
              </a:rPr>
            </a:br>
            <a:r>
              <a:rPr lang="en-US" sz="2400" b="1">
                <a:solidFill>
                  <a:srgbClr val="080808"/>
                </a:solidFill>
                <a:effectLst/>
                <a:latin typeface="JetBrains Mono"/>
              </a:rPr>
              <a:t>}</a:t>
            </a:r>
            <a:endParaRPr lang="en-US" sz="2400">
              <a:solidFill>
                <a:srgbClr val="080808"/>
              </a:solidFill>
              <a:effectLst/>
              <a:latin typeface="JetBrains Mono"/>
            </a:endParaRPr>
          </a:p>
        </p:txBody>
      </p:sp>
      <p:sp>
        <p:nvSpPr>
          <p:cNvPr id="4" name="Slide Number Placeholder 3">
            <a:extLst>
              <a:ext uri="{FF2B5EF4-FFF2-40B4-BE49-F238E27FC236}">
                <a16:creationId xmlns:a16="http://schemas.microsoft.com/office/drawing/2014/main" id="{13A6EE39-DABD-DBDD-E33F-E2DAD5202201}"/>
              </a:ext>
            </a:extLst>
          </p:cNvPr>
          <p:cNvSpPr>
            <a:spLocks noGrp="1"/>
          </p:cNvSpPr>
          <p:nvPr>
            <p:ph type="sldNum" sz="quarter" idx="12"/>
          </p:nvPr>
        </p:nvSpPr>
        <p:spPr/>
        <p:txBody>
          <a:bodyPr/>
          <a:lstStyle/>
          <a:p>
            <a:fld id="{330EA680-D336-4FF7-8B7A-9848BB0A1C32}" type="slidenum">
              <a:rPr lang="en-US" smtClean="0"/>
              <a:t>17</a:t>
            </a:fld>
            <a:endParaRPr lang="en-US"/>
          </a:p>
        </p:txBody>
      </p:sp>
    </p:spTree>
    <p:extLst>
      <p:ext uri="{BB962C8B-B14F-4D97-AF65-F5344CB8AC3E}">
        <p14:creationId xmlns:p14="http://schemas.microsoft.com/office/powerpoint/2010/main" val="2626569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09CAB-50BB-EF03-EB9F-D2319BD8EF2A}"/>
              </a:ext>
            </a:extLst>
          </p:cNvPr>
          <p:cNvSpPr>
            <a:spLocks noGrp="1"/>
          </p:cNvSpPr>
          <p:nvPr>
            <p:ph type="title"/>
          </p:nvPr>
        </p:nvSpPr>
        <p:spPr/>
        <p:txBody>
          <a:bodyPr/>
          <a:lstStyle/>
          <a:p>
            <a:r>
              <a:rPr lang="en-US" err="1"/>
              <a:t>ViewModel</a:t>
            </a:r>
            <a:endParaRPr lang="en-US"/>
          </a:p>
        </p:txBody>
      </p:sp>
      <p:graphicFrame>
        <p:nvGraphicFramePr>
          <p:cNvPr id="5" name="Content Placeholder 4">
            <a:extLst>
              <a:ext uri="{FF2B5EF4-FFF2-40B4-BE49-F238E27FC236}">
                <a16:creationId xmlns:a16="http://schemas.microsoft.com/office/drawing/2014/main" id="{5B452167-F971-23DF-46A6-1B6A94ABE359}"/>
              </a:ext>
            </a:extLst>
          </p:cNvPr>
          <p:cNvGraphicFramePr>
            <a:graphicFrameLocks noGrp="1"/>
          </p:cNvGraphicFramePr>
          <p:nvPr>
            <p:ph idx="1"/>
            <p:extLst>
              <p:ext uri="{D42A27DB-BD31-4B8C-83A1-F6EECF244321}">
                <p14:modId xmlns:p14="http://schemas.microsoft.com/office/powerpoint/2010/main" val="110902301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F9A952B5-C16E-214D-47C1-BCD5097F8C75}"/>
              </a:ext>
            </a:extLst>
          </p:cNvPr>
          <p:cNvSpPr>
            <a:spLocks noGrp="1"/>
          </p:cNvSpPr>
          <p:nvPr>
            <p:ph type="sldNum" sz="quarter" idx="12"/>
          </p:nvPr>
        </p:nvSpPr>
        <p:spPr/>
        <p:txBody>
          <a:bodyPr/>
          <a:lstStyle/>
          <a:p>
            <a:fld id="{330EA680-D336-4FF7-8B7A-9848BB0A1C32}" type="slidenum">
              <a:rPr lang="en-US" smtClean="0"/>
              <a:t>18</a:t>
            </a:fld>
            <a:endParaRPr lang="en-US"/>
          </a:p>
        </p:txBody>
      </p:sp>
    </p:spTree>
    <p:extLst>
      <p:ext uri="{BB962C8B-B14F-4D97-AF65-F5344CB8AC3E}">
        <p14:creationId xmlns:p14="http://schemas.microsoft.com/office/powerpoint/2010/main" val="1553860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608D2-5EDF-BC71-3698-B2F2322F1F56}"/>
              </a:ext>
            </a:extLst>
          </p:cNvPr>
          <p:cNvSpPr>
            <a:spLocks noGrp="1"/>
          </p:cNvSpPr>
          <p:nvPr>
            <p:ph type="title"/>
          </p:nvPr>
        </p:nvSpPr>
        <p:spPr/>
        <p:txBody>
          <a:bodyPr/>
          <a:lstStyle/>
          <a:p>
            <a:r>
              <a:rPr lang="en-US"/>
              <a:t>Expose read-only data from </a:t>
            </a:r>
            <a:r>
              <a:rPr lang="en-US" err="1"/>
              <a:t>ViewModel</a:t>
            </a:r>
            <a:endParaRPr lang="en-US"/>
          </a:p>
        </p:txBody>
      </p:sp>
      <p:sp>
        <p:nvSpPr>
          <p:cNvPr id="8" name="TextBox 7">
            <a:extLst>
              <a:ext uri="{FF2B5EF4-FFF2-40B4-BE49-F238E27FC236}">
                <a16:creationId xmlns:a16="http://schemas.microsoft.com/office/drawing/2014/main" id="{081CDDFE-F3C8-FC45-37B7-CA5E98BF2E89}"/>
              </a:ext>
            </a:extLst>
          </p:cNvPr>
          <p:cNvSpPr txBox="1"/>
          <p:nvPr/>
        </p:nvSpPr>
        <p:spPr>
          <a:xfrm>
            <a:off x="6482686" y="2450790"/>
            <a:ext cx="5104263" cy="646331"/>
          </a:xfrm>
          <a:custGeom>
            <a:avLst/>
            <a:gdLst>
              <a:gd name="connsiteX0" fmla="*/ 0 w 5104263"/>
              <a:gd name="connsiteY0" fmla="*/ 0 h 646331"/>
              <a:gd name="connsiteX1" fmla="*/ 586990 w 5104263"/>
              <a:gd name="connsiteY1" fmla="*/ 0 h 646331"/>
              <a:gd name="connsiteX2" fmla="*/ 1071895 w 5104263"/>
              <a:gd name="connsiteY2" fmla="*/ 0 h 646331"/>
              <a:gd name="connsiteX3" fmla="*/ 1812013 w 5104263"/>
              <a:gd name="connsiteY3" fmla="*/ 0 h 646331"/>
              <a:gd name="connsiteX4" fmla="*/ 2399004 w 5104263"/>
              <a:gd name="connsiteY4" fmla="*/ 0 h 646331"/>
              <a:gd name="connsiteX5" fmla="*/ 2985994 w 5104263"/>
              <a:gd name="connsiteY5" fmla="*/ 0 h 646331"/>
              <a:gd name="connsiteX6" fmla="*/ 3726112 w 5104263"/>
              <a:gd name="connsiteY6" fmla="*/ 0 h 646331"/>
              <a:gd name="connsiteX7" fmla="*/ 4262060 w 5104263"/>
              <a:gd name="connsiteY7" fmla="*/ 0 h 646331"/>
              <a:gd name="connsiteX8" fmla="*/ 5104263 w 5104263"/>
              <a:gd name="connsiteY8" fmla="*/ 0 h 646331"/>
              <a:gd name="connsiteX9" fmla="*/ 5104263 w 5104263"/>
              <a:gd name="connsiteY9" fmla="*/ 646331 h 646331"/>
              <a:gd name="connsiteX10" fmla="*/ 4568315 w 5104263"/>
              <a:gd name="connsiteY10" fmla="*/ 646331 h 646331"/>
              <a:gd name="connsiteX11" fmla="*/ 3930283 w 5104263"/>
              <a:gd name="connsiteY11" fmla="*/ 646331 h 646331"/>
              <a:gd name="connsiteX12" fmla="*/ 3343292 w 5104263"/>
              <a:gd name="connsiteY12" fmla="*/ 646331 h 646331"/>
              <a:gd name="connsiteX13" fmla="*/ 2603174 w 5104263"/>
              <a:gd name="connsiteY13" fmla="*/ 646331 h 646331"/>
              <a:gd name="connsiteX14" fmla="*/ 1863056 w 5104263"/>
              <a:gd name="connsiteY14" fmla="*/ 646331 h 646331"/>
              <a:gd name="connsiteX15" fmla="*/ 1327108 w 5104263"/>
              <a:gd name="connsiteY15" fmla="*/ 646331 h 646331"/>
              <a:gd name="connsiteX16" fmla="*/ 689076 w 5104263"/>
              <a:gd name="connsiteY16" fmla="*/ 646331 h 646331"/>
              <a:gd name="connsiteX17" fmla="*/ 0 w 5104263"/>
              <a:gd name="connsiteY17" fmla="*/ 646331 h 646331"/>
              <a:gd name="connsiteX18" fmla="*/ 0 w 5104263"/>
              <a:gd name="connsiteY18" fmla="*/ 0 h 646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104263" h="646331" extrusionOk="0">
                <a:moveTo>
                  <a:pt x="0" y="0"/>
                </a:moveTo>
                <a:cubicBezTo>
                  <a:pt x="211713" y="-22769"/>
                  <a:pt x="298887" y="-27510"/>
                  <a:pt x="586990" y="0"/>
                </a:cubicBezTo>
                <a:cubicBezTo>
                  <a:pt x="875093" y="27510"/>
                  <a:pt x="861568" y="5139"/>
                  <a:pt x="1071895" y="0"/>
                </a:cubicBezTo>
                <a:cubicBezTo>
                  <a:pt x="1282222" y="-5139"/>
                  <a:pt x="1660449" y="2149"/>
                  <a:pt x="1812013" y="0"/>
                </a:cubicBezTo>
                <a:cubicBezTo>
                  <a:pt x="1963577" y="-2149"/>
                  <a:pt x="2235168" y="-22773"/>
                  <a:pt x="2399004" y="0"/>
                </a:cubicBezTo>
                <a:cubicBezTo>
                  <a:pt x="2562840" y="22773"/>
                  <a:pt x="2701619" y="-13508"/>
                  <a:pt x="2985994" y="0"/>
                </a:cubicBezTo>
                <a:cubicBezTo>
                  <a:pt x="3270369" y="13508"/>
                  <a:pt x="3411381" y="-18564"/>
                  <a:pt x="3726112" y="0"/>
                </a:cubicBezTo>
                <a:cubicBezTo>
                  <a:pt x="4040843" y="18564"/>
                  <a:pt x="4033553" y="13038"/>
                  <a:pt x="4262060" y="0"/>
                </a:cubicBezTo>
                <a:cubicBezTo>
                  <a:pt x="4490567" y="-13038"/>
                  <a:pt x="4697536" y="10748"/>
                  <a:pt x="5104263" y="0"/>
                </a:cubicBezTo>
                <a:cubicBezTo>
                  <a:pt x="5114794" y="255176"/>
                  <a:pt x="5133797" y="383225"/>
                  <a:pt x="5104263" y="646331"/>
                </a:cubicBezTo>
                <a:cubicBezTo>
                  <a:pt x="4987019" y="621736"/>
                  <a:pt x="4819712" y="631388"/>
                  <a:pt x="4568315" y="646331"/>
                </a:cubicBezTo>
                <a:cubicBezTo>
                  <a:pt x="4316918" y="661274"/>
                  <a:pt x="4081151" y="653522"/>
                  <a:pt x="3930283" y="646331"/>
                </a:cubicBezTo>
                <a:cubicBezTo>
                  <a:pt x="3779415" y="639140"/>
                  <a:pt x="3526625" y="665548"/>
                  <a:pt x="3343292" y="646331"/>
                </a:cubicBezTo>
                <a:cubicBezTo>
                  <a:pt x="3159959" y="627114"/>
                  <a:pt x="2962074" y="617825"/>
                  <a:pt x="2603174" y="646331"/>
                </a:cubicBezTo>
                <a:cubicBezTo>
                  <a:pt x="2244274" y="674837"/>
                  <a:pt x="2110865" y="633645"/>
                  <a:pt x="1863056" y="646331"/>
                </a:cubicBezTo>
                <a:cubicBezTo>
                  <a:pt x="1615247" y="659017"/>
                  <a:pt x="1466512" y="666765"/>
                  <a:pt x="1327108" y="646331"/>
                </a:cubicBezTo>
                <a:cubicBezTo>
                  <a:pt x="1187704" y="625897"/>
                  <a:pt x="951506" y="617380"/>
                  <a:pt x="689076" y="646331"/>
                </a:cubicBezTo>
                <a:cubicBezTo>
                  <a:pt x="426646" y="675282"/>
                  <a:pt x="283047" y="612084"/>
                  <a:pt x="0" y="646331"/>
                </a:cubicBezTo>
                <a:cubicBezTo>
                  <a:pt x="30194" y="329306"/>
                  <a:pt x="-29401" y="214000"/>
                  <a:pt x="0" y="0"/>
                </a:cubicBezTo>
                <a:close/>
              </a:path>
            </a:pathLst>
          </a:custGeom>
          <a:noFill/>
          <a:ln w="12700">
            <a:solidFill>
              <a:schemeClr val="accent2"/>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wrap="square">
            <a:spAutoFit/>
          </a:bodyPr>
          <a:lstStyle/>
          <a:p>
            <a:r>
              <a:rPr lang="en-US"/>
              <a:t>It is a type of </a:t>
            </a:r>
            <a:r>
              <a:rPr lang="en-US" err="1"/>
              <a:t>StateFlow</a:t>
            </a:r>
            <a:r>
              <a:rPr lang="en-US"/>
              <a:t> that allows its value to be updated.</a:t>
            </a:r>
          </a:p>
        </p:txBody>
      </p:sp>
      <p:sp>
        <p:nvSpPr>
          <p:cNvPr id="9" name="TextBox 8">
            <a:extLst>
              <a:ext uri="{FF2B5EF4-FFF2-40B4-BE49-F238E27FC236}">
                <a16:creationId xmlns:a16="http://schemas.microsoft.com/office/drawing/2014/main" id="{8EDEAA5E-4B72-958F-9C3C-F00831943DFD}"/>
              </a:ext>
            </a:extLst>
          </p:cNvPr>
          <p:cNvSpPr txBox="1"/>
          <p:nvPr/>
        </p:nvSpPr>
        <p:spPr>
          <a:xfrm>
            <a:off x="6482686" y="3664450"/>
            <a:ext cx="5104263" cy="2031325"/>
          </a:xfrm>
          <a:custGeom>
            <a:avLst/>
            <a:gdLst>
              <a:gd name="connsiteX0" fmla="*/ 0 w 5104263"/>
              <a:gd name="connsiteY0" fmla="*/ 0 h 2031325"/>
              <a:gd name="connsiteX1" fmla="*/ 586990 w 5104263"/>
              <a:gd name="connsiteY1" fmla="*/ 0 h 2031325"/>
              <a:gd name="connsiteX2" fmla="*/ 1071895 w 5104263"/>
              <a:gd name="connsiteY2" fmla="*/ 0 h 2031325"/>
              <a:gd name="connsiteX3" fmla="*/ 1760971 w 5104263"/>
              <a:gd name="connsiteY3" fmla="*/ 0 h 2031325"/>
              <a:gd name="connsiteX4" fmla="*/ 2501089 w 5104263"/>
              <a:gd name="connsiteY4" fmla="*/ 0 h 2031325"/>
              <a:gd name="connsiteX5" fmla="*/ 2985994 w 5104263"/>
              <a:gd name="connsiteY5" fmla="*/ 0 h 2031325"/>
              <a:gd name="connsiteX6" fmla="*/ 3572984 w 5104263"/>
              <a:gd name="connsiteY6" fmla="*/ 0 h 2031325"/>
              <a:gd name="connsiteX7" fmla="*/ 4211017 w 5104263"/>
              <a:gd name="connsiteY7" fmla="*/ 0 h 2031325"/>
              <a:gd name="connsiteX8" fmla="*/ 5104263 w 5104263"/>
              <a:gd name="connsiteY8" fmla="*/ 0 h 2031325"/>
              <a:gd name="connsiteX9" fmla="*/ 5104263 w 5104263"/>
              <a:gd name="connsiteY9" fmla="*/ 717735 h 2031325"/>
              <a:gd name="connsiteX10" fmla="*/ 5104263 w 5104263"/>
              <a:gd name="connsiteY10" fmla="*/ 1333903 h 2031325"/>
              <a:gd name="connsiteX11" fmla="*/ 5104263 w 5104263"/>
              <a:gd name="connsiteY11" fmla="*/ 2031325 h 2031325"/>
              <a:gd name="connsiteX12" fmla="*/ 4619358 w 5104263"/>
              <a:gd name="connsiteY12" fmla="*/ 2031325 h 2031325"/>
              <a:gd name="connsiteX13" fmla="*/ 4083410 w 5104263"/>
              <a:gd name="connsiteY13" fmla="*/ 2031325 h 2031325"/>
              <a:gd name="connsiteX14" fmla="*/ 3598505 w 5104263"/>
              <a:gd name="connsiteY14" fmla="*/ 2031325 h 2031325"/>
              <a:gd name="connsiteX15" fmla="*/ 2960473 w 5104263"/>
              <a:gd name="connsiteY15" fmla="*/ 2031325 h 2031325"/>
              <a:gd name="connsiteX16" fmla="*/ 2424525 w 5104263"/>
              <a:gd name="connsiteY16" fmla="*/ 2031325 h 2031325"/>
              <a:gd name="connsiteX17" fmla="*/ 1837535 w 5104263"/>
              <a:gd name="connsiteY17" fmla="*/ 2031325 h 2031325"/>
              <a:gd name="connsiteX18" fmla="*/ 1250544 w 5104263"/>
              <a:gd name="connsiteY18" fmla="*/ 2031325 h 2031325"/>
              <a:gd name="connsiteX19" fmla="*/ 663554 w 5104263"/>
              <a:gd name="connsiteY19" fmla="*/ 2031325 h 2031325"/>
              <a:gd name="connsiteX20" fmla="*/ 0 w 5104263"/>
              <a:gd name="connsiteY20" fmla="*/ 2031325 h 2031325"/>
              <a:gd name="connsiteX21" fmla="*/ 0 w 5104263"/>
              <a:gd name="connsiteY21" fmla="*/ 1313590 h 2031325"/>
              <a:gd name="connsiteX22" fmla="*/ 0 w 5104263"/>
              <a:gd name="connsiteY22" fmla="*/ 697422 h 2031325"/>
              <a:gd name="connsiteX23" fmla="*/ 0 w 5104263"/>
              <a:gd name="connsiteY23" fmla="*/ 0 h 2031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104263" h="2031325" extrusionOk="0">
                <a:moveTo>
                  <a:pt x="0" y="0"/>
                </a:moveTo>
                <a:cubicBezTo>
                  <a:pt x="262899" y="-3115"/>
                  <a:pt x="450133" y="-19793"/>
                  <a:pt x="586990" y="0"/>
                </a:cubicBezTo>
                <a:cubicBezTo>
                  <a:pt x="723847" y="19793"/>
                  <a:pt x="971950" y="14918"/>
                  <a:pt x="1071895" y="0"/>
                </a:cubicBezTo>
                <a:cubicBezTo>
                  <a:pt x="1171841" y="-14918"/>
                  <a:pt x="1558816" y="26399"/>
                  <a:pt x="1760971" y="0"/>
                </a:cubicBezTo>
                <a:cubicBezTo>
                  <a:pt x="1963126" y="-26399"/>
                  <a:pt x="2287697" y="1569"/>
                  <a:pt x="2501089" y="0"/>
                </a:cubicBezTo>
                <a:cubicBezTo>
                  <a:pt x="2714481" y="-1569"/>
                  <a:pt x="2846593" y="18910"/>
                  <a:pt x="2985994" y="0"/>
                </a:cubicBezTo>
                <a:cubicBezTo>
                  <a:pt x="3125396" y="-18910"/>
                  <a:pt x="3446931" y="15118"/>
                  <a:pt x="3572984" y="0"/>
                </a:cubicBezTo>
                <a:cubicBezTo>
                  <a:pt x="3699037" y="-15118"/>
                  <a:pt x="3912411" y="27619"/>
                  <a:pt x="4211017" y="0"/>
                </a:cubicBezTo>
                <a:cubicBezTo>
                  <a:pt x="4509623" y="-27619"/>
                  <a:pt x="4685519" y="-15758"/>
                  <a:pt x="5104263" y="0"/>
                </a:cubicBezTo>
                <a:cubicBezTo>
                  <a:pt x="5123755" y="178134"/>
                  <a:pt x="5129289" y="481118"/>
                  <a:pt x="5104263" y="717735"/>
                </a:cubicBezTo>
                <a:cubicBezTo>
                  <a:pt x="5079237" y="954353"/>
                  <a:pt x="5108122" y="1051384"/>
                  <a:pt x="5104263" y="1333903"/>
                </a:cubicBezTo>
                <a:cubicBezTo>
                  <a:pt x="5100404" y="1616422"/>
                  <a:pt x="5104235" y="1767817"/>
                  <a:pt x="5104263" y="2031325"/>
                </a:cubicBezTo>
                <a:cubicBezTo>
                  <a:pt x="4924008" y="2046416"/>
                  <a:pt x="4758929" y="2018556"/>
                  <a:pt x="4619358" y="2031325"/>
                </a:cubicBezTo>
                <a:cubicBezTo>
                  <a:pt x="4479787" y="2044094"/>
                  <a:pt x="4328280" y="2028161"/>
                  <a:pt x="4083410" y="2031325"/>
                </a:cubicBezTo>
                <a:cubicBezTo>
                  <a:pt x="3838540" y="2034489"/>
                  <a:pt x="3780756" y="2015163"/>
                  <a:pt x="3598505" y="2031325"/>
                </a:cubicBezTo>
                <a:cubicBezTo>
                  <a:pt x="3416255" y="2047487"/>
                  <a:pt x="3215656" y="2008900"/>
                  <a:pt x="2960473" y="2031325"/>
                </a:cubicBezTo>
                <a:cubicBezTo>
                  <a:pt x="2705290" y="2053750"/>
                  <a:pt x="2556959" y="2005754"/>
                  <a:pt x="2424525" y="2031325"/>
                </a:cubicBezTo>
                <a:cubicBezTo>
                  <a:pt x="2292091" y="2056896"/>
                  <a:pt x="2078104" y="2018278"/>
                  <a:pt x="1837535" y="2031325"/>
                </a:cubicBezTo>
                <a:cubicBezTo>
                  <a:pt x="1596966" y="2044373"/>
                  <a:pt x="1410111" y="2024245"/>
                  <a:pt x="1250544" y="2031325"/>
                </a:cubicBezTo>
                <a:cubicBezTo>
                  <a:pt x="1090977" y="2038405"/>
                  <a:pt x="852553" y="2003884"/>
                  <a:pt x="663554" y="2031325"/>
                </a:cubicBezTo>
                <a:cubicBezTo>
                  <a:pt x="474555" y="2058767"/>
                  <a:pt x="220642" y="2017529"/>
                  <a:pt x="0" y="2031325"/>
                </a:cubicBezTo>
                <a:cubicBezTo>
                  <a:pt x="1609" y="1681313"/>
                  <a:pt x="-16720" y="1559315"/>
                  <a:pt x="0" y="1313590"/>
                </a:cubicBezTo>
                <a:cubicBezTo>
                  <a:pt x="16720" y="1067866"/>
                  <a:pt x="19024" y="848068"/>
                  <a:pt x="0" y="697422"/>
                </a:cubicBezTo>
                <a:cubicBezTo>
                  <a:pt x="-19024" y="546776"/>
                  <a:pt x="18293" y="336524"/>
                  <a:pt x="0" y="0"/>
                </a:cubicBezTo>
                <a:close/>
              </a:path>
            </a:pathLst>
          </a:custGeom>
          <a:noFill/>
          <a:ln w="12700">
            <a:solidFill>
              <a:schemeClr val="accent2"/>
            </a:solidFill>
            <a:extLst>
              <a:ext uri="{C807C97D-BFC1-408E-A445-0C87EB9F89A2}">
                <ask:lineSketchStyleProps xmlns:ask="http://schemas.microsoft.com/office/drawing/2018/sketchyshapes" sd="2215597123">
                  <a:prstGeom prst="rect">
                    <a:avLst/>
                  </a:prstGeom>
                  <ask:type>
                    <ask:lineSketchFreehand/>
                  </ask:type>
                </ask:lineSketchStyleProps>
              </a:ext>
            </a:extLst>
          </a:ln>
        </p:spPr>
        <p:txBody>
          <a:bodyPr wrap="square">
            <a:spAutoFit/>
          </a:bodyPr>
          <a:lstStyle/>
          <a:p>
            <a:pPr marL="285750" indent="-285750">
              <a:buFont typeface="Arial" panose="020B0604020202020204" pitchFamily="34" charset="0"/>
              <a:buChar char="•"/>
            </a:pPr>
            <a:r>
              <a:rPr lang="en-US"/>
              <a:t>This converts the </a:t>
            </a:r>
            <a:r>
              <a:rPr lang="en-US" err="1"/>
              <a:t>MutableStateFlow</a:t>
            </a:r>
            <a:r>
              <a:rPr lang="en-US"/>
              <a:t> _counter to a read-only </a:t>
            </a:r>
            <a:r>
              <a:rPr lang="en-US" err="1"/>
              <a:t>StateFlow</a:t>
            </a:r>
            <a:r>
              <a:rPr lang="en-US"/>
              <a:t> using the </a:t>
            </a:r>
            <a:r>
              <a:rPr lang="en-US" err="1"/>
              <a:t>asStateFlow</a:t>
            </a:r>
            <a:r>
              <a:rPr lang="en-US"/>
              <a:t>() extension function. </a:t>
            </a:r>
          </a:p>
          <a:p>
            <a:pPr marL="285750" indent="-285750">
              <a:buFont typeface="Arial" panose="020B0604020202020204" pitchFamily="34" charset="0"/>
              <a:buChar char="•"/>
            </a:pPr>
            <a:r>
              <a:rPr lang="en-US"/>
              <a:t>This means that while _counter can be updated within the </a:t>
            </a:r>
            <a:r>
              <a:rPr lang="en-US" err="1"/>
              <a:t>MainActivityViewModel</a:t>
            </a:r>
            <a:r>
              <a:rPr lang="en-US"/>
              <a:t>, external classes can only observe its value through counter and cannot modify it.</a:t>
            </a:r>
          </a:p>
        </p:txBody>
      </p:sp>
      <p:grpSp>
        <p:nvGrpSpPr>
          <p:cNvPr id="21" name="Group 20">
            <a:extLst>
              <a:ext uri="{FF2B5EF4-FFF2-40B4-BE49-F238E27FC236}">
                <a16:creationId xmlns:a16="http://schemas.microsoft.com/office/drawing/2014/main" id="{A1A02EBD-3A0B-0382-71F8-5A0632D64709}"/>
              </a:ext>
            </a:extLst>
          </p:cNvPr>
          <p:cNvGrpSpPr/>
          <p:nvPr/>
        </p:nvGrpSpPr>
        <p:grpSpPr>
          <a:xfrm>
            <a:off x="838200" y="1829390"/>
            <a:ext cx="8333096" cy="3741217"/>
            <a:chOff x="838200" y="1829390"/>
            <a:chExt cx="8333096" cy="3741217"/>
          </a:xfrm>
        </p:grpSpPr>
        <p:sp>
          <p:nvSpPr>
            <p:cNvPr id="4" name="TextBox 3">
              <a:extLst>
                <a:ext uri="{FF2B5EF4-FFF2-40B4-BE49-F238E27FC236}">
                  <a16:creationId xmlns:a16="http://schemas.microsoft.com/office/drawing/2014/main" id="{909FB12D-39E5-0B5D-C71E-6DC13F4CBBED}"/>
                </a:ext>
              </a:extLst>
            </p:cNvPr>
            <p:cNvSpPr txBox="1"/>
            <p:nvPr/>
          </p:nvSpPr>
          <p:spPr>
            <a:xfrm>
              <a:off x="838200" y="1829390"/>
              <a:ext cx="8333096" cy="3741217"/>
            </a:xfrm>
            <a:prstGeom prst="rect">
              <a:avLst/>
            </a:prstGeom>
            <a:noFill/>
          </p:spPr>
          <p:txBody>
            <a:bodyPr wrap="square">
              <a:spAutoFit/>
            </a:bodyPr>
            <a:lstStyle/>
            <a:p>
              <a:pPr>
                <a:lnSpc>
                  <a:spcPct val="150000"/>
                </a:lnSpc>
              </a:pPr>
              <a:r>
                <a:rPr lang="en-US" sz="2000">
                  <a:solidFill>
                    <a:srgbClr val="0033B3"/>
                  </a:solidFill>
                  <a:effectLst/>
                  <a:highlight>
                    <a:srgbClr val="FFFFFF"/>
                  </a:highlight>
                </a:rPr>
                <a:t>class </a:t>
              </a:r>
              <a:r>
                <a:rPr lang="en-US" sz="2000" err="1">
                  <a:solidFill>
                    <a:srgbClr val="000000"/>
                  </a:solidFill>
                  <a:effectLst/>
                  <a:highlight>
                    <a:srgbClr val="FFFFFF"/>
                  </a:highlight>
                </a:rPr>
                <a:t>MainScreenViewModel</a:t>
              </a:r>
              <a:r>
                <a:rPr lang="en-US" sz="2000">
                  <a:solidFill>
                    <a:srgbClr val="080808"/>
                  </a:solidFill>
                  <a:effectLst/>
                  <a:highlight>
                    <a:srgbClr val="FFFFFF"/>
                  </a:highlight>
                </a:rPr>
                <a:t>: </a:t>
              </a:r>
              <a:r>
                <a:rPr lang="en-US" sz="2000" err="1">
                  <a:solidFill>
                    <a:srgbClr val="080808"/>
                  </a:solidFill>
                  <a:effectLst/>
                  <a:highlight>
                    <a:srgbClr val="FFFFFF"/>
                  </a:highlight>
                </a:rPr>
                <a:t>ViewModel</a:t>
              </a:r>
              <a:r>
                <a:rPr lang="en-US" sz="2000">
                  <a:solidFill>
                    <a:srgbClr val="080808"/>
                  </a:solidFill>
                  <a:effectLst/>
                  <a:highlight>
                    <a:srgbClr val="FFFFFF"/>
                  </a:highlight>
                </a:rPr>
                <a:t>() {</a:t>
              </a:r>
              <a:br>
                <a:rPr lang="en-US" sz="2000">
                  <a:solidFill>
                    <a:srgbClr val="080808"/>
                  </a:solidFill>
                  <a:effectLst/>
                  <a:highlight>
                    <a:srgbClr val="FFFFFF"/>
                  </a:highlight>
                </a:rPr>
              </a:br>
              <a:r>
                <a:rPr lang="en-US" sz="2000">
                  <a:solidFill>
                    <a:srgbClr val="080808"/>
                  </a:solidFill>
                  <a:effectLst/>
                  <a:highlight>
                    <a:srgbClr val="FFFFFF"/>
                  </a:highlight>
                </a:rPr>
                <a:t>    </a:t>
              </a:r>
              <a:br>
                <a:rPr lang="en-US" sz="2000" i="1">
                  <a:solidFill>
                    <a:srgbClr val="8C8C8C"/>
                  </a:solidFill>
                  <a:effectLst/>
                  <a:highlight>
                    <a:srgbClr val="FFFFFF"/>
                  </a:highlight>
                </a:rPr>
              </a:br>
              <a:r>
                <a:rPr lang="en-US" sz="2000" i="1">
                  <a:solidFill>
                    <a:srgbClr val="8C8C8C"/>
                  </a:solidFill>
                  <a:effectLst/>
                  <a:highlight>
                    <a:srgbClr val="FFFFFF"/>
                  </a:highlight>
                </a:rPr>
                <a:t>    </a:t>
              </a:r>
              <a:r>
                <a:rPr lang="en-US" sz="2000">
                  <a:solidFill>
                    <a:srgbClr val="0033B3"/>
                  </a:solidFill>
                  <a:effectLst/>
                  <a:highlight>
                    <a:srgbClr val="FFFFFF"/>
                  </a:highlight>
                </a:rPr>
                <a:t>private var </a:t>
              </a:r>
              <a:r>
                <a:rPr lang="en-US" sz="2000">
                  <a:solidFill>
                    <a:srgbClr val="871094"/>
                  </a:solidFill>
                  <a:effectLst/>
                  <a:highlight>
                    <a:srgbClr val="FFFFFF"/>
                  </a:highlight>
                </a:rPr>
                <a:t>_counter </a:t>
              </a:r>
              <a:r>
                <a:rPr lang="en-US" sz="2000">
                  <a:solidFill>
                    <a:srgbClr val="080808"/>
                  </a:solidFill>
                  <a:effectLst/>
                  <a:highlight>
                    <a:srgbClr val="FFFFFF"/>
                  </a:highlight>
                </a:rPr>
                <a:t>= </a:t>
              </a:r>
              <a:r>
                <a:rPr lang="en-US" sz="2000" i="1" err="1">
                  <a:solidFill>
                    <a:srgbClr val="00627A"/>
                  </a:solidFill>
                  <a:effectLst/>
                  <a:highlight>
                    <a:srgbClr val="FFFFFF"/>
                  </a:highlight>
                </a:rPr>
                <a:t>MutableStateFlow</a:t>
              </a:r>
              <a:r>
                <a:rPr lang="en-US" sz="2000">
                  <a:solidFill>
                    <a:srgbClr val="080808"/>
                  </a:solidFill>
                  <a:effectLst/>
                  <a:highlight>
                    <a:srgbClr val="FFFFFF"/>
                  </a:highlight>
                </a:rPr>
                <a:t>(</a:t>
              </a:r>
              <a:r>
                <a:rPr lang="en-US" sz="2000">
                  <a:solidFill>
                    <a:srgbClr val="1750EB"/>
                  </a:solidFill>
                  <a:effectLst/>
                  <a:highlight>
                    <a:srgbClr val="FFFFFF"/>
                  </a:highlight>
                </a:rPr>
                <a:t>0</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br>
                <a:rPr lang="en-US" sz="2000" i="1">
                  <a:solidFill>
                    <a:srgbClr val="8C8C8C"/>
                  </a:solidFill>
                  <a:effectLst/>
                  <a:highlight>
                    <a:srgbClr val="FFFFFF"/>
                  </a:highlight>
                </a:rPr>
              </a:br>
              <a:r>
                <a:rPr lang="en-US" sz="2000" i="1">
                  <a:solidFill>
                    <a:srgbClr val="8C8C8C"/>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a:solidFill>
                    <a:srgbClr val="871094"/>
                  </a:solidFill>
                  <a:effectLst/>
                  <a:highlight>
                    <a:srgbClr val="FFFFFF"/>
                  </a:highlight>
                </a:rPr>
                <a:t>counter </a:t>
              </a:r>
              <a:r>
                <a:rPr lang="en-US" sz="2000">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counter</a:t>
              </a:r>
              <a:r>
                <a:rPr lang="en-US" sz="2000" err="1">
                  <a:solidFill>
                    <a:srgbClr val="080808"/>
                  </a:solidFill>
                  <a:effectLst/>
                  <a:highlight>
                    <a:srgbClr val="FFFFFF"/>
                  </a:highlight>
                </a:rPr>
                <a:t>.</a:t>
              </a:r>
              <a:r>
                <a:rPr lang="en-US" sz="2000" i="1" err="1">
                  <a:solidFill>
                    <a:srgbClr val="00627A"/>
                  </a:solidFill>
                  <a:effectLst/>
                  <a:highlight>
                    <a:srgbClr val="FFFFFF"/>
                  </a:highlight>
                </a:rPr>
                <a:t>asStateFlow</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p>
            <a:p>
              <a:pPr>
                <a:lnSpc>
                  <a:spcPct val="150000"/>
                </a:lnSpc>
              </a:pPr>
              <a:r>
                <a:rPr lang="en-US" sz="2000">
                  <a:solidFill>
                    <a:srgbClr val="080808"/>
                  </a:solidFill>
                  <a:effectLst/>
                  <a:highlight>
                    <a:srgbClr val="FFFFFF"/>
                  </a:highlight>
                </a:rPr>
                <a:t>    </a:t>
              </a:r>
              <a:r>
                <a:rPr lang="en-US" sz="2000">
                  <a:solidFill>
                    <a:srgbClr val="0033B3"/>
                  </a:solidFill>
                  <a:effectLst/>
                  <a:highlight>
                    <a:srgbClr val="FFFFFF"/>
                  </a:highlight>
                </a:rPr>
                <a:t>//…</a:t>
              </a:r>
              <a:br>
                <a:rPr lang="en-US" sz="2000" b="1">
                  <a:solidFill>
                    <a:srgbClr val="080808"/>
                  </a:solidFill>
                  <a:effectLst/>
                  <a:highlight>
                    <a:srgbClr val="FFFFFF"/>
                  </a:highlight>
                </a:rPr>
              </a:br>
              <a:r>
                <a:rPr lang="en-US" sz="2000">
                  <a:solidFill>
                    <a:srgbClr val="080808"/>
                  </a:solidFill>
                  <a:effectLst/>
                  <a:highlight>
                    <a:srgbClr val="FFFFFF"/>
                  </a:highlight>
                </a:rPr>
                <a:t>}</a:t>
              </a:r>
            </a:p>
          </p:txBody>
        </p:sp>
        <p:cxnSp>
          <p:nvCxnSpPr>
            <p:cNvPr id="11" name="Straight Arrow Connector 10">
              <a:extLst>
                <a:ext uri="{FF2B5EF4-FFF2-40B4-BE49-F238E27FC236}">
                  <a16:creationId xmlns:a16="http://schemas.microsoft.com/office/drawing/2014/main" id="{085834EF-503F-8607-07B4-FC22628F3ECB}"/>
                </a:ext>
              </a:extLst>
            </p:cNvPr>
            <p:cNvCxnSpPr>
              <a:cxnSpLocks/>
              <a:stCxn id="8" idx="1"/>
            </p:cNvCxnSpPr>
            <p:nvPr/>
          </p:nvCxnSpPr>
          <p:spPr>
            <a:xfrm flipH="1">
              <a:off x="5841242" y="2773956"/>
              <a:ext cx="641444" cy="15378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2" name="Straight Arrow Connector 11">
              <a:extLst>
                <a:ext uri="{FF2B5EF4-FFF2-40B4-BE49-F238E27FC236}">
                  <a16:creationId xmlns:a16="http://schemas.microsoft.com/office/drawing/2014/main" id="{F1876F1A-40F7-0BB8-B859-21660A275CA6}"/>
                </a:ext>
              </a:extLst>
            </p:cNvPr>
            <p:cNvCxnSpPr>
              <a:cxnSpLocks/>
              <a:stCxn id="9" idx="1"/>
            </p:cNvCxnSpPr>
            <p:nvPr/>
          </p:nvCxnSpPr>
          <p:spPr>
            <a:xfrm flipH="1" flipV="1">
              <a:off x="5158854" y="4026090"/>
              <a:ext cx="1323832" cy="65402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pSp>
      <p:sp>
        <p:nvSpPr>
          <p:cNvPr id="3" name="Slide Number Placeholder 2">
            <a:extLst>
              <a:ext uri="{FF2B5EF4-FFF2-40B4-BE49-F238E27FC236}">
                <a16:creationId xmlns:a16="http://schemas.microsoft.com/office/drawing/2014/main" id="{071B60C2-6229-1EFE-5B15-0CF8E6078665}"/>
              </a:ext>
            </a:extLst>
          </p:cNvPr>
          <p:cNvSpPr>
            <a:spLocks noGrp="1"/>
          </p:cNvSpPr>
          <p:nvPr>
            <p:ph type="sldNum" sz="quarter" idx="12"/>
          </p:nvPr>
        </p:nvSpPr>
        <p:spPr/>
        <p:txBody>
          <a:bodyPr/>
          <a:lstStyle/>
          <a:p>
            <a:fld id="{330EA680-D336-4FF7-8B7A-9848BB0A1C32}" type="slidenum">
              <a:rPr lang="en-US" smtClean="0"/>
              <a:t>19</a:t>
            </a:fld>
            <a:endParaRPr lang="en-US"/>
          </a:p>
        </p:txBody>
      </p:sp>
    </p:spTree>
    <p:extLst>
      <p:ext uri="{BB962C8B-B14F-4D97-AF65-F5344CB8AC3E}">
        <p14:creationId xmlns:p14="http://schemas.microsoft.com/office/powerpoint/2010/main" val="42278956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C5608D2-5EDF-BC71-3698-B2F2322F1F56}"/>
              </a:ext>
            </a:extLst>
          </p:cNvPr>
          <p:cNvSpPr>
            <a:spLocks noGrp="1"/>
          </p:cNvSpPr>
          <p:nvPr>
            <p:ph type="title"/>
          </p:nvPr>
        </p:nvSpPr>
        <p:spPr>
          <a:xfrm>
            <a:off x="621792" y="1161288"/>
            <a:ext cx="3602736" cy="4526280"/>
          </a:xfrm>
        </p:spPr>
        <p:txBody>
          <a:bodyPr vert="horz" lIns="91440" tIns="45720" rIns="91440" bIns="45720" rtlCol="0" anchor="ctr">
            <a:normAutofit/>
          </a:bodyPr>
          <a:lstStyle/>
          <a:p>
            <a:r>
              <a:rPr lang="en-US" sz="4000" kern="1200">
                <a:solidFill>
                  <a:schemeClr val="tx1"/>
                </a:solidFill>
                <a:latin typeface="+mj-lt"/>
                <a:ea typeface="+mj-ea"/>
                <a:cs typeface="+mj-cs"/>
              </a:rPr>
              <a:t>Include lambda(s) for increment &amp; decrement</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Box 2">
            <a:extLst>
              <a:ext uri="{FF2B5EF4-FFF2-40B4-BE49-F238E27FC236}">
                <a16:creationId xmlns:a16="http://schemas.microsoft.com/office/drawing/2014/main" id="{6C68DBF1-7F79-DABE-D4CF-709421B5B2C1}"/>
              </a:ext>
            </a:extLst>
          </p:cNvPr>
          <p:cNvSpPr txBox="1"/>
          <p:nvPr/>
        </p:nvSpPr>
        <p:spPr>
          <a:xfrm>
            <a:off x="5011417" y="1423678"/>
            <a:ext cx="6288929" cy="4664547"/>
          </a:xfrm>
          <a:prstGeom prst="rect">
            <a:avLst/>
          </a:prstGeom>
          <a:noFill/>
        </p:spPr>
        <p:txBody>
          <a:bodyPr wrap="square">
            <a:spAutoFit/>
          </a:bodyPr>
          <a:lstStyle/>
          <a:p>
            <a:pPr>
              <a:lnSpc>
                <a:spcPct val="150000"/>
              </a:lnSpc>
            </a:pPr>
            <a:r>
              <a:rPr lang="en-US" sz="2000">
                <a:solidFill>
                  <a:srgbClr val="0033B3"/>
                </a:solidFill>
                <a:effectLst/>
                <a:highlight>
                  <a:srgbClr val="FFFFFF"/>
                </a:highlight>
              </a:rPr>
              <a:t>class </a:t>
            </a:r>
            <a:r>
              <a:rPr lang="en-US" sz="2000" err="1">
                <a:solidFill>
                  <a:srgbClr val="000000"/>
                </a:solidFill>
                <a:effectLst/>
                <a:highlight>
                  <a:srgbClr val="FFFFFF"/>
                </a:highlight>
              </a:rPr>
              <a:t>MainScreenViewModel</a:t>
            </a:r>
            <a:r>
              <a:rPr lang="en-US" sz="2000">
                <a:solidFill>
                  <a:srgbClr val="080808"/>
                </a:solidFill>
                <a:effectLst/>
                <a:highlight>
                  <a:srgbClr val="FFFFFF"/>
                </a:highlight>
              </a:rPr>
              <a:t>: </a:t>
            </a:r>
            <a:r>
              <a:rPr lang="en-US" sz="2000" err="1">
                <a:solidFill>
                  <a:srgbClr val="080808"/>
                </a:solidFill>
                <a:effectLst/>
                <a:highlight>
                  <a:srgbClr val="FFFFFF"/>
                </a:highlight>
              </a:rPr>
              <a:t>ViewModel</a:t>
            </a:r>
            <a:r>
              <a:rPr lang="en-US" sz="2000">
                <a:solidFill>
                  <a:srgbClr val="080808"/>
                </a:solidFill>
                <a:effectLst/>
                <a:highlight>
                  <a:srgbClr val="FFFFFF"/>
                </a:highlight>
              </a:rPr>
              <a:t>() {</a:t>
            </a:r>
            <a:br>
              <a:rPr lang="en-US" sz="2000" i="1">
                <a:solidFill>
                  <a:srgbClr val="8C8C8C"/>
                </a:solidFill>
                <a:effectLst/>
                <a:highlight>
                  <a:srgbClr val="FFFFFF"/>
                </a:highlight>
              </a:rPr>
            </a:br>
            <a:r>
              <a:rPr lang="en-US" sz="2000" i="1">
                <a:solidFill>
                  <a:srgbClr val="8C8C8C"/>
                </a:solidFill>
                <a:effectLst/>
                <a:highlight>
                  <a:srgbClr val="FFFFFF"/>
                </a:highlight>
              </a:rPr>
              <a:t>    </a:t>
            </a:r>
            <a:r>
              <a:rPr lang="en-US" sz="2000">
                <a:solidFill>
                  <a:srgbClr val="0033B3"/>
                </a:solidFill>
                <a:effectLst/>
                <a:highlight>
                  <a:srgbClr val="FFFFFF"/>
                </a:highlight>
              </a:rPr>
              <a:t>private var </a:t>
            </a:r>
            <a:r>
              <a:rPr lang="en-US" sz="2000">
                <a:solidFill>
                  <a:srgbClr val="871094"/>
                </a:solidFill>
                <a:effectLst/>
                <a:highlight>
                  <a:srgbClr val="FFFFFF"/>
                </a:highlight>
              </a:rPr>
              <a:t>_counter </a:t>
            </a:r>
            <a:r>
              <a:rPr lang="en-US" sz="2000">
                <a:solidFill>
                  <a:srgbClr val="080808"/>
                </a:solidFill>
                <a:effectLst/>
                <a:highlight>
                  <a:srgbClr val="FFFFFF"/>
                </a:highlight>
              </a:rPr>
              <a:t>= </a:t>
            </a:r>
            <a:r>
              <a:rPr lang="en-US" sz="2000" i="1" err="1">
                <a:solidFill>
                  <a:srgbClr val="00627A"/>
                </a:solidFill>
                <a:effectLst/>
                <a:highlight>
                  <a:srgbClr val="FFFFFF"/>
                </a:highlight>
              </a:rPr>
              <a:t>MutableStateFlow</a:t>
            </a:r>
            <a:r>
              <a:rPr lang="en-US" sz="2000">
                <a:solidFill>
                  <a:srgbClr val="080808"/>
                </a:solidFill>
                <a:effectLst/>
                <a:highlight>
                  <a:srgbClr val="FFFFFF"/>
                </a:highlight>
              </a:rPr>
              <a:t>(</a:t>
            </a:r>
            <a:r>
              <a:rPr lang="en-US" sz="2000">
                <a:solidFill>
                  <a:srgbClr val="1750EB"/>
                </a:solidFill>
                <a:effectLst/>
                <a:highlight>
                  <a:srgbClr val="FFFFFF"/>
                </a:highlight>
              </a:rPr>
              <a:t>0</a:t>
            </a:r>
            <a:r>
              <a:rPr lang="en-US" sz="2000">
                <a:solidFill>
                  <a:srgbClr val="080808"/>
                </a:solidFill>
                <a:effectLst/>
                <a:highlight>
                  <a:srgbClr val="FFFFFF"/>
                </a:highlight>
              </a:rPr>
              <a:t>)</a:t>
            </a:r>
            <a:br>
              <a:rPr lang="en-US" sz="2000" i="1">
                <a:solidFill>
                  <a:srgbClr val="8C8C8C"/>
                </a:solidFill>
                <a:effectLst/>
                <a:highlight>
                  <a:srgbClr val="FFFFFF"/>
                </a:highlight>
              </a:rPr>
            </a:br>
            <a:r>
              <a:rPr lang="en-US" sz="2000" i="1">
                <a:solidFill>
                  <a:srgbClr val="8C8C8C"/>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a:solidFill>
                  <a:srgbClr val="871094"/>
                </a:solidFill>
                <a:effectLst/>
                <a:highlight>
                  <a:srgbClr val="FFFFFF"/>
                </a:highlight>
              </a:rPr>
              <a:t>counter </a:t>
            </a:r>
            <a:r>
              <a:rPr lang="en-US" sz="2000">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counter</a:t>
            </a:r>
            <a:r>
              <a:rPr lang="en-US" sz="2000" err="1">
                <a:solidFill>
                  <a:srgbClr val="080808"/>
                </a:solidFill>
                <a:effectLst/>
                <a:highlight>
                  <a:srgbClr val="FFFFFF"/>
                </a:highlight>
              </a:rPr>
              <a:t>.</a:t>
            </a:r>
            <a:r>
              <a:rPr lang="en-US" sz="2000" i="1" err="1">
                <a:solidFill>
                  <a:srgbClr val="00627A"/>
                </a:solidFill>
                <a:effectLst/>
                <a:highlight>
                  <a:srgbClr val="FFFFFF"/>
                </a:highlight>
              </a:rPr>
              <a:t>asStateFlow</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33B3"/>
                </a:solidFill>
                <a:effectLst/>
                <a:highlight>
                  <a:srgbClr val="FFFFFF"/>
                </a:highlight>
              </a:rPr>
              <a:t>var </a:t>
            </a:r>
            <a:r>
              <a:rPr lang="en-US" sz="2000">
                <a:solidFill>
                  <a:srgbClr val="871094"/>
                </a:solidFill>
                <a:effectLst/>
                <a:highlight>
                  <a:srgbClr val="FFFFFF"/>
                </a:highlight>
              </a:rPr>
              <a:t>increment </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err="1">
                <a:solidFill>
                  <a:srgbClr val="080808"/>
                </a:solidFill>
                <a:effectLst/>
                <a:highlight>
                  <a:srgbClr val="FFFFFF"/>
                </a:highlight>
              </a:rPr>
              <a:t>.plus</a:t>
            </a:r>
            <a:r>
              <a:rPr lang="en-US" sz="2000">
                <a:solidFill>
                  <a:srgbClr val="080808"/>
                </a:solidFill>
                <a:effectLst/>
                <a:highlight>
                  <a:srgbClr val="FFFFFF"/>
                </a:highlight>
              </a:rPr>
              <a:t>(</a:t>
            </a:r>
            <a:r>
              <a:rPr lang="en-US" sz="2000">
                <a:solidFill>
                  <a:srgbClr val="1750EB"/>
                </a:solidFill>
                <a:effectLst/>
                <a:highlight>
                  <a:srgbClr val="FFFFFF"/>
                </a:highlight>
              </a:rPr>
              <a:t>1</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33B3"/>
                </a:solidFill>
                <a:effectLst/>
                <a:highlight>
                  <a:srgbClr val="FFFFFF"/>
                </a:highlight>
              </a:rPr>
              <a:t>var </a:t>
            </a:r>
            <a:r>
              <a:rPr lang="en-US" sz="2000">
                <a:solidFill>
                  <a:srgbClr val="871094"/>
                </a:solidFill>
                <a:effectLst/>
                <a:highlight>
                  <a:srgbClr val="FFFFFF"/>
                </a:highlight>
              </a:rPr>
              <a:t>decrement </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err="1">
                <a:solidFill>
                  <a:srgbClr val="080808"/>
                </a:solidFill>
                <a:effectLst/>
                <a:highlight>
                  <a:srgbClr val="FFFFFF"/>
                </a:highlight>
              </a:rPr>
              <a:t>.minus</a:t>
            </a:r>
            <a:r>
              <a:rPr lang="en-US" sz="2000">
                <a:solidFill>
                  <a:srgbClr val="080808"/>
                </a:solidFill>
                <a:effectLst/>
                <a:highlight>
                  <a:srgbClr val="FFFFFF"/>
                </a:highlight>
              </a:rPr>
              <a:t>(</a:t>
            </a:r>
            <a:r>
              <a:rPr lang="en-US" sz="2000">
                <a:solidFill>
                  <a:srgbClr val="1750EB"/>
                </a:solidFill>
                <a:effectLst/>
                <a:highlight>
                  <a:srgbClr val="FFFFFF"/>
                </a:highlight>
              </a:rPr>
              <a:t>1</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a:solidFill>
                  <a:srgbClr val="080808"/>
                </a:solidFill>
                <a:effectLst/>
                <a:highlight>
                  <a:srgbClr val="FFFFFF"/>
                </a:highlight>
              </a:rPr>
              <a:t>}</a:t>
            </a:r>
          </a:p>
        </p:txBody>
      </p:sp>
      <p:sp>
        <p:nvSpPr>
          <p:cNvPr id="4" name="Slide Number Placeholder 3">
            <a:extLst>
              <a:ext uri="{FF2B5EF4-FFF2-40B4-BE49-F238E27FC236}">
                <a16:creationId xmlns:a16="http://schemas.microsoft.com/office/drawing/2014/main" id="{0155C80F-21CA-4364-5684-7BB691BAAF57}"/>
              </a:ext>
            </a:extLst>
          </p:cNvPr>
          <p:cNvSpPr>
            <a:spLocks noGrp="1"/>
          </p:cNvSpPr>
          <p:nvPr>
            <p:ph type="sldNum" sz="quarter" idx="12"/>
          </p:nvPr>
        </p:nvSpPr>
        <p:spPr/>
        <p:txBody>
          <a:bodyPr/>
          <a:lstStyle/>
          <a:p>
            <a:fld id="{330EA680-D336-4FF7-8B7A-9848BB0A1C32}" type="slidenum">
              <a:rPr lang="en-US" smtClean="0"/>
              <a:t>20</a:t>
            </a:fld>
            <a:endParaRPr lang="en-US"/>
          </a:p>
        </p:txBody>
      </p:sp>
    </p:spTree>
    <p:extLst>
      <p:ext uri="{BB962C8B-B14F-4D97-AF65-F5344CB8AC3E}">
        <p14:creationId xmlns:p14="http://schemas.microsoft.com/office/powerpoint/2010/main" val="261760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7F87A-C0E7-5362-6763-F89BEA72F31A}"/>
              </a:ext>
            </a:extLst>
          </p:cNvPr>
          <p:cNvSpPr>
            <a:spLocks noGrp="1"/>
          </p:cNvSpPr>
          <p:nvPr>
            <p:ph type="title"/>
          </p:nvPr>
        </p:nvSpPr>
        <p:spPr/>
        <p:txBody>
          <a:bodyPr/>
          <a:lstStyle/>
          <a:p>
            <a:r>
              <a:rPr lang="en-US"/>
              <a:t>Integrating </a:t>
            </a:r>
            <a:r>
              <a:rPr lang="en-US" err="1"/>
              <a:t>StateFlow</a:t>
            </a:r>
            <a:r>
              <a:rPr lang="en-US"/>
              <a:t> with Compose</a:t>
            </a:r>
          </a:p>
        </p:txBody>
      </p:sp>
      <p:graphicFrame>
        <p:nvGraphicFramePr>
          <p:cNvPr id="14" name="Content Placeholder 13">
            <a:extLst>
              <a:ext uri="{FF2B5EF4-FFF2-40B4-BE49-F238E27FC236}">
                <a16:creationId xmlns:a16="http://schemas.microsoft.com/office/drawing/2014/main" id="{59214EFE-C301-3983-87BC-842D842A3307}"/>
              </a:ext>
            </a:extLst>
          </p:cNvPr>
          <p:cNvGraphicFramePr>
            <a:graphicFrameLocks noGrp="1"/>
          </p:cNvGraphicFramePr>
          <p:nvPr>
            <p:ph idx="1"/>
            <p:extLst>
              <p:ext uri="{D42A27DB-BD31-4B8C-83A1-F6EECF244321}">
                <p14:modId xmlns:p14="http://schemas.microsoft.com/office/powerpoint/2010/main" val="3973551211"/>
              </p:ext>
            </p:extLst>
          </p:nvPr>
        </p:nvGraphicFramePr>
        <p:xfrm>
          <a:off x="738187" y="1595437"/>
          <a:ext cx="10948988" cy="4897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ED013837-219C-8E9C-5B07-5646E8B2D8D6}"/>
              </a:ext>
            </a:extLst>
          </p:cNvPr>
          <p:cNvSpPr>
            <a:spLocks noGrp="1"/>
          </p:cNvSpPr>
          <p:nvPr>
            <p:ph type="sldNum" sz="quarter" idx="12"/>
          </p:nvPr>
        </p:nvSpPr>
        <p:spPr/>
        <p:txBody>
          <a:bodyPr/>
          <a:lstStyle/>
          <a:p>
            <a:fld id="{330EA680-D336-4FF7-8B7A-9848BB0A1C32}" type="slidenum">
              <a:rPr lang="en-US" smtClean="0"/>
              <a:t>21</a:t>
            </a:fld>
            <a:endParaRPr lang="en-US"/>
          </a:p>
        </p:txBody>
      </p:sp>
    </p:spTree>
    <p:extLst>
      <p:ext uri="{BB962C8B-B14F-4D97-AF65-F5344CB8AC3E}">
        <p14:creationId xmlns:p14="http://schemas.microsoft.com/office/powerpoint/2010/main" val="3067622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7F87A-C0E7-5362-6763-F89BEA72F31A}"/>
              </a:ext>
            </a:extLst>
          </p:cNvPr>
          <p:cNvSpPr>
            <a:spLocks noGrp="1"/>
          </p:cNvSpPr>
          <p:nvPr>
            <p:ph type="title"/>
          </p:nvPr>
        </p:nvSpPr>
        <p:spPr/>
        <p:txBody>
          <a:bodyPr/>
          <a:lstStyle/>
          <a:p>
            <a:r>
              <a:rPr lang="en-US"/>
              <a:t>Integrating </a:t>
            </a:r>
            <a:r>
              <a:rPr lang="en-US" err="1"/>
              <a:t>StateFlow</a:t>
            </a:r>
            <a:r>
              <a:rPr lang="en-US"/>
              <a:t> with Compose</a:t>
            </a:r>
          </a:p>
        </p:txBody>
      </p:sp>
      <p:graphicFrame>
        <p:nvGraphicFramePr>
          <p:cNvPr id="6" name="Content Placeholder 5">
            <a:extLst>
              <a:ext uri="{FF2B5EF4-FFF2-40B4-BE49-F238E27FC236}">
                <a16:creationId xmlns:a16="http://schemas.microsoft.com/office/drawing/2014/main" id="{D5C56559-806D-4BDC-6712-FDF7DD2A75F1}"/>
              </a:ext>
            </a:extLst>
          </p:cNvPr>
          <p:cNvGraphicFramePr>
            <a:graphicFrameLocks noGrp="1"/>
          </p:cNvGraphicFramePr>
          <p:nvPr>
            <p:ph idx="1"/>
            <p:extLst>
              <p:ext uri="{D42A27DB-BD31-4B8C-83A1-F6EECF244321}">
                <p14:modId xmlns:p14="http://schemas.microsoft.com/office/powerpoint/2010/main" val="813111732"/>
              </p:ext>
            </p:extLst>
          </p:nvPr>
        </p:nvGraphicFramePr>
        <p:xfrm>
          <a:off x="7058024" y="1027906"/>
          <a:ext cx="6757987" cy="35440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04739825-7BE8-BF98-A5E4-19B30605E461}"/>
              </a:ext>
            </a:extLst>
          </p:cNvPr>
          <p:cNvSpPr txBox="1"/>
          <p:nvPr/>
        </p:nvSpPr>
        <p:spPr>
          <a:xfrm>
            <a:off x="838200" y="1991488"/>
            <a:ext cx="10515600" cy="2862322"/>
          </a:xfrm>
          <a:custGeom>
            <a:avLst/>
            <a:gdLst>
              <a:gd name="connsiteX0" fmla="*/ 0 w 10515600"/>
              <a:gd name="connsiteY0" fmla="*/ 0 h 2862322"/>
              <a:gd name="connsiteX1" fmla="*/ 552069 w 10515600"/>
              <a:gd name="connsiteY1" fmla="*/ 0 h 2862322"/>
              <a:gd name="connsiteX2" fmla="*/ 893826 w 10515600"/>
              <a:gd name="connsiteY2" fmla="*/ 0 h 2862322"/>
              <a:gd name="connsiteX3" fmla="*/ 1761363 w 10515600"/>
              <a:gd name="connsiteY3" fmla="*/ 0 h 2862322"/>
              <a:gd name="connsiteX4" fmla="*/ 2313432 w 10515600"/>
              <a:gd name="connsiteY4" fmla="*/ 0 h 2862322"/>
              <a:gd name="connsiteX5" fmla="*/ 2865501 w 10515600"/>
              <a:gd name="connsiteY5" fmla="*/ 0 h 2862322"/>
              <a:gd name="connsiteX6" fmla="*/ 3733038 w 10515600"/>
              <a:gd name="connsiteY6" fmla="*/ 0 h 2862322"/>
              <a:gd name="connsiteX7" fmla="*/ 4179951 w 10515600"/>
              <a:gd name="connsiteY7" fmla="*/ 0 h 2862322"/>
              <a:gd name="connsiteX8" fmla="*/ 5047488 w 10515600"/>
              <a:gd name="connsiteY8" fmla="*/ 0 h 2862322"/>
              <a:gd name="connsiteX9" fmla="*/ 5915025 w 10515600"/>
              <a:gd name="connsiteY9" fmla="*/ 0 h 2862322"/>
              <a:gd name="connsiteX10" fmla="*/ 6572250 w 10515600"/>
              <a:gd name="connsiteY10" fmla="*/ 0 h 2862322"/>
              <a:gd name="connsiteX11" fmla="*/ 7439787 w 10515600"/>
              <a:gd name="connsiteY11" fmla="*/ 0 h 2862322"/>
              <a:gd name="connsiteX12" fmla="*/ 7991856 w 10515600"/>
              <a:gd name="connsiteY12" fmla="*/ 0 h 2862322"/>
              <a:gd name="connsiteX13" fmla="*/ 8543925 w 10515600"/>
              <a:gd name="connsiteY13" fmla="*/ 0 h 2862322"/>
              <a:gd name="connsiteX14" fmla="*/ 9306306 w 10515600"/>
              <a:gd name="connsiteY14" fmla="*/ 0 h 2862322"/>
              <a:gd name="connsiteX15" fmla="*/ 9858375 w 10515600"/>
              <a:gd name="connsiteY15" fmla="*/ 0 h 2862322"/>
              <a:gd name="connsiteX16" fmla="*/ 10515600 w 10515600"/>
              <a:gd name="connsiteY16" fmla="*/ 0 h 2862322"/>
              <a:gd name="connsiteX17" fmla="*/ 10515600 w 10515600"/>
              <a:gd name="connsiteY17" fmla="*/ 629711 h 2862322"/>
              <a:gd name="connsiteX18" fmla="*/ 10515600 w 10515600"/>
              <a:gd name="connsiteY18" fmla="*/ 1230798 h 2862322"/>
              <a:gd name="connsiteX19" fmla="*/ 10515600 w 10515600"/>
              <a:gd name="connsiteY19" fmla="*/ 1831886 h 2862322"/>
              <a:gd name="connsiteX20" fmla="*/ 10515600 w 10515600"/>
              <a:gd name="connsiteY20" fmla="*/ 2318481 h 2862322"/>
              <a:gd name="connsiteX21" fmla="*/ 10515600 w 10515600"/>
              <a:gd name="connsiteY21" fmla="*/ 2862322 h 2862322"/>
              <a:gd name="connsiteX22" fmla="*/ 9753219 w 10515600"/>
              <a:gd name="connsiteY22" fmla="*/ 2862322 h 2862322"/>
              <a:gd name="connsiteX23" fmla="*/ 9306306 w 10515600"/>
              <a:gd name="connsiteY23" fmla="*/ 2862322 h 2862322"/>
              <a:gd name="connsiteX24" fmla="*/ 8649081 w 10515600"/>
              <a:gd name="connsiteY24" fmla="*/ 2862322 h 2862322"/>
              <a:gd name="connsiteX25" fmla="*/ 8307324 w 10515600"/>
              <a:gd name="connsiteY25" fmla="*/ 2862322 h 2862322"/>
              <a:gd name="connsiteX26" fmla="*/ 7965567 w 10515600"/>
              <a:gd name="connsiteY26" fmla="*/ 2862322 h 2862322"/>
              <a:gd name="connsiteX27" fmla="*/ 7308342 w 10515600"/>
              <a:gd name="connsiteY27" fmla="*/ 2862322 h 2862322"/>
              <a:gd name="connsiteX28" fmla="*/ 6861429 w 10515600"/>
              <a:gd name="connsiteY28" fmla="*/ 2862322 h 2862322"/>
              <a:gd name="connsiteX29" fmla="*/ 6099048 w 10515600"/>
              <a:gd name="connsiteY29" fmla="*/ 2862322 h 2862322"/>
              <a:gd name="connsiteX30" fmla="*/ 5652135 w 10515600"/>
              <a:gd name="connsiteY30" fmla="*/ 2862322 h 2862322"/>
              <a:gd name="connsiteX31" fmla="*/ 4889754 w 10515600"/>
              <a:gd name="connsiteY31" fmla="*/ 2862322 h 2862322"/>
              <a:gd name="connsiteX32" fmla="*/ 4547997 w 10515600"/>
              <a:gd name="connsiteY32" fmla="*/ 2862322 h 2862322"/>
              <a:gd name="connsiteX33" fmla="*/ 3785616 w 10515600"/>
              <a:gd name="connsiteY33" fmla="*/ 2862322 h 2862322"/>
              <a:gd name="connsiteX34" fmla="*/ 3338703 w 10515600"/>
              <a:gd name="connsiteY34" fmla="*/ 2862322 h 2862322"/>
              <a:gd name="connsiteX35" fmla="*/ 2996946 w 10515600"/>
              <a:gd name="connsiteY35" fmla="*/ 2862322 h 2862322"/>
              <a:gd name="connsiteX36" fmla="*/ 2550033 w 10515600"/>
              <a:gd name="connsiteY36" fmla="*/ 2862322 h 2862322"/>
              <a:gd name="connsiteX37" fmla="*/ 1787652 w 10515600"/>
              <a:gd name="connsiteY37" fmla="*/ 2862322 h 2862322"/>
              <a:gd name="connsiteX38" fmla="*/ 1340739 w 10515600"/>
              <a:gd name="connsiteY38" fmla="*/ 2862322 h 2862322"/>
              <a:gd name="connsiteX39" fmla="*/ 998982 w 10515600"/>
              <a:gd name="connsiteY39" fmla="*/ 2862322 h 2862322"/>
              <a:gd name="connsiteX40" fmla="*/ 0 w 10515600"/>
              <a:gd name="connsiteY40" fmla="*/ 2862322 h 2862322"/>
              <a:gd name="connsiteX41" fmla="*/ 0 w 10515600"/>
              <a:gd name="connsiteY41" fmla="*/ 2318481 h 2862322"/>
              <a:gd name="connsiteX42" fmla="*/ 0 w 10515600"/>
              <a:gd name="connsiteY42" fmla="*/ 1831886 h 2862322"/>
              <a:gd name="connsiteX43" fmla="*/ 0 w 10515600"/>
              <a:gd name="connsiteY43" fmla="*/ 1259422 h 2862322"/>
              <a:gd name="connsiteX44" fmla="*/ 0 w 10515600"/>
              <a:gd name="connsiteY44" fmla="*/ 744204 h 2862322"/>
              <a:gd name="connsiteX45" fmla="*/ 0 w 10515600"/>
              <a:gd name="connsiteY45" fmla="*/ 0 h 2862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515600" h="2862322"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4565" y="178006"/>
                  <a:pt x="10490295" y="334621"/>
                  <a:pt x="10515600" y="629711"/>
                </a:cubicBezTo>
                <a:cubicBezTo>
                  <a:pt x="10540905" y="924801"/>
                  <a:pt x="10525075" y="1004317"/>
                  <a:pt x="10515600" y="1230798"/>
                </a:cubicBezTo>
                <a:cubicBezTo>
                  <a:pt x="10506125" y="1457279"/>
                  <a:pt x="10504132" y="1544832"/>
                  <a:pt x="10515600" y="1831886"/>
                </a:cubicBezTo>
                <a:cubicBezTo>
                  <a:pt x="10527068" y="2118940"/>
                  <a:pt x="10495316" y="2141435"/>
                  <a:pt x="10515600" y="2318481"/>
                </a:cubicBezTo>
                <a:cubicBezTo>
                  <a:pt x="10535884" y="2495527"/>
                  <a:pt x="10507927" y="2697324"/>
                  <a:pt x="10515600" y="2862322"/>
                </a:cubicBezTo>
                <a:cubicBezTo>
                  <a:pt x="10259822" y="2883077"/>
                  <a:pt x="10132296" y="2828724"/>
                  <a:pt x="9753219" y="2862322"/>
                </a:cubicBezTo>
                <a:cubicBezTo>
                  <a:pt x="9374142" y="2895920"/>
                  <a:pt x="9467924" y="2861916"/>
                  <a:pt x="9306306" y="2862322"/>
                </a:cubicBezTo>
                <a:cubicBezTo>
                  <a:pt x="9144688" y="2862728"/>
                  <a:pt x="8850249" y="2886064"/>
                  <a:pt x="8649081" y="2862322"/>
                </a:cubicBezTo>
                <a:cubicBezTo>
                  <a:pt x="8447913" y="2838580"/>
                  <a:pt x="8411256" y="2845960"/>
                  <a:pt x="8307324" y="2862322"/>
                </a:cubicBezTo>
                <a:cubicBezTo>
                  <a:pt x="8203392" y="2878684"/>
                  <a:pt x="8107253" y="2868988"/>
                  <a:pt x="7965567" y="2862322"/>
                </a:cubicBezTo>
                <a:cubicBezTo>
                  <a:pt x="7823881" y="2855656"/>
                  <a:pt x="7481814" y="2831240"/>
                  <a:pt x="7308342" y="2862322"/>
                </a:cubicBezTo>
                <a:cubicBezTo>
                  <a:pt x="7134871" y="2893404"/>
                  <a:pt x="6967369" y="2856252"/>
                  <a:pt x="6861429" y="2862322"/>
                </a:cubicBezTo>
                <a:cubicBezTo>
                  <a:pt x="6755489" y="2868392"/>
                  <a:pt x="6466795" y="2867914"/>
                  <a:pt x="6099048" y="2862322"/>
                </a:cubicBezTo>
                <a:cubicBezTo>
                  <a:pt x="5731301" y="2856730"/>
                  <a:pt x="5858340" y="2864730"/>
                  <a:pt x="5652135" y="2862322"/>
                </a:cubicBezTo>
                <a:cubicBezTo>
                  <a:pt x="5445930" y="2859914"/>
                  <a:pt x="5095584" y="2880837"/>
                  <a:pt x="4889754" y="2862322"/>
                </a:cubicBezTo>
                <a:cubicBezTo>
                  <a:pt x="4683924" y="2843807"/>
                  <a:pt x="4660646" y="2849019"/>
                  <a:pt x="4547997" y="2862322"/>
                </a:cubicBezTo>
                <a:cubicBezTo>
                  <a:pt x="4435348" y="2875625"/>
                  <a:pt x="4099353" y="2883971"/>
                  <a:pt x="3785616" y="2862322"/>
                </a:cubicBezTo>
                <a:cubicBezTo>
                  <a:pt x="3471879" y="2840673"/>
                  <a:pt x="3517342" y="2872827"/>
                  <a:pt x="3338703" y="2862322"/>
                </a:cubicBezTo>
                <a:cubicBezTo>
                  <a:pt x="3160064" y="2851817"/>
                  <a:pt x="3160009" y="2852886"/>
                  <a:pt x="2996946" y="2862322"/>
                </a:cubicBezTo>
                <a:cubicBezTo>
                  <a:pt x="2833883" y="2871758"/>
                  <a:pt x="2731285" y="2872366"/>
                  <a:pt x="2550033" y="2862322"/>
                </a:cubicBezTo>
                <a:cubicBezTo>
                  <a:pt x="2368781" y="2852278"/>
                  <a:pt x="2070545" y="2875462"/>
                  <a:pt x="1787652" y="2862322"/>
                </a:cubicBezTo>
                <a:cubicBezTo>
                  <a:pt x="1504759" y="2849182"/>
                  <a:pt x="1438459" y="2882331"/>
                  <a:pt x="1340739" y="2862322"/>
                </a:cubicBezTo>
                <a:cubicBezTo>
                  <a:pt x="1243019" y="2842313"/>
                  <a:pt x="1077063" y="2869460"/>
                  <a:pt x="998982" y="2862322"/>
                </a:cubicBezTo>
                <a:cubicBezTo>
                  <a:pt x="920901" y="2855184"/>
                  <a:pt x="382767" y="2869311"/>
                  <a:pt x="0" y="2862322"/>
                </a:cubicBezTo>
                <a:cubicBezTo>
                  <a:pt x="-9853" y="2595568"/>
                  <a:pt x="-4788" y="2507529"/>
                  <a:pt x="0" y="2318481"/>
                </a:cubicBezTo>
                <a:cubicBezTo>
                  <a:pt x="4788" y="2129433"/>
                  <a:pt x="-15080" y="1985724"/>
                  <a:pt x="0" y="1831886"/>
                </a:cubicBezTo>
                <a:cubicBezTo>
                  <a:pt x="15080" y="1678049"/>
                  <a:pt x="21011" y="1544931"/>
                  <a:pt x="0" y="1259422"/>
                </a:cubicBezTo>
                <a:cubicBezTo>
                  <a:pt x="-21011" y="973913"/>
                  <a:pt x="-12295" y="974308"/>
                  <a:pt x="0" y="744204"/>
                </a:cubicBezTo>
                <a:cubicBezTo>
                  <a:pt x="12295" y="514100"/>
                  <a:pt x="25749" y="212958"/>
                  <a:pt x="0" y="0"/>
                </a:cubicBezTo>
                <a:close/>
              </a:path>
            </a:pathLst>
          </a:custGeom>
          <a:noFill/>
          <a:ln w="25400">
            <a:no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wrap="square">
            <a:spAutoFit/>
          </a:bodyPr>
          <a:lstStyle/>
          <a:p>
            <a:r>
              <a:rPr lang="en-US" sz="2000">
                <a:solidFill>
                  <a:srgbClr val="9E880D"/>
                </a:solidFill>
                <a:effectLst/>
                <a:highlight>
                  <a:srgbClr val="FFFFFF"/>
                </a:highlight>
              </a:rPr>
              <a:t>@Composable</a:t>
            </a:r>
            <a:br>
              <a:rPr lang="en-US" sz="2000">
                <a:solidFill>
                  <a:srgbClr val="9E880D"/>
                </a:solidFill>
                <a:effectLst/>
                <a:highlight>
                  <a:srgbClr val="FFFFFF"/>
                </a:highlight>
              </a:rPr>
            </a:br>
            <a:r>
              <a:rPr lang="en-US" sz="2000">
                <a:solidFill>
                  <a:srgbClr val="0033B3"/>
                </a:solidFill>
                <a:effectLst/>
                <a:highlight>
                  <a:srgbClr val="FFFFFF"/>
                </a:highlight>
              </a:rPr>
              <a:t>fun </a:t>
            </a:r>
            <a:r>
              <a:rPr lang="en-US" sz="2000" err="1">
                <a:solidFill>
                  <a:srgbClr val="00627A"/>
                </a:solidFill>
                <a:effectLst/>
                <a:highlight>
                  <a:srgbClr val="FFFFFF"/>
                </a:highlight>
              </a:rPr>
              <a:t>MainScreen</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0000"/>
                </a:solidFill>
                <a:effectLst/>
                <a:highlight>
                  <a:srgbClr val="FFFFFF"/>
                </a:highlight>
              </a:rPr>
              <a:t>modifier</a:t>
            </a:r>
            <a:r>
              <a:rPr lang="en-US" sz="2000">
                <a:solidFill>
                  <a:srgbClr val="080808"/>
                </a:solidFill>
                <a:effectLst/>
                <a:highlight>
                  <a:srgbClr val="FFFFFF"/>
                </a:highlight>
              </a:rPr>
              <a:t>: </a:t>
            </a:r>
            <a:r>
              <a:rPr lang="en-US" sz="2000">
                <a:solidFill>
                  <a:srgbClr val="000000"/>
                </a:solidFill>
                <a:effectLst/>
                <a:highlight>
                  <a:srgbClr val="FFFFFF"/>
                </a:highlight>
              </a:rPr>
              <a:t>Modifier </a:t>
            </a:r>
            <a:r>
              <a:rPr lang="en-US" sz="2000">
                <a:solidFill>
                  <a:srgbClr val="080808"/>
                </a:solidFill>
                <a:effectLst/>
                <a:highlight>
                  <a:srgbClr val="FFFFFF"/>
                </a:highlight>
              </a:rPr>
              <a:t>= </a:t>
            </a:r>
            <a:r>
              <a:rPr lang="en-US" sz="2000">
                <a:solidFill>
                  <a:srgbClr val="000000"/>
                </a:solidFill>
                <a:effectLst/>
                <a:highlight>
                  <a:srgbClr val="FFFFFF"/>
                </a:highlight>
              </a:rPr>
              <a:t>Modifier</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0000"/>
                </a:solidFill>
                <a:effectLst/>
                <a:highlight>
                  <a:srgbClr val="FFFFFF"/>
                </a:highlight>
              </a:rPr>
              <a:t>mainScreenViewModel</a:t>
            </a:r>
            <a:r>
              <a:rPr lang="en-US" sz="2000">
                <a:solidFill>
                  <a:srgbClr val="000000"/>
                </a:solidFill>
                <a:highlight>
                  <a:srgbClr val="FFFFFF"/>
                </a:highlight>
              </a:rPr>
              <a:t> </a:t>
            </a:r>
            <a:r>
              <a:rPr lang="en-US" sz="2000">
                <a:solidFill>
                  <a:srgbClr val="080808"/>
                </a:solidFill>
                <a:effectLst/>
                <a:highlight>
                  <a:srgbClr val="FFFFFF"/>
                </a:highlight>
              </a:rPr>
              <a:t>: </a:t>
            </a:r>
            <a:r>
              <a:rPr lang="en-US" sz="2000" err="1">
                <a:solidFill>
                  <a:srgbClr val="000000"/>
                </a:solidFill>
                <a:effectLst/>
                <a:highlight>
                  <a:srgbClr val="FFFFFF"/>
                </a:highlight>
              </a:rPr>
              <a:t>MainScreenViewModel</a:t>
            </a:r>
            <a:r>
              <a:rPr lang="en-US" sz="2000">
                <a:solidFill>
                  <a:srgbClr val="000000"/>
                </a:solidFill>
                <a:effectLst/>
                <a:highlight>
                  <a:srgbClr val="FFFFFF"/>
                </a:highlight>
              </a:rPr>
              <a:t> </a:t>
            </a:r>
            <a:r>
              <a:rPr lang="en-US" sz="2000">
                <a:solidFill>
                  <a:srgbClr val="080808"/>
                </a:solidFill>
                <a:effectLst/>
                <a:highlight>
                  <a:srgbClr val="FFFFFF"/>
                </a:highlight>
              </a:rPr>
              <a:t>= </a:t>
            </a:r>
            <a:r>
              <a:rPr lang="en-US" sz="2000" err="1">
                <a:solidFill>
                  <a:srgbClr val="009900"/>
                </a:solidFill>
                <a:effectLst/>
                <a:highlight>
                  <a:srgbClr val="FFFFFF"/>
                </a:highlight>
              </a:rPr>
              <a:t>viewModel</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p>
          <a:p>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err="1">
                <a:solidFill>
                  <a:srgbClr val="000000"/>
                </a:solidFill>
                <a:effectLst/>
                <a:highlight>
                  <a:srgbClr val="FFFFFF"/>
                </a:highlight>
              </a:rPr>
              <a:t>countState</a:t>
            </a:r>
            <a:r>
              <a:rPr lang="en-US" sz="2000">
                <a:solidFill>
                  <a:srgbClr val="000000"/>
                </a:solidFill>
                <a:effectLst/>
                <a:highlight>
                  <a:srgbClr val="FFFFFF"/>
                </a:highlight>
              </a:rPr>
              <a:t> </a:t>
            </a:r>
            <a:r>
              <a:rPr lang="en-US" sz="2000">
                <a:solidFill>
                  <a:srgbClr val="080808"/>
                </a:solidFill>
                <a:effectLst/>
                <a:highlight>
                  <a:srgbClr val="FFFFFF"/>
                </a:highlight>
              </a:rPr>
              <a:t>= </a:t>
            </a:r>
            <a:r>
              <a:rPr lang="en-US" sz="2000" err="1">
                <a:solidFill>
                  <a:srgbClr val="000000"/>
                </a:solidFill>
                <a:effectLst/>
                <a:highlight>
                  <a:srgbClr val="FFFFFF"/>
                </a:highlight>
              </a:rPr>
              <a:t>mainScreenViewModel</a:t>
            </a:r>
            <a:r>
              <a:rPr lang="en-US" sz="2000" err="1">
                <a:solidFill>
                  <a:srgbClr val="080808"/>
                </a:solidFill>
                <a:effectLst/>
                <a:highlight>
                  <a:srgbClr val="FFFFFF"/>
                </a:highlight>
              </a:rPr>
              <a:t>.</a:t>
            </a:r>
            <a:r>
              <a:rPr lang="en-US" sz="2000" err="1">
                <a:solidFill>
                  <a:srgbClr val="871094"/>
                </a:solidFill>
                <a:effectLst/>
                <a:highlight>
                  <a:srgbClr val="FFFFFF"/>
                </a:highlight>
              </a:rPr>
              <a:t>counter</a:t>
            </a:r>
            <a:r>
              <a:rPr lang="en-US" sz="2000" err="1">
                <a:solidFill>
                  <a:srgbClr val="080808"/>
                </a:solidFill>
                <a:effectLst/>
                <a:highlight>
                  <a:srgbClr val="FFFFFF"/>
                </a:highlight>
              </a:rPr>
              <a:t>.</a:t>
            </a:r>
            <a:r>
              <a:rPr lang="en-US" sz="2000" err="1">
                <a:solidFill>
                  <a:srgbClr val="009900"/>
                </a:solidFill>
                <a:effectLst/>
                <a:highlight>
                  <a:srgbClr val="FFFFFF"/>
                </a:highlight>
              </a:rPr>
              <a:t>collectAsState</a:t>
            </a:r>
            <a:r>
              <a:rPr lang="en-US" sz="2000">
                <a:solidFill>
                  <a:srgbClr val="080808"/>
                </a:solidFill>
                <a:effectLst/>
                <a:highlight>
                  <a:srgbClr val="FFFFFF"/>
                </a:highlight>
              </a:rPr>
              <a:t>()</a:t>
            </a:r>
          </a:p>
          <a:p>
            <a:r>
              <a:rPr lang="en-US" sz="2000">
                <a:solidFill>
                  <a:srgbClr val="080808"/>
                </a:solidFill>
                <a:highlight>
                  <a:srgbClr val="FFFFFF"/>
                </a:highlight>
              </a:rPr>
              <a:t>    //…</a:t>
            </a:r>
          </a:p>
          <a:p>
            <a:r>
              <a:rPr lang="en-US" sz="2000">
                <a:solidFill>
                  <a:srgbClr val="080808"/>
                </a:solidFill>
                <a:effectLst/>
                <a:highlight>
                  <a:srgbClr val="FFFFFF"/>
                </a:highlight>
              </a:rPr>
              <a:t>}</a:t>
            </a:r>
          </a:p>
        </p:txBody>
      </p:sp>
      <p:pic>
        <p:nvPicPr>
          <p:cNvPr id="3" name="Picture 2">
            <a:extLst>
              <a:ext uri="{FF2B5EF4-FFF2-40B4-BE49-F238E27FC236}">
                <a16:creationId xmlns:a16="http://schemas.microsoft.com/office/drawing/2014/main" id="{3D0AC3E3-6613-AF61-2B77-3459054F11AC}"/>
              </a:ext>
            </a:extLst>
          </p:cNvPr>
          <p:cNvPicPr>
            <a:picLocks noChangeAspect="1"/>
          </p:cNvPicPr>
          <p:nvPr/>
        </p:nvPicPr>
        <p:blipFill>
          <a:blip r:embed="rId7"/>
          <a:stretch>
            <a:fillRect/>
          </a:stretch>
        </p:blipFill>
        <p:spPr>
          <a:xfrm>
            <a:off x="4419600" y="5650045"/>
            <a:ext cx="7772400" cy="1207955"/>
          </a:xfrm>
          <a:prstGeom prst="rect">
            <a:avLst/>
          </a:prstGeom>
          <a:effectLst>
            <a:innerShdw blurRad="63500" dist="50800" dir="13500000">
              <a:prstClr val="black">
                <a:alpha val="50000"/>
              </a:prstClr>
            </a:innerShdw>
          </a:effectLst>
        </p:spPr>
      </p:pic>
      <p:sp>
        <p:nvSpPr>
          <p:cNvPr id="4" name="Slide Number Placeholder 3">
            <a:extLst>
              <a:ext uri="{FF2B5EF4-FFF2-40B4-BE49-F238E27FC236}">
                <a16:creationId xmlns:a16="http://schemas.microsoft.com/office/drawing/2014/main" id="{B3605908-A1E5-69A2-E465-0BD925AFAC34}"/>
              </a:ext>
            </a:extLst>
          </p:cNvPr>
          <p:cNvSpPr>
            <a:spLocks noGrp="1"/>
          </p:cNvSpPr>
          <p:nvPr>
            <p:ph type="sldNum" sz="quarter" idx="12"/>
          </p:nvPr>
        </p:nvSpPr>
        <p:spPr/>
        <p:txBody>
          <a:bodyPr/>
          <a:lstStyle/>
          <a:p>
            <a:fld id="{330EA680-D336-4FF7-8B7A-9848BB0A1C32}" type="slidenum">
              <a:rPr lang="en-US" smtClean="0"/>
              <a:t>22</a:t>
            </a:fld>
            <a:endParaRPr lang="en-US"/>
          </a:p>
        </p:txBody>
      </p:sp>
    </p:spTree>
    <p:extLst>
      <p:ext uri="{BB962C8B-B14F-4D97-AF65-F5344CB8AC3E}">
        <p14:creationId xmlns:p14="http://schemas.microsoft.com/office/powerpoint/2010/main" val="1868405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Freeform: Shape 24">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67F87A-C0E7-5362-6763-F89BEA72F31A}"/>
              </a:ext>
            </a:extLst>
          </p:cNvPr>
          <p:cNvSpPr>
            <a:spLocks noGrp="1"/>
          </p:cNvSpPr>
          <p:nvPr>
            <p:ph type="title"/>
          </p:nvPr>
        </p:nvSpPr>
        <p:spPr>
          <a:xfrm>
            <a:off x="621792" y="1161288"/>
            <a:ext cx="3602736" cy="4526280"/>
          </a:xfrm>
        </p:spPr>
        <p:txBody>
          <a:bodyPr vert="horz" lIns="91440" tIns="45720" rIns="91440" bIns="45720" rtlCol="0" anchor="ctr">
            <a:normAutofit/>
          </a:bodyPr>
          <a:lstStyle/>
          <a:p>
            <a:r>
              <a:rPr lang="en-US" sz="4000" kern="1200">
                <a:solidFill>
                  <a:schemeClr val="tx1"/>
                </a:solidFill>
                <a:latin typeface="+mj-lt"/>
                <a:ea typeface="+mj-ea"/>
                <a:cs typeface="+mj-cs"/>
              </a:rPr>
              <a:t>Integrating StateFlow with Compose</a:t>
            </a:r>
          </a:p>
        </p:txBody>
      </p:sp>
      <p:sp>
        <p:nvSpPr>
          <p:cNvPr id="29" name="Rectangle 28">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TextBox 25">
            <a:extLst>
              <a:ext uri="{FF2B5EF4-FFF2-40B4-BE49-F238E27FC236}">
                <a16:creationId xmlns:a16="http://schemas.microsoft.com/office/drawing/2014/main" id="{38FAE675-171B-D6F5-57E9-EF5F9424295F}"/>
              </a:ext>
            </a:extLst>
          </p:cNvPr>
          <p:cNvSpPr txBox="1"/>
          <p:nvPr/>
        </p:nvSpPr>
        <p:spPr>
          <a:xfrm>
            <a:off x="4597385" y="170355"/>
            <a:ext cx="10515600" cy="7171194"/>
          </a:xfrm>
          <a:custGeom>
            <a:avLst/>
            <a:gdLst>
              <a:gd name="connsiteX0" fmla="*/ 0 w 10515600"/>
              <a:gd name="connsiteY0" fmla="*/ 0 h 7171194"/>
              <a:gd name="connsiteX1" fmla="*/ 552069 w 10515600"/>
              <a:gd name="connsiteY1" fmla="*/ 0 h 7171194"/>
              <a:gd name="connsiteX2" fmla="*/ 893826 w 10515600"/>
              <a:gd name="connsiteY2" fmla="*/ 0 h 7171194"/>
              <a:gd name="connsiteX3" fmla="*/ 1761363 w 10515600"/>
              <a:gd name="connsiteY3" fmla="*/ 0 h 7171194"/>
              <a:gd name="connsiteX4" fmla="*/ 2313432 w 10515600"/>
              <a:gd name="connsiteY4" fmla="*/ 0 h 7171194"/>
              <a:gd name="connsiteX5" fmla="*/ 2865501 w 10515600"/>
              <a:gd name="connsiteY5" fmla="*/ 0 h 7171194"/>
              <a:gd name="connsiteX6" fmla="*/ 3733038 w 10515600"/>
              <a:gd name="connsiteY6" fmla="*/ 0 h 7171194"/>
              <a:gd name="connsiteX7" fmla="*/ 4179951 w 10515600"/>
              <a:gd name="connsiteY7" fmla="*/ 0 h 7171194"/>
              <a:gd name="connsiteX8" fmla="*/ 5047488 w 10515600"/>
              <a:gd name="connsiteY8" fmla="*/ 0 h 7171194"/>
              <a:gd name="connsiteX9" fmla="*/ 5915025 w 10515600"/>
              <a:gd name="connsiteY9" fmla="*/ 0 h 7171194"/>
              <a:gd name="connsiteX10" fmla="*/ 6572250 w 10515600"/>
              <a:gd name="connsiteY10" fmla="*/ 0 h 7171194"/>
              <a:gd name="connsiteX11" fmla="*/ 7439787 w 10515600"/>
              <a:gd name="connsiteY11" fmla="*/ 0 h 7171194"/>
              <a:gd name="connsiteX12" fmla="*/ 7991856 w 10515600"/>
              <a:gd name="connsiteY12" fmla="*/ 0 h 7171194"/>
              <a:gd name="connsiteX13" fmla="*/ 8543925 w 10515600"/>
              <a:gd name="connsiteY13" fmla="*/ 0 h 7171194"/>
              <a:gd name="connsiteX14" fmla="*/ 9306306 w 10515600"/>
              <a:gd name="connsiteY14" fmla="*/ 0 h 7171194"/>
              <a:gd name="connsiteX15" fmla="*/ 9858375 w 10515600"/>
              <a:gd name="connsiteY15" fmla="*/ 0 h 7171194"/>
              <a:gd name="connsiteX16" fmla="*/ 10515600 w 10515600"/>
              <a:gd name="connsiteY16" fmla="*/ 0 h 7171194"/>
              <a:gd name="connsiteX17" fmla="*/ 10515600 w 10515600"/>
              <a:gd name="connsiteY17" fmla="*/ 795351 h 7171194"/>
              <a:gd name="connsiteX18" fmla="*/ 10515600 w 10515600"/>
              <a:gd name="connsiteY18" fmla="*/ 1518989 h 7171194"/>
              <a:gd name="connsiteX19" fmla="*/ 10515600 w 10515600"/>
              <a:gd name="connsiteY19" fmla="*/ 2242628 h 7171194"/>
              <a:gd name="connsiteX20" fmla="*/ 10515600 w 10515600"/>
              <a:gd name="connsiteY20" fmla="*/ 2679419 h 7171194"/>
              <a:gd name="connsiteX21" fmla="*/ 10515600 w 10515600"/>
              <a:gd name="connsiteY21" fmla="*/ 3187922 h 7171194"/>
              <a:gd name="connsiteX22" fmla="*/ 10515600 w 10515600"/>
              <a:gd name="connsiteY22" fmla="*/ 3911560 h 7171194"/>
              <a:gd name="connsiteX23" fmla="*/ 10515600 w 10515600"/>
              <a:gd name="connsiteY23" fmla="*/ 4491775 h 7171194"/>
              <a:gd name="connsiteX24" fmla="*/ 10515600 w 10515600"/>
              <a:gd name="connsiteY24" fmla="*/ 5000278 h 7171194"/>
              <a:gd name="connsiteX25" fmla="*/ 10515600 w 10515600"/>
              <a:gd name="connsiteY25" fmla="*/ 5723917 h 7171194"/>
              <a:gd name="connsiteX26" fmla="*/ 10515600 w 10515600"/>
              <a:gd name="connsiteY26" fmla="*/ 6375843 h 7171194"/>
              <a:gd name="connsiteX27" fmla="*/ 10515600 w 10515600"/>
              <a:gd name="connsiteY27" fmla="*/ 7171194 h 7171194"/>
              <a:gd name="connsiteX28" fmla="*/ 9648063 w 10515600"/>
              <a:gd name="connsiteY28" fmla="*/ 7171194 h 7171194"/>
              <a:gd name="connsiteX29" fmla="*/ 8885682 w 10515600"/>
              <a:gd name="connsiteY29" fmla="*/ 7171194 h 7171194"/>
              <a:gd name="connsiteX30" fmla="*/ 8438769 w 10515600"/>
              <a:gd name="connsiteY30" fmla="*/ 7171194 h 7171194"/>
              <a:gd name="connsiteX31" fmla="*/ 7676388 w 10515600"/>
              <a:gd name="connsiteY31" fmla="*/ 7171194 h 7171194"/>
              <a:gd name="connsiteX32" fmla="*/ 7334631 w 10515600"/>
              <a:gd name="connsiteY32" fmla="*/ 7171194 h 7171194"/>
              <a:gd name="connsiteX33" fmla="*/ 6572250 w 10515600"/>
              <a:gd name="connsiteY33" fmla="*/ 7171194 h 7171194"/>
              <a:gd name="connsiteX34" fmla="*/ 6125337 w 10515600"/>
              <a:gd name="connsiteY34" fmla="*/ 7171194 h 7171194"/>
              <a:gd name="connsiteX35" fmla="*/ 5783580 w 10515600"/>
              <a:gd name="connsiteY35" fmla="*/ 7171194 h 7171194"/>
              <a:gd name="connsiteX36" fmla="*/ 5336667 w 10515600"/>
              <a:gd name="connsiteY36" fmla="*/ 7171194 h 7171194"/>
              <a:gd name="connsiteX37" fmla="*/ 4574286 w 10515600"/>
              <a:gd name="connsiteY37" fmla="*/ 7171194 h 7171194"/>
              <a:gd name="connsiteX38" fmla="*/ 4127373 w 10515600"/>
              <a:gd name="connsiteY38" fmla="*/ 7171194 h 7171194"/>
              <a:gd name="connsiteX39" fmla="*/ 3785616 w 10515600"/>
              <a:gd name="connsiteY39" fmla="*/ 7171194 h 7171194"/>
              <a:gd name="connsiteX40" fmla="*/ 3338703 w 10515600"/>
              <a:gd name="connsiteY40" fmla="*/ 7171194 h 7171194"/>
              <a:gd name="connsiteX41" fmla="*/ 2786634 w 10515600"/>
              <a:gd name="connsiteY41" fmla="*/ 7171194 h 7171194"/>
              <a:gd name="connsiteX42" fmla="*/ 2129409 w 10515600"/>
              <a:gd name="connsiteY42" fmla="*/ 7171194 h 7171194"/>
              <a:gd name="connsiteX43" fmla="*/ 1682496 w 10515600"/>
              <a:gd name="connsiteY43" fmla="*/ 7171194 h 7171194"/>
              <a:gd name="connsiteX44" fmla="*/ 814959 w 10515600"/>
              <a:gd name="connsiteY44" fmla="*/ 7171194 h 7171194"/>
              <a:gd name="connsiteX45" fmla="*/ 0 w 10515600"/>
              <a:gd name="connsiteY45" fmla="*/ 7171194 h 7171194"/>
              <a:gd name="connsiteX46" fmla="*/ 0 w 10515600"/>
              <a:gd name="connsiteY46" fmla="*/ 6375843 h 7171194"/>
              <a:gd name="connsiteX47" fmla="*/ 0 w 10515600"/>
              <a:gd name="connsiteY47" fmla="*/ 5723917 h 7171194"/>
              <a:gd name="connsiteX48" fmla="*/ 0 w 10515600"/>
              <a:gd name="connsiteY48" fmla="*/ 5071990 h 7171194"/>
              <a:gd name="connsiteX49" fmla="*/ 0 w 10515600"/>
              <a:gd name="connsiteY49" fmla="*/ 4491775 h 7171194"/>
              <a:gd name="connsiteX50" fmla="*/ 0 w 10515600"/>
              <a:gd name="connsiteY50" fmla="*/ 3768136 h 7171194"/>
              <a:gd name="connsiteX51" fmla="*/ 0 w 10515600"/>
              <a:gd name="connsiteY51" fmla="*/ 3116210 h 7171194"/>
              <a:gd name="connsiteX52" fmla="*/ 0 w 10515600"/>
              <a:gd name="connsiteY52" fmla="*/ 2320859 h 7171194"/>
              <a:gd name="connsiteX53" fmla="*/ 0 w 10515600"/>
              <a:gd name="connsiteY53" fmla="*/ 1525509 h 7171194"/>
              <a:gd name="connsiteX54" fmla="*/ 0 w 10515600"/>
              <a:gd name="connsiteY54" fmla="*/ 801870 h 7171194"/>
              <a:gd name="connsiteX55" fmla="*/ 0 w 10515600"/>
              <a:gd name="connsiteY55" fmla="*/ 0 h 7171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0515600" h="71711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38771" y="211156"/>
                  <a:pt x="10478430" y="443237"/>
                  <a:pt x="10515600" y="795351"/>
                </a:cubicBezTo>
                <a:cubicBezTo>
                  <a:pt x="10552770" y="1147465"/>
                  <a:pt x="10531257" y="1270633"/>
                  <a:pt x="10515600" y="1518989"/>
                </a:cubicBezTo>
                <a:cubicBezTo>
                  <a:pt x="10499943" y="1767345"/>
                  <a:pt x="10547503" y="2054283"/>
                  <a:pt x="10515600" y="2242628"/>
                </a:cubicBezTo>
                <a:cubicBezTo>
                  <a:pt x="10483697" y="2430973"/>
                  <a:pt x="10516311" y="2462570"/>
                  <a:pt x="10515600" y="2679419"/>
                </a:cubicBezTo>
                <a:cubicBezTo>
                  <a:pt x="10514889" y="2896268"/>
                  <a:pt x="10496424" y="3081826"/>
                  <a:pt x="10515600" y="3187922"/>
                </a:cubicBezTo>
                <a:cubicBezTo>
                  <a:pt x="10534776" y="3294018"/>
                  <a:pt x="10503066" y="3719622"/>
                  <a:pt x="10515600" y="3911560"/>
                </a:cubicBezTo>
                <a:cubicBezTo>
                  <a:pt x="10528134" y="4103498"/>
                  <a:pt x="10536046" y="4329979"/>
                  <a:pt x="10515600" y="4491775"/>
                </a:cubicBezTo>
                <a:cubicBezTo>
                  <a:pt x="10495154" y="4653571"/>
                  <a:pt x="10517027" y="4760560"/>
                  <a:pt x="10515600" y="5000278"/>
                </a:cubicBezTo>
                <a:cubicBezTo>
                  <a:pt x="10514173" y="5239996"/>
                  <a:pt x="10517723" y="5379362"/>
                  <a:pt x="10515600" y="5723917"/>
                </a:cubicBezTo>
                <a:cubicBezTo>
                  <a:pt x="10513477" y="6068472"/>
                  <a:pt x="10533445" y="6074622"/>
                  <a:pt x="10515600" y="6375843"/>
                </a:cubicBezTo>
                <a:cubicBezTo>
                  <a:pt x="10497755" y="6677064"/>
                  <a:pt x="10526584" y="6938437"/>
                  <a:pt x="10515600" y="7171194"/>
                </a:cubicBezTo>
                <a:cubicBezTo>
                  <a:pt x="10210918" y="7147414"/>
                  <a:pt x="9940652" y="7191413"/>
                  <a:pt x="9648063" y="7171194"/>
                </a:cubicBezTo>
                <a:cubicBezTo>
                  <a:pt x="9355474" y="7150975"/>
                  <a:pt x="9253429" y="7176786"/>
                  <a:pt x="8885682" y="7171194"/>
                </a:cubicBezTo>
                <a:cubicBezTo>
                  <a:pt x="8517935" y="7165602"/>
                  <a:pt x="8644974" y="7173602"/>
                  <a:pt x="8438769" y="7171194"/>
                </a:cubicBezTo>
                <a:cubicBezTo>
                  <a:pt x="8232564" y="7168786"/>
                  <a:pt x="7882218" y="7189709"/>
                  <a:pt x="7676388" y="7171194"/>
                </a:cubicBezTo>
                <a:cubicBezTo>
                  <a:pt x="7470558" y="7152679"/>
                  <a:pt x="7447280" y="7157891"/>
                  <a:pt x="7334631" y="7171194"/>
                </a:cubicBezTo>
                <a:cubicBezTo>
                  <a:pt x="7221982" y="7184497"/>
                  <a:pt x="6885987" y="7192843"/>
                  <a:pt x="6572250" y="7171194"/>
                </a:cubicBezTo>
                <a:cubicBezTo>
                  <a:pt x="6258513" y="7149545"/>
                  <a:pt x="6303976" y="7181699"/>
                  <a:pt x="6125337" y="7171194"/>
                </a:cubicBezTo>
                <a:cubicBezTo>
                  <a:pt x="5946698" y="7160689"/>
                  <a:pt x="5946643" y="7161758"/>
                  <a:pt x="5783580" y="7171194"/>
                </a:cubicBezTo>
                <a:cubicBezTo>
                  <a:pt x="5620517" y="7180630"/>
                  <a:pt x="5517919" y="7181238"/>
                  <a:pt x="5336667" y="7171194"/>
                </a:cubicBezTo>
                <a:cubicBezTo>
                  <a:pt x="5155415" y="7161150"/>
                  <a:pt x="4857179" y="7184334"/>
                  <a:pt x="4574286" y="7171194"/>
                </a:cubicBezTo>
                <a:cubicBezTo>
                  <a:pt x="4291393" y="7158054"/>
                  <a:pt x="4225093" y="7191203"/>
                  <a:pt x="4127373" y="7171194"/>
                </a:cubicBezTo>
                <a:cubicBezTo>
                  <a:pt x="4029653" y="7151185"/>
                  <a:pt x="3863697" y="7178332"/>
                  <a:pt x="3785616" y="7171194"/>
                </a:cubicBezTo>
                <a:cubicBezTo>
                  <a:pt x="3707535" y="7164056"/>
                  <a:pt x="3445507" y="7150579"/>
                  <a:pt x="3338703" y="7171194"/>
                </a:cubicBezTo>
                <a:cubicBezTo>
                  <a:pt x="3231899" y="7191809"/>
                  <a:pt x="2913755" y="7167476"/>
                  <a:pt x="2786634" y="7171194"/>
                </a:cubicBezTo>
                <a:cubicBezTo>
                  <a:pt x="2659513" y="7174912"/>
                  <a:pt x="2327182" y="7155629"/>
                  <a:pt x="2129409" y="7171194"/>
                </a:cubicBezTo>
                <a:cubicBezTo>
                  <a:pt x="1931636" y="7186759"/>
                  <a:pt x="1891335" y="7187629"/>
                  <a:pt x="1682496" y="7171194"/>
                </a:cubicBezTo>
                <a:cubicBezTo>
                  <a:pt x="1473657" y="7154759"/>
                  <a:pt x="1236577" y="7179048"/>
                  <a:pt x="814959" y="7171194"/>
                </a:cubicBezTo>
                <a:cubicBezTo>
                  <a:pt x="393341" y="7163340"/>
                  <a:pt x="181705" y="7155382"/>
                  <a:pt x="0" y="7171194"/>
                </a:cubicBezTo>
                <a:cubicBezTo>
                  <a:pt x="-7872" y="6807849"/>
                  <a:pt x="32493" y="6626852"/>
                  <a:pt x="0" y="6375843"/>
                </a:cubicBezTo>
                <a:cubicBezTo>
                  <a:pt x="-32493" y="6124834"/>
                  <a:pt x="6260" y="5915619"/>
                  <a:pt x="0" y="5723917"/>
                </a:cubicBezTo>
                <a:cubicBezTo>
                  <a:pt x="-6260" y="5532215"/>
                  <a:pt x="-12343" y="5338848"/>
                  <a:pt x="0" y="5071990"/>
                </a:cubicBezTo>
                <a:cubicBezTo>
                  <a:pt x="12343" y="4805132"/>
                  <a:pt x="6940" y="4632265"/>
                  <a:pt x="0" y="4491775"/>
                </a:cubicBezTo>
                <a:cubicBezTo>
                  <a:pt x="-6940" y="4351286"/>
                  <a:pt x="22375" y="3972260"/>
                  <a:pt x="0" y="3768136"/>
                </a:cubicBezTo>
                <a:cubicBezTo>
                  <a:pt x="-22375" y="3564012"/>
                  <a:pt x="-1527" y="3412466"/>
                  <a:pt x="0" y="3116210"/>
                </a:cubicBezTo>
                <a:cubicBezTo>
                  <a:pt x="1527" y="2819954"/>
                  <a:pt x="2264" y="2564483"/>
                  <a:pt x="0" y="2320859"/>
                </a:cubicBezTo>
                <a:cubicBezTo>
                  <a:pt x="-2264" y="2077235"/>
                  <a:pt x="-25771" y="1770273"/>
                  <a:pt x="0" y="1525509"/>
                </a:cubicBezTo>
                <a:cubicBezTo>
                  <a:pt x="25771" y="1280745"/>
                  <a:pt x="21242" y="953871"/>
                  <a:pt x="0" y="801870"/>
                </a:cubicBezTo>
                <a:cubicBezTo>
                  <a:pt x="-21242" y="649869"/>
                  <a:pt x="-33815" y="194497"/>
                  <a:pt x="0" y="0"/>
                </a:cubicBezTo>
                <a:close/>
              </a:path>
            </a:pathLst>
          </a:custGeom>
          <a:noFill/>
          <a:ln w="25400">
            <a:no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wrap="square">
            <a:spAutoFit/>
          </a:bodyPr>
          <a:lstStyle/>
          <a:p>
            <a:r>
              <a:rPr lang="en-US" sz="2000">
                <a:solidFill>
                  <a:srgbClr val="9E880D"/>
                </a:solidFill>
                <a:effectLst/>
                <a:highlight>
                  <a:srgbClr val="FFFFFF"/>
                </a:highlight>
              </a:rPr>
              <a:t>@Composable</a:t>
            </a:r>
            <a:br>
              <a:rPr lang="en-US" sz="2000">
                <a:solidFill>
                  <a:srgbClr val="9E880D"/>
                </a:solidFill>
                <a:effectLst/>
                <a:highlight>
                  <a:srgbClr val="FFFFFF"/>
                </a:highlight>
              </a:rPr>
            </a:br>
            <a:r>
              <a:rPr lang="en-US" sz="2000">
                <a:solidFill>
                  <a:srgbClr val="0033B3"/>
                </a:solidFill>
                <a:effectLst/>
                <a:highlight>
                  <a:srgbClr val="FFFFFF"/>
                </a:highlight>
              </a:rPr>
              <a:t>fun </a:t>
            </a:r>
            <a:r>
              <a:rPr lang="en-US" sz="2000" err="1">
                <a:solidFill>
                  <a:srgbClr val="00627A"/>
                </a:solidFill>
                <a:effectLst/>
                <a:highlight>
                  <a:srgbClr val="FFFFFF"/>
                </a:highlight>
              </a:rPr>
              <a:t>MainScreen</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0000"/>
                </a:solidFill>
                <a:effectLst/>
                <a:highlight>
                  <a:srgbClr val="FFFFFF"/>
                </a:highlight>
              </a:rPr>
              <a:t>modifier</a:t>
            </a:r>
            <a:r>
              <a:rPr lang="en-US" sz="2000">
                <a:solidFill>
                  <a:srgbClr val="080808"/>
                </a:solidFill>
                <a:effectLst/>
                <a:highlight>
                  <a:srgbClr val="FFFFFF"/>
                </a:highlight>
              </a:rPr>
              <a:t>: </a:t>
            </a:r>
            <a:r>
              <a:rPr lang="en-US" sz="2000">
                <a:solidFill>
                  <a:srgbClr val="000000"/>
                </a:solidFill>
                <a:effectLst/>
                <a:highlight>
                  <a:srgbClr val="FFFFFF"/>
                </a:highlight>
              </a:rPr>
              <a:t>Modifier </a:t>
            </a:r>
            <a:r>
              <a:rPr lang="en-US" sz="2000">
                <a:solidFill>
                  <a:srgbClr val="080808"/>
                </a:solidFill>
                <a:effectLst/>
                <a:highlight>
                  <a:srgbClr val="FFFFFF"/>
                </a:highlight>
              </a:rPr>
              <a:t>= </a:t>
            </a:r>
            <a:r>
              <a:rPr lang="en-US" sz="2000">
                <a:solidFill>
                  <a:srgbClr val="000000"/>
                </a:solidFill>
                <a:effectLst/>
                <a:highlight>
                  <a:srgbClr val="FFFFFF"/>
                </a:highlight>
              </a:rPr>
              <a:t>Modifier</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0000"/>
                </a:solidFill>
                <a:effectLst/>
                <a:highlight>
                  <a:srgbClr val="FFFFFF"/>
                </a:highlight>
              </a:rPr>
              <a:t>mainScreenViewModel</a:t>
            </a:r>
            <a:r>
              <a:rPr lang="en-US" sz="2000">
                <a:solidFill>
                  <a:srgbClr val="080808"/>
                </a:solidFill>
                <a:effectLst/>
                <a:highlight>
                  <a:srgbClr val="FFFFFF"/>
                </a:highlight>
              </a:rPr>
              <a:t>: </a:t>
            </a:r>
            <a:r>
              <a:rPr lang="en-US" sz="2000" err="1">
                <a:solidFill>
                  <a:srgbClr val="000000"/>
                </a:solidFill>
                <a:effectLst/>
                <a:highlight>
                  <a:srgbClr val="FFFFFF"/>
                </a:highlight>
              </a:rPr>
              <a:t>MainScreenViewModel</a:t>
            </a:r>
            <a:r>
              <a:rPr lang="en-US" sz="2000">
                <a:solidFill>
                  <a:srgbClr val="000000"/>
                </a:solidFill>
                <a:effectLst/>
                <a:highlight>
                  <a:srgbClr val="FFFFFF"/>
                </a:highlight>
              </a:rPr>
              <a:t> </a:t>
            </a:r>
            <a:r>
              <a:rPr lang="en-US" sz="2000">
                <a:solidFill>
                  <a:srgbClr val="080808"/>
                </a:solidFill>
                <a:effectLst/>
                <a:highlight>
                  <a:srgbClr val="FFFFFF"/>
                </a:highlight>
              </a:rPr>
              <a:t>= </a:t>
            </a:r>
            <a:r>
              <a:rPr lang="en-US" sz="2000" err="1">
                <a:solidFill>
                  <a:srgbClr val="009900"/>
                </a:solidFill>
                <a:effectLst/>
                <a:highlight>
                  <a:srgbClr val="FFFFFF"/>
                </a:highlight>
              </a:rPr>
              <a:t>viewModel</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p>
          <a:p>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err="1">
                <a:solidFill>
                  <a:srgbClr val="000000"/>
                </a:solidFill>
                <a:effectLst/>
                <a:highlight>
                  <a:srgbClr val="FFFFFF"/>
                </a:highlight>
              </a:rPr>
              <a:t>countState</a:t>
            </a:r>
            <a:r>
              <a:rPr lang="en-US" sz="2000">
                <a:solidFill>
                  <a:srgbClr val="000000"/>
                </a:solidFill>
                <a:effectLst/>
                <a:highlight>
                  <a:srgbClr val="FFFFFF"/>
                </a:highlight>
              </a:rPr>
              <a:t> </a:t>
            </a:r>
            <a:r>
              <a:rPr lang="en-US" sz="2000">
                <a:solidFill>
                  <a:srgbClr val="080808"/>
                </a:solidFill>
                <a:effectLst/>
                <a:highlight>
                  <a:srgbClr val="FFFFFF"/>
                </a:highlight>
              </a:rPr>
              <a:t>= </a:t>
            </a:r>
            <a:r>
              <a:rPr lang="en-US" sz="2000" err="1">
                <a:solidFill>
                  <a:srgbClr val="000000"/>
                </a:solidFill>
                <a:effectLst/>
                <a:highlight>
                  <a:srgbClr val="FFFFFF"/>
                </a:highlight>
              </a:rPr>
              <a:t>mainScreenViewModel</a:t>
            </a:r>
            <a:r>
              <a:rPr lang="en-US" sz="2000" err="1">
                <a:solidFill>
                  <a:srgbClr val="080808"/>
                </a:solidFill>
                <a:effectLst/>
                <a:highlight>
                  <a:srgbClr val="FFFFFF"/>
                </a:highlight>
              </a:rPr>
              <a:t>.</a:t>
            </a:r>
            <a:r>
              <a:rPr lang="en-US" sz="2000" err="1">
                <a:solidFill>
                  <a:srgbClr val="871094"/>
                </a:solidFill>
                <a:effectLst/>
                <a:highlight>
                  <a:srgbClr val="FFFFFF"/>
                </a:highlight>
              </a:rPr>
              <a:t>counter</a:t>
            </a:r>
            <a:r>
              <a:rPr lang="en-US" sz="2000" err="1">
                <a:solidFill>
                  <a:srgbClr val="080808"/>
                </a:solidFill>
                <a:effectLst/>
                <a:highlight>
                  <a:srgbClr val="FFFFFF"/>
                </a:highlight>
              </a:rPr>
              <a:t>.</a:t>
            </a:r>
            <a:r>
              <a:rPr lang="en-US" sz="2000" err="1">
                <a:solidFill>
                  <a:srgbClr val="009900"/>
                </a:solidFill>
                <a:effectLst/>
                <a:highlight>
                  <a:srgbClr val="FFFFFF"/>
                </a:highlight>
              </a:rPr>
              <a:t>collectAsState</a:t>
            </a:r>
            <a:r>
              <a:rPr lang="en-US" sz="2000">
                <a:solidFill>
                  <a:srgbClr val="080808"/>
                </a:solidFill>
                <a:effectLst/>
                <a:highlight>
                  <a:srgbClr val="FFFFFF"/>
                </a:highlight>
              </a:rPr>
              <a:t>()</a:t>
            </a:r>
          </a:p>
          <a:p>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9900"/>
                </a:solidFill>
                <a:effectLst/>
                <a:highlight>
                  <a:srgbClr val="FFFFFF"/>
                </a:highlight>
              </a:rPr>
              <a:t>Column</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4A86E8"/>
                </a:solidFill>
                <a:effectLst/>
                <a:highlight>
                  <a:srgbClr val="FFFFFF"/>
                </a:highlight>
              </a:rPr>
              <a:t>//…</a:t>
            </a:r>
            <a:br>
              <a:rPr lang="en-US" sz="2000">
                <a:solidFill>
                  <a:srgbClr val="871094"/>
                </a:solidFill>
                <a:effectLst/>
                <a:highlight>
                  <a:srgbClr val="FFFFFF"/>
                </a:highlight>
              </a:rPr>
            </a:b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Button</a:t>
            </a:r>
            <a:r>
              <a:rPr lang="en-US" sz="2000">
                <a:solidFill>
                  <a:srgbClr val="080808"/>
                </a:solidFill>
                <a:effectLst/>
                <a:highlight>
                  <a:srgbClr val="FFFFFF"/>
                </a:highlight>
              </a:rPr>
              <a:t>(</a:t>
            </a:r>
            <a:r>
              <a:rPr lang="en-US" sz="2000" err="1">
                <a:solidFill>
                  <a:srgbClr val="4A86E8"/>
                </a:solidFill>
                <a:effectLst/>
                <a:highlight>
                  <a:srgbClr val="FFFFFF"/>
                </a:highlight>
              </a:rPr>
              <a:t>onClick</a:t>
            </a:r>
            <a:r>
              <a:rPr lang="en-US" sz="2000">
                <a:solidFill>
                  <a:srgbClr val="4A86E8"/>
                </a:solidFill>
                <a:effectLst/>
                <a:highlight>
                  <a:srgbClr val="FFFFFF"/>
                </a:highlight>
              </a:rPr>
              <a:t> = </a:t>
            </a:r>
            <a:r>
              <a:rPr lang="en-US" sz="2000" b="1">
                <a:solidFill>
                  <a:srgbClr val="080808"/>
                </a:solidFill>
                <a:effectLst/>
                <a:highlight>
                  <a:srgbClr val="FFFFFF"/>
                </a:highlight>
              </a:rPr>
              <a:t>{</a:t>
            </a:r>
            <a:r>
              <a:rPr lang="en-US" sz="2000" err="1">
                <a:solidFill>
                  <a:srgbClr val="000000"/>
                </a:solidFill>
                <a:effectLst/>
                <a:highlight>
                  <a:srgbClr val="FFFFFF"/>
                </a:highlight>
              </a:rPr>
              <a:t>mainScreenViewModel</a:t>
            </a:r>
            <a:r>
              <a:rPr lang="en-US" sz="2000" err="1">
                <a:solidFill>
                  <a:srgbClr val="080808"/>
                </a:solidFill>
                <a:effectLst/>
                <a:highlight>
                  <a:srgbClr val="FFFFFF"/>
                </a:highlight>
              </a:rPr>
              <a:t>.</a:t>
            </a:r>
            <a:r>
              <a:rPr lang="en-US" sz="2000" err="1">
                <a:solidFill>
                  <a:srgbClr val="871094"/>
                </a:solidFill>
                <a:effectLst/>
                <a:highlight>
                  <a:srgbClr val="FFFFFF"/>
                </a:highlight>
              </a:rPr>
              <a:t>increment</a:t>
            </a:r>
            <a:r>
              <a:rPr lang="en-US" sz="2000">
                <a:solidFill>
                  <a:srgbClr val="080808"/>
                </a:solidFill>
                <a:effectLst/>
                <a:highlight>
                  <a:srgbClr val="FFFFFF"/>
                </a:highlight>
              </a:rPr>
              <a:t>() </a:t>
            </a:r>
            <a:r>
              <a:rPr lang="en-US" sz="2000" b="1">
                <a:solidFill>
                  <a:srgbClr val="080808"/>
                </a:solidFill>
                <a:effectLst/>
                <a:highlight>
                  <a:srgbClr val="FFFFFF"/>
                </a:highlight>
              </a:rPr>
              <a:t>}</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a:solidFill>
                  <a:srgbClr val="067D17"/>
                </a:solidFill>
                <a:effectLst/>
                <a:highlight>
                  <a:srgbClr val="FFFFFF"/>
                </a:highlight>
              </a:rPr>
              <a:t>"Increment"</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b="1">
                <a:solidFill>
                  <a:srgbClr val="080808"/>
                </a:solidFill>
                <a:effectLst/>
                <a:highlight>
                  <a:srgbClr val="FFFFFF"/>
                </a:highlight>
              </a:rPr>
              <a:t>}</a:t>
            </a:r>
          </a:p>
          <a:p>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a:solidFill>
                  <a:srgbClr val="067D17"/>
                </a:solidFill>
                <a:effectLst/>
                <a:highlight>
                  <a:srgbClr val="FFFFFF"/>
                </a:highlight>
              </a:rPr>
              <a:t>"</a:t>
            </a:r>
            <a:r>
              <a:rPr lang="en-US" sz="2000">
                <a:solidFill>
                  <a:srgbClr val="0037A6"/>
                </a:solidFill>
                <a:effectLst/>
                <a:highlight>
                  <a:srgbClr val="FFFFFF"/>
                </a:highlight>
              </a:rPr>
              <a:t>${</a:t>
            </a:r>
            <a:r>
              <a:rPr lang="en-US" sz="2000" err="1">
                <a:solidFill>
                  <a:srgbClr val="000000"/>
                </a:solidFill>
                <a:effectLst/>
                <a:highlight>
                  <a:srgbClr val="FFFFFF"/>
                </a:highlight>
              </a:rPr>
              <a:t>countState</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0037A6"/>
                </a:solidFill>
                <a:effectLst/>
                <a:highlight>
                  <a:srgbClr val="FFFFFF"/>
                </a:highlight>
              </a:rPr>
              <a:t>}</a:t>
            </a:r>
            <a:r>
              <a:rPr lang="en-US" sz="2000">
                <a:solidFill>
                  <a:srgbClr val="067D17"/>
                </a:solidFill>
                <a:effectLst/>
                <a:highlight>
                  <a:srgbClr val="FFFFFF"/>
                </a:highlight>
              </a:rPr>
              <a:t>"</a:t>
            </a:r>
            <a:r>
              <a:rPr lang="en-US" sz="2000">
                <a:solidFill>
                  <a:srgbClr val="080808"/>
                </a:solidFill>
                <a:effectLst/>
                <a:highlight>
                  <a:srgbClr val="FFFFFF"/>
                </a:highlight>
              </a:rPr>
              <a:t>)</a:t>
            </a:r>
          </a:p>
          <a:p>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9900"/>
                </a:solidFill>
                <a:effectLst/>
                <a:highlight>
                  <a:srgbClr val="FFFFFF"/>
                </a:highlight>
              </a:rPr>
              <a:t>Button</a:t>
            </a:r>
            <a:r>
              <a:rPr lang="en-US" sz="2000">
                <a:solidFill>
                  <a:srgbClr val="080808"/>
                </a:solidFill>
                <a:effectLst/>
                <a:highlight>
                  <a:srgbClr val="FFFFFF"/>
                </a:highlight>
              </a:rPr>
              <a:t>(</a:t>
            </a:r>
            <a:r>
              <a:rPr lang="en-US" sz="2000" err="1">
                <a:solidFill>
                  <a:srgbClr val="4A86E8"/>
                </a:solidFill>
                <a:effectLst/>
                <a:highlight>
                  <a:srgbClr val="FFFFFF"/>
                </a:highlight>
              </a:rPr>
              <a:t>onClick</a:t>
            </a:r>
            <a:r>
              <a:rPr lang="en-US" sz="2000">
                <a:solidFill>
                  <a:srgbClr val="4A86E8"/>
                </a:solidFill>
                <a:effectLst/>
                <a:highlight>
                  <a:srgbClr val="FFFFFF"/>
                </a:highlight>
              </a:rPr>
              <a:t> = </a:t>
            </a:r>
            <a:r>
              <a:rPr lang="en-US" sz="2000" b="1">
                <a:solidFill>
                  <a:srgbClr val="080808"/>
                </a:solidFill>
                <a:effectLst/>
                <a:highlight>
                  <a:srgbClr val="FFFFFF"/>
                </a:highlight>
              </a:rPr>
              <a:t>{</a:t>
            </a:r>
            <a:r>
              <a:rPr lang="en-US" sz="2000" err="1">
                <a:solidFill>
                  <a:srgbClr val="000000"/>
                </a:solidFill>
                <a:effectLst/>
                <a:highlight>
                  <a:srgbClr val="FFFFFF"/>
                </a:highlight>
              </a:rPr>
              <a:t>mainScreenViewModel</a:t>
            </a:r>
            <a:r>
              <a:rPr lang="en-US" sz="2000" err="1">
                <a:solidFill>
                  <a:srgbClr val="080808"/>
                </a:solidFill>
                <a:effectLst/>
                <a:highlight>
                  <a:srgbClr val="FFFFFF"/>
                </a:highlight>
              </a:rPr>
              <a:t>.</a:t>
            </a:r>
            <a:r>
              <a:rPr lang="en-US" sz="2000" err="1">
                <a:solidFill>
                  <a:srgbClr val="871094"/>
                </a:solidFill>
                <a:effectLst/>
                <a:highlight>
                  <a:srgbClr val="FFFFFF"/>
                </a:highlight>
              </a:rPr>
              <a:t>decrement</a:t>
            </a:r>
            <a:r>
              <a:rPr lang="en-US" sz="2000">
                <a:solidFill>
                  <a:srgbClr val="080808"/>
                </a:solidFill>
                <a:effectLst/>
                <a:highlight>
                  <a:srgbClr val="FFFFFF"/>
                </a:highlight>
              </a:rPr>
              <a:t>() </a:t>
            </a:r>
            <a:r>
              <a:rPr lang="en-US" sz="2000" b="1">
                <a:solidFill>
                  <a:srgbClr val="080808"/>
                </a:solidFill>
                <a:effectLst/>
                <a:highlight>
                  <a:srgbClr val="FFFFFF"/>
                </a:highlight>
              </a:rPr>
              <a:t>}</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a:solidFill>
                  <a:srgbClr val="067D17"/>
                </a:solidFill>
                <a:effectLst/>
                <a:highlight>
                  <a:srgbClr val="FFFFFF"/>
                </a:highlight>
              </a:rPr>
              <a:t>"Decrement"</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br>
              <a:rPr lang="en-US" sz="2000" b="1">
                <a:solidFill>
                  <a:srgbClr val="080808"/>
                </a:solidFill>
                <a:effectLst/>
                <a:highlight>
                  <a:srgbClr val="FFFFFF"/>
                </a:highlight>
              </a:rPr>
            </a:br>
            <a:r>
              <a:rPr lang="en-US" sz="2000">
                <a:solidFill>
                  <a:srgbClr val="080808"/>
                </a:solidFill>
                <a:effectLst/>
                <a:highlight>
                  <a:srgbClr val="FFFFFF"/>
                </a:highlight>
              </a:rPr>
              <a:t>}</a:t>
            </a:r>
          </a:p>
          <a:p>
            <a:endParaRPr lang="en-US" sz="2000">
              <a:solidFill>
                <a:srgbClr val="080808"/>
              </a:solidFill>
              <a:effectLst/>
              <a:highlight>
                <a:srgbClr val="FFFFFF"/>
              </a:highlight>
            </a:endParaRPr>
          </a:p>
        </p:txBody>
      </p:sp>
      <p:sp>
        <p:nvSpPr>
          <p:cNvPr id="28" name="Rectangle 27">
            <a:extLst>
              <a:ext uri="{FF2B5EF4-FFF2-40B4-BE49-F238E27FC236}">
                <a16:creationId xmlns:a16="http://schemas.microsoft.com/office/drawing/2014/main" id="{CDC72470-A8FE-3B01-9FA7-D82724489A10}"/>
              </a:ext>
            </a:extLst>
          </p:cNvPr>
          <p:cNvSpPr/>
          <p:nvPr/>
        </p:nvSpPr>
        <p:spPr>
          <a:xfrm>
            <a:off x="4806492" y="1965817"/>
            <a:ext cx="7286625" cy="542925"/>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A1C6C19-4245-E96A-A862-6FC52AC4559E}"/>
              </a:ext>
            </a:extLst>
          </p:cNvPr>
          <p:cNvSpPr/>
          <p:nvPr/>
        </p:nvSpPr>
        <p:spPr>
          <a:xfrm>
            <a:off x="4904666" y="4632241"/>
            <a:ext cx="6863567" cy="542925"/>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2E5E22E-978D-725C-EF53-D69C0216F202}"/>
              </a:ext>
            </a:extLst>
          </p:cNvPr>
          <p:cNvSpPr/>
          <p:nvPr/>
        </p:nvSpPr>
        <p:spPr>
          <a:xfrm>
            <a:off x="4276699" y="1965817"/>
            <a:ext cx="474327" cy="5429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32" name="Oval 31">
            <a:extLst>
              <a:ext uri="{FF2B5EF4-FFF2-40B4-BE49-F238E27FC236}">
                <a16:creationId xmlns:a16="http://schemas.microsoft.com/office/drawing/2014/main" id="{FD816560-C78F-3B61-56C7-ED1296B27EC1}"/>
              </a:ext>
            </a:extLst>
          </p:cNvPr>
          <p:cNvSpPr/>
          <p:nvPr/>
        </p:nvSpPr>
        <p:spPr>
          <a:xfrm>
            <a:off x="4375077" y="4645132"/>
            <a:ext cx="474327" cy="5429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3" name="Slide Number Placeholder 2">
            <a:extLst>
              <a:ext uri="{FF2B5EF4-FFF2-40B4-BE49-F238E27FC236}">
                <a16:creationId xmlns:a16="http://schemas.microsoft.com/office/drawing/2014/main" id="{689C8E77-0911-823B-A076-6980B7A50B19}"/>
              </a:ext>
            </a:extLst>
          </p:cNvPr>
          <p:cNvSpPr>
            <a:spLocks noGrp="1"/>
          </p:cNvSpPr>
          <p:nvPr>
            <p:ph type="sldNum" sz="quarter" idx="12"/>
          </p:nvPr>
        </p:nvSpPr>
        <p:spPr/>
        <p:txBody>
          <a:bodyPr/>
          <a:lstStyle/>
          <a:p>
            <a:fld id="{330EA680-D336-4FF7-8B7A-9848BB0A1C32}" type="slidenum">
              <a:rPr lang="en-US" smtClean="0"/>
              <a:t>23</a:t>
            </a:fld>
            <a:endParaRPr lang="en-US"/>
          </a:p>
        </p:txBody>
      </p:sp>
    </p:spTree>
    <p:extLst>
      <p:ext uri="{BB962C8B-B14F-4D97-AF65-F5344CB8AC3E}">
        <p14:creationId xmlns:p14="http://schemas.microsoft.com/office/powerpoint/2010/main" val="2403650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0D5C-422C-9D26-E343-21EAA21BC8D4}"/>
              </a:ext>
            </a:extLst>
          </p:cNvPr>
          <p:cNvSpPr>
            <a:spLocks noGrp="1"/>
          </p:cNvSpPr>
          <p:nvPr>
            <p:ph type="title"/>
          </p:nvPr>
        </p:nvSpPr>
        <p:spPr>
          <a:xfrm>
            <a:off x="630936" y="640080"/>
            <a:ext cx="4818888" cy="1481328"/>
          </a:xfrm>
        </p:spPr>
        <p:txBody>
          <a:bodyPr anchor="b">
            <a:normAutofit/>
          </a:bodyPr>
          <a:lstStyle/>
          <a:p>
            <a:r>
              <a:rPr lang="en-US" sz="5400"/>
              <a:t>UI State</a:t>
            </a:r>
          </a:p>
        </p:txBody>
      </p:sp>
      <p:sp>
        <p:nvSpPr>
          <p:cNvPr id="3" name="Content Placeholder 2">
            <a:extLst>
              <a:ext uri="{FF2B5EF4-FFF2-40B4-BE49-F238E27FC236}">
                <a16:creationId xmlns:a16="http://schemas.microsoft.com/office/drawing/2014/main" id="{2F6331B1-4FB1-1B20-33DC-94933D519F57}"/>
              </a:ext>
            </a:extLst>
          </p:cNvPr>
          <p:cNvSpPr>
            <a:spLocks noGrp="1"/>
          </p:cNvSpPr>
          <p:nvPr>
            <p:ph idx="1"/>
          </p:nvPr>
        </p:nvSpPr>
        <p:spPr>
          <a:xfrm>
            <a:off x="630936" y="2660904"/>
            <a:ext cx="4818888" cy="3547872"/>
          </a:xfrm>
        </p:spPr>
        <p:txBody>
          <a:bodyPr anchor="t">
            <a:normAutofit/>
          </a:bodyPr>
          <a:lstStyle/>
          <a:p>
            <a:r>
              <a:rPr lang="en-US" sz="2200"/>
              <a:t>The UI is what the user sees, and the UI state is what the app says they should see. </a:t>
            </a:r>
          </a:p>
          <a:p>
            <a:r>
              <a:rPr lang="en-US" sz="2200"/>
              <a:t>The UI is the visual representation of the UI state. </a:t>
            </a:r>
          </a:p>
          <a:p>
            <a:r>
              <a:rPr lang="en-US" sz="2200"/>
              <a:t>Any changes to the UI state immediately are reflected in the UI.</a:t>
            </a:r>
          </a:p>
        </p:txBody>
      </p:sp>
      <p:pic>
        <p:nvPicPr>
          <p:cNvPr id="6146" name="Picture 2">
            <a:extLst>
              <a:ext uri="{FF2B5EF4-FFF2-40B4-BE49-F238E27FC236}">
                <a16:creationId xmlns:a16="http://schemas.microsoft.com/office/drawing/2014/main" id="{7EA160E9-3E83-CD97-D7FB-4F77BC47A44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20873" y="2746628"/>
            <a:ext cx="6430628" cy="160765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672D2510-BD24-2D17-31D7-8FDBB3B3FEB9}"/>
              </a:ext>
            </a:extLst>
          </p:cNvPr>
          <p:cNvSpPr>
            <a:spLocks noGrp="1"/>
          </p:cNvSpPr>
          <p:nvPr>
            <p:ph type="sldNum" sz="quarter" idx="12"/>
          </p:nvPr>
        </p:nvSpPr>
        <p:spPr/>
        <p:txBody>
          <a:bodyPr/>
          <a:lstStyle/>
          <a:p>
            <a:fld id="{330EA680-D336-4FF7-8B7A-9848BB0A1C32}" type="slidenum">
              <a:rPr lang="en-US" smtClean="0"/>
              <a:t>24</a:t>
            </a:fld>
            <a:endParaRPr lang="en-US"/>
          </a:p>
        </p:txBody>
      </p:sp>
    </p:spTree>
    <p:extLst>
      <p:ext uri="{BB962C8B-B14F-4D97-AF65-F5344CB8AC3E}">
        <p14:creationId xmlns:p14="http://schemas.microsoft.com/office/powerpoint/2010/main" val="34971391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0A4E0A0A-85FF-5534-12EE-A1897A2A2B29}"/>
              </a:ext>
            </a:extLst>
          </p:cNvPr>
          <p:cNvGraphicFramePr>
            <a:graphicFrameLocks noGrp="1"/>
          </p:cNvGraphicFramePr>
          <p:nvPr>
            <p:ph idx="1"/>
            <p:extLst>
              <p:ext uri="{D42A27DB-BD31-4B8C-83A1-F6EECF244321}">
                <p14:modId xmlns:p14="http://schemas.microsoft.com/office/powerpoint/2010/main" val="1048690624"/>
              </p:ext>
            </p:extLst>
          </p:nvPr>
        </p:nvGraphicFramePr>
        <p:xfrm>
          <a:off x="1487129" y="2894266"/>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2">
            <a:extLst>
              <a:ext uri="{FF2B5EF4-FFF2-40B4-BE49-F238E27FC236}">
                <a16:creationId xmlns:a16="http://schemas.microsoft.com/office/drawing/2014/main" id="{146C8A92-20D7-AF01-6340-7163AAFA7FD4}"/>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2880686" y="460628"/>
            <a:ext cx="6430628" cy="1607657"/>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48E76C91-CC4C-73B0-559B-B021EEEA0A91}"/>
              </a:ext>
            </a:extLst>
          </p:cNvPr>
          <p:cNvSpPr>
            <a:spLocks noGrp="1"/>
          </p:cNvSpPr>
          <p:nvPr>
            <p:ph type="sldNum" sz="quarter" idx="12"/>
          </p:nvPr>
        </p:nvSpPr>
        <p:spPr/>
        <p:txBody>
          <a:bodyPr/>
          <a:lstStyle/>
          <a:p>
            <a:fld id="{330EA680-D336-4FF7-8B7A-9848BB0A1C32}" type="slidenum">
              <a:rPr lang="en-US" smtClean="0"/>
              <a:t>25</a:t>
            </a:fld>
            <a:endParaRPr lang="en-US"/>
          </a:p>
        </p:txBody>
      </p:sp>
    </p:spTree>
    <p:extLst>
      <p:ext uri="{BB962C8B-B14F-4D97-AF65-F5344CB8AC3E}">
        <p14:creationId xmlns:p14="http://schemas.microsoft.com/office/powerpoint/2010/main" val="20941734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63D3279-8817-F504-562E-39CBCEE8B444}"/>
              </a:ext>
            </a:extLst>
          </p:cNvPr>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kern="1200">
                <a:solidFill>
                  <a:schemeClr val="tx1"/>
                </a:solidFill>
                <a:effectLst/>
                <a:highlight>
                  <a:srgbClr val="FFFFFF"/>
                </a:highlight>
                <a:latin typeface="+mj-lt"/>
                <a:ea typeface="+mj-ea"/>
                <a:cs typeface="+mj-cs"/>
              </a:rPr>
              <a:t>Create a </a:t>
            </a:r>
            <a:r>
              <a:rPr lang="en-US" sz="4000">
                <a:highlight>
                  <a:srgbClr val="FFFFFF"/>
                </a:highlight>
              </a:rPr>
              <a:t>data class for </a:t>
            </a:r>
            <a:r>
              <a:rPr lang="en-US" sz="4000" kern="1200" err="1">
                <a:solidFill>
                  <a:schemeClr val="tx1"/>
                </a:solidFill>
                <a:effectLst/>
                <a:highlight>
                  <a:srgbClr val="FFFFFF"/>
                </a:highlight>
                <a:latin typeface="+mj-lt"/>
                <a:ea typeface="+mj-ea"/>
                <a:cs typeface="+mj-cs"/>
              </a:rPr>
              <a:t>UIState</a:t>
            </a:r>
            <a:endParaRPr lang="en-US" sz="4000" kern="1200">
              <a:solidFill>
                <a:schemeClr val="tx1"/>
              </a:solidFill>
              <a:latin typeface="+mj-lt"/>
              <a:ea typeface="+mj-ea"/>
              <a:cs typeface="+mj-cs"/>
            </a:endParaRP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TextBox 4">
            <a:extLst>
              <a:ext uri="{FF2B5EF4-FFF2-40B4-BE49-F238E27FC236}">
                <a16:creationId xmlns:a16="http://schemas.microsoft.com/office/drawing/2014/main" id="{0233B52B-36CA-57A1-F391-5947664DAC96}"/>
              </a:ext>
            </a:extLst>
          </p:cNvPr>
          <p:cNvSpPr txBox="1"/>
          <p:nvPr/>
        </p:nvSpPr>
        <p:spPr>
          <a:xfrm>
            <a:off x="566928" y="2602842"/>
            <a:ext cx="6098458" cy="2356222"/>
          </a:xfrm>
          <a:prstGeom prst="rect">
            <a:avLst/>
          </a:prstGeom>
          <a:noFill/>
        </p:spPr>
        <p:txBody>
          <a:bodyPr wrap="square">
            <a:spAutoFit/>
          </a:bodyPr>
          <a:lstStyle/>
          <a:p>
            <a:pPr>
              <a:lnSpc>
                <a:spcPct val="150000"/>
              </a:lnSpc>
            </a:pPr>
            <a:r>
              <a:rPr lang="en-US" sz="2000">
                <a:solidFill>
                  <a:srgbClr val="0033B3"/>
                </a:solidFill>
                <a:effectLst/>
                <a:highlight>
                  <a:srgbClr val="FFFFFF"/>
                </a:highlight>
              </a:rPr>
              <a:t>data class </a:t>
            </a:r>
            <a:r>
              <a:rPr lang="en-US" sz="2000" err="1">
                <a:solidFill>
                  <a:srgbClr val="000000"/>
                </a:solidFill>
                <a:effectLst/>
                <a:highlight>
                  <a:srgbClr val="FFFFFF"/>
                </a:highlight>
              </a:rPr>
              <a:t>CounterUIState</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err="1">
                <a:solidFill>
                  <a:srgbClr val="871094"/>
                </a:solidFill>
                <a:effectLst/>
                <a:highlight>
                  <a:srgbClr val="FFFFFF"/>
                </a:highlight>
              </a:rPr>
              <a:t>isLoading</a:t>
            </a:r>
            <a:r>
              <a:rPr lang="en-US" sz="2000">
                <a:solidFill>
                  <a:srgbClr val="080808"/>
                </a:solidFill>
                <a:effectLst/>
                <a:highlight>
                  <a:srgbClr val="FFFFFF"/>
                </a:highlight>
              </a:rPr>
              <a:t>: </a:t>
            </a:r>
            <a:r>
              <a:rPr lang="en-US" sz="2000">
                <a:solidFill>
                  <a:srgbClr val="000000"/>
                </a:solidFill>
                <a:effectLst/>
                <a:highlight>
                  <a:srgbClr val="FFFFFF"/>
                </a:highlight>
              </a:rPr>
              <a:t>Boolean </a:t>
            </a:r>
            <a:r>
              <a:rPr lang="en-US" sz="2000">
                <a:solidFill>
                  <a:srgbClr val="080808"/>
                </a:solidFill>
                <a:effectLst/>
                <a:highlight>
                  <a:srgbClr val="FFFFFF"/>
                </a:highlight>
              </a:rPr>
              <a:t>= </a:t>
            </a:r>
            <a:r>
              <a:rPr lang="en-US" sz="2000">
                <a:solidFill>
                  <a:srgbClr val="0033B3"/>
                </a:solidFill>
                <a:effectLst/>
                <a:highlight>
                  <a:srgbClr val="FFFFFF"/>
                </a:highlight>
              </a:rPr>
              <a:t>false</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a:solidFill>
                  <a:srgbClr val="871094"/>
                </a:solidFill>
                <a:effectLst/>
                <a:highlight>
                  <a:srgbClr val="FFFFFF"/>
                </a:highlight>
              </a:rPr>
              <a:t>counter</a:t>
            </a:r>
            <a:r>
              <a:rPr lang="en-US" sz="2000">
                <a:solidFill>
                  <a:srgbClr val="080808"/>
                </a:solidFill>
                <a:effectLst/>
                <a:highlight>
                  <a:srgbClr val="FFFFFF"/>
                </a:highlight>
              </a:rPr>
              <a:t>: </a:t>
            </a:r>
            <a:r>
              <a:rPr lang="en-US" sz="2000">
                <a:solidFill>
                  <a:srgbClr val="000000"/>
                </a:solidFill>
                <a:effectLst/>
                <a:highlight>
                  <a:srgbClr val="FFFFFF"/>
                </a:highlight>
              </a:rPr>
              <a:t>Int </a:t>
            </a:r>
            <a:r>
              <a:rPr lang="en-US" sz="2000">
                <a:solidFill>
                  <a:srgbClr val="080808"/>
                </a:solidFill>
                <a:effectLst/>
                <a:highlight>
                  <a:srgbClr val="FFFFFF"/>
                </a:highlight>
              </a:rPr>
              <a:t>= </a:t>
            </a:r>
            <a:r>
              <a:rPr lang="en-US" sz="2000">
                <a:solidFill>
                  <a:srgbClr val="1750EB"/>
                </a:solidFill>
                <a:effectLst/>
                <a:highlight>
                  <a:srgbClr val="FFFFFF"/>
                </a:highlight>
              </a:rPr>
              <a:t>0</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err="1">
                <a:solidFill>
                  <a:srgbClr val="871094"/>
                </a:solidFill>
                <a:effectLst/>
                <a:highlight>
                  <a:srgbClr val="FFFFFF"/>
                </a:highlight>
              </a:rPr>
              <a:t>errorMessage</a:t>
            </a:r>
            <a:r>
              <a:rPr lang="en-US" sz="2000">
                <a:solidFill>
                  <a:srgbClr val="080808"/>
                </a:solidFill>
                <a:effectLst/>
                <a:highlight>
                  <a:srgbClr val="FFFFFF"/>
                </a:highlight>
              </a:rPr>
              <a:t>: </a:t>
            </a:r>
            <a:r>
              <a:rPr lang="en-US" sz="2000">
                <a:solidFill>
                  <a:srgbClr val="000000"/>
                </a:solidFill>
                <a:effectLst/>
                <a:highlight>
                  <a:srgbClr val="FFFFFF"/>
                </a:highlight>
              </a:rPr>
              <a:t>String</a:t>
            </a:r>
            <a:r>
              <a:rPr lang="en-US" sz="2000">
                <a:solidFill>
                  <a:srgbClr val="080808"/>
                </a:solidFill>
                <a:effectLst/>
                <a:highlight>
                  <a:srgbClr val="FFFFFF"/>
                </a:highlight>
              </a:rPr>
              <a:t>? = </a:t>
            </a:r>
            <a:r>
              <a:rPr lang="en-US" sz="2000">
                <a:solidFill>
                  <a:srgbClr val="0033B3"/>
                </a:solidFill>
                <a:effectLst/>
                <a:highlight>
                  <a:srgbClr val="FFFFFF"/>
                </a:highlight>
              </a:rPr>
              <a:t>null</a:t>
            </a:r>
            <a:br>
              <a:rPr lang="en-US" sz="2000">
                <a:solidFill>
                  <a:srgbClr val="0033B3"/>
                </a:solidFill>
                <a:effectLst/>
                <a:highlight>
                  <a:srgbClr val="FFFFFF"/>
                </a:highlight>
              </a:rPr>
            </a:br>
            <a:r>
              <a:rPr lang="en-US" sz="2000">
                <a:solidFill>
                  <a:srgbClr val="080808"/>
                </a:solidFill>
                <a:effectLst/>
                <a:highlight>
                  <a:srgbClr val="FFFFFF"/>
                </a:highlight>
              </a:rPr>
              <a:t>)</a:t>
            </a:r>
          </a:p>
        </p:txBody>
      </p:sp>
      <p:sp>
        <p:nvSpPr>
          <p:cNvPr id="7" name="TextBox 6">
            <a:extLst>
              <a:ext uri="{FF2B5EF4-FFF2-40B4-BE49-F238E27FC236}">
                <a16:creationId xmlns:a16="http://schemas.microsoft.com/office/drawing/2014/main" id="{81DEDC6D-3992-8E85-0026-095F627AD7A9}"/>
              </a:ext>
            </a:extLst>
          </p:cNvPr>
          <p:cNvSpPr txBox="1"/>
          <p:nvPr/>
        </p:nvSpPr>
        <p:spPr>
          <a:xfrm>
            <a:off x="5624150" y="2602842"/>
            <a:ext cx="6098458" cy="923330"/>
          </a:xfrm>
          <a:custGeom>
            <a:avLst/>
            <a:gdLst>
              <a:gd name="connsiteX0" fmla="*/ 0 w 6098458"/>
              <a:gd name="connsiteY0" fmla="*/ 0 h 923330"/>
              <a:gd name="connsiteX1" fmla="*/ 677606 w 6098458"/>
              <a:gd name="connsiteY1" fmla="*/ 0 h 923330"/>
              <a:gd name="connsiteX2" fmla="*/ 1416197 w 6098458"/>
              <a:gd name="connsiteY2" fmla="*/ 0 h 923330"/>
              <a:gd name="connsiteX3" fmla="*/ 2093804 w 6098458"/>
              <a:gd name="connsiteY3" fmla="*/ 0 h 923330"/>
              <a:gd name="connsiteX4" fmla="*/ 2710426 w 6098458"/>
              <a:gd name="connsiteY4" fmla="*/ 0 h 923330"/>
              <a:gd name="connsiteX5" fmla="*/ 3327048 w 6098458"/>
              <a:gd name="connsiteY5" fmla="*/ 0 h 923330"/>
              <a:gd name="connsiteX6" fmla="*/ 4126623 w 6098458"/>
              <a:gd name="connsiteY6" fmla="*/ 0 h 923330"/>
              <a:gd name="connsiteX7" fmla="*/ 4682261 w 6098458"/>
              <a:gd name="connsiteY7" fmla="*/ 0 h 923330"/>
              <a:gd name="connsiteX8" fmla="*/ 5359867 w 6098458"/>
              <a:gd name="connsiteY8" fmla="*/ 0 h 923330"/>
              <a:gd name="connsiteX9" fmla="*/ 6098458 w 6098458"/>
              <a:gd name="connsiteY9" fmla="*/ 0 h 923330"/>
              <a:gd name="connsiteX10" fmla="*/ 6098458 w 6098458"/>
              <a:gd name="connsiteY10" fmla="*/ 452432 h 923330"/>
              <a:gd name="connsiteX11" fmla="*/ 6098458 w 6098458"/>
              <a:gd name="connsiteY11" fmla="*/ 923330 h 923330"/>
              <a:gd name="connsiteX12" fmla="*/ 5359867 w 6098458"/>
              <a:gd name="connsiteY12" fmla="*/ 923330 h 923330"/>
              <a:gd name="connsiteX13" fmla="*/ 4560291 w 6098458"/>
              <a:gd name="connsiteY13" fmla="*/ 923330 h 923330"/>
              <a:gd name="connsiteX14" fmla="*/ 4004654 w 6098458"/>
              <a:gd name="connsiteY14" fmla="*/ 923330 h 923330"/>
              <a:gd name="connsiteX15" fmla="*/ 3205078 w 6098458"/>
              <a:gd name="connsiteY15" fmla="*/ 923330 h 923330"/>
              <a:gd name="connsiteX16" fmla="*/ 2405503 w 6098458"/>
              <a:gd name="connsiteY16" fmla="*/ 923330 h 923330"/>
              <a:gd name="connsiteX17" fmla="*/ 1605927 w 6098458"/>
              <a:gd name="connsiteY17" fmla="*/ 923330 h 923330"/>
              <a:gd name="connsiteX18" fmla="*/ 1111275 w 6098458"/>
              <a:gd name="connsiteY18" fmla="*/ 923330 h 923330"/>
              <a:gd name="connsiteX19" fmla="*/ 0 w 6098458"/>
              <a:gd name="connsiteY19" fmla="*/ 923330 h 923330"/>
              <a:gd name="connsiteX20" fmla="*/ 0 w 6098458"/>
              <a:gd name="connsiteY20" fmla="*/ 480132 h 923330"/>
              <a:gd name="connsiteX21" fmla="*/ 0 w 6098458"/>
              <a:gd name="connsiteY21" fmla="*/ 0 h 923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8458" h="923330" extrusionOk="0">
                <a:moveTo>
                  <a:pt x="0" y="0"/>
                </a:moveTo>
                <a:cubicBezTo>
                  <a:pt x="293419" y="11150"/>
                  <a:pt x="461267" y="27957"/>
                  <a:pt x="677606" y="0"/>
                </a:cubicBezTo>
                <a:cubicBezTo>
                  <a:pt x="893945" y="-27957"/>
                  <a:pt x="1198688" y="18659"/>
                  <a:pt x="1416197" y="0"/>
                </a:cubicBezTo>
                <a:cubicBezTo>
                  <a:pt x="1633706" y="-18659"/>
                  <a:pt x="1789372" y="-20141"/>
                  <a:pt x="2093804" y="0"/>
                </a:cubicBezTo>
                <a:cubicBezTo>
                  <a:pt x="2398236" y="20141"/>
                  <a:pt x="2575395" y="29081"/>
                  <a:pt x="2710426" y="0"/>
                </a:cubicBezTo>
                <a:cubicBezTo>
                  <a:pt x="2845457" y="-29081"/>
                  <a:pt x="3077194" y="-8269"/>
                  <a:pt x="3327048" y="0"/>
                </a:cubicBezTo>
                <a:cubicBezTo>
                  <a:pt x="3576902" y="8269"/>
                  <a:pt x="3811783" y="-27301"/>
                  <a:pt x="4126623" y="0"/>
                </a:cubicBezTo>
                <a:cubicBezTo>
                  <a:pt x="4441463" y="27301"/>
                  <a:pt x="4533163" y="21522"/>
                  <a:pt x="4682261" y="0"/>
                </a:cubicBezTo>
                <a:cubicBezTo>
                  <a:pt x="4831359" y="-21522"/>
                  <a:pt x="5042197" y="-7697"/>
                  <a:pt x="5359867" y="0"/>
                </a:cubicBezTo>
                <a:cubicBezTo>
                  <a:pt x="5677537" y="7697"/>
                  <a:pt x="5731429" y="-19516"/>
                  <a:pt x="6098458" y="0"/>
                </a:cubicBezTo>
                <a:cubicBezTo>
                  <a:pt x="6103556" y="149130"/>
                  <a:pt x="6082699" y="327681"/>
                  <a:pt x="6098458" y="452432"/>
                </a:cubicBezTo>
                <a:cubicBezTo>
                  <a:pt x="6114217" y="577183"/>
                  <a:pt x="6119157" y="750193"/>
                  <a:pt x="6098458" y="923330"/>
                </a:cubicBezTo>
                <a:cubicBezTo>
                  <a:pt x="5908728" y="931715"/>
                  <a:pt x="5554525" y="950146"/>
                  <a:pt x="5359867" y="923330"/>
                </a:cubicBezTo>
                <a:cubicBezTo>
                  <a:pt x="5165209" y="896514"/>
                  <a:pt x="4889126" y="938002"/>
                  <a:pt x="4560291" y="923330"/>
                </a:cubicBezTo>
                <a:cubicBezTo>
                  <a:pt x="4231456" y="908658"/>
                  <a:pt x="4244915" y="911337"/>
                  <a:pt x="4004654" y="923330"/>
                </a:cubicBezTo>
                <a:cubicBezTo>
                  <a:pt x="3764393" y="935323"/>
                  <a:pt x="3472279" y="946012"/>
                  <a:pt x="3205078" y="923330"/>
                </a:cubicBezTo>
                <a:cubicBezTo>
                  <a:pt x="2937877" y="900648"/>
                  <a:pt x="2741479" y="926162"/>
                  <a:pt x="2405503" y="923330"/>
                </a:cubicBezTo>
                <a:cubicBezTo>
                  <a:pt x="2069528" y="920498"/>
                  <a:pt x="1927272" y="951135"/>
                  <a:pt x="1605927" y="923330"/>
                </a:cubicBezTo>
                <a:cubicBezTo>
                  <a:pt x="1284582" y="895525"/>
                  <a:pt x="1245404" y="914321"/>
                  <a:pt x="1111275" y="923330"/>
                </a:cubicBezTo>
                <a:cubicBezTo>
                  <a:pt x="977146" y="932339"/>
                  <a:pt x="229740" y="978401"/>
                  <a:pt x="0" y="923330"/>
                </a:cubicBezTo>
                <a:cubicBezTo>
                  <a:pt x="-3518" y="724041"/>
                  <a:pt x="-17502" y="701097"/>
                  <a:pt x="0" y="480132"/>
                </a:cubicBezTo>
                <a:cubicBezTo>
                  <a:pt x="17502" y="259167"/>
                  <a:pt x="4303" y="150091"/>
                  <a:pt x="0" y="0"/>
                </a:cubicBezTo>
                <a:close/>
              </a:path>
            </a:pathLst>
          </a:custGeom>
          <a:noFill/>
          <a:ln w="19050">
            <a:solidFill>
              <a:schemeClr val="accent2"/>
            </a:solidFill>
            <a:extLst>
              <a:ext uri="{C807C97D-BFC1-408E-A445-0C87EB9F89A2}">
                <ask:lineSketchStyleProps xmlns:ask="http://schemas.microsoft.com/office/drawing/2018/sketchyshapes" sd="2447963086">
                  <a:prstGeom prst="rect">
                    <a:avLst/>
                  </a:prstGeom>
                  <ask:type>
                    <ask:lineSketchFreehand/>
                  </ask:type>
                </ask:lineSketchStyleProps>
              </a:ext>
            </a:extLst>
          </a:ln>
        </p:spPr>
        <p:txBody>
          <a:bodyPr wrap="square">
            <a:spAutoFit/>
          </a:bodyPr>
          <a:lstStyle/>
          <a:p>
            <a:r>
              <a:rPr lang="en-US"/>
              <a:t>This flag indicates whether the app is currently performing a task, like fetching data. It helps manage the UI, such as showing a loading spinner to the user.</a:t>
            </a:r>
          </a:p>
        </p:txBody>
      </p:sp>
      <p:sp>
        <p:nvSpPr>
          <p:cNvPr id="10" name="TextBox 9">
            <a:extLst>
              <a:ext uri="{FF2B5EF4-FFF2-40B4-BE49-F238E27FC236}">
                <a16:creationId xmlns:a16="http://schemas.microsoft.com/office/drawing/2014/main" id="{EF3AF860-E17C-9E7F-AD4D-17E241BA2E8F}"/>
              </a:ext>
            </a:extLst>
          </p:cNvPr>
          <p:cNvSpPr txBox="1"/>
          <p:nvPr/>
        </p:nvSpPr>
        <p:spPr>
          <a:xfrm>
            <a:off x="5624150" y="3754756"/>
            <a:ext cx="6098458" cy="646331"/>
          </a:xfrm>
          <a:custGeom>
            <a:avLst/>
            <a:gdLst>
              <a:gd name="connsiteX0" fmla="*/ 0 w 6098458"/>
              <a:gd name="connsiteY0" fmla="*/ 0 h 646331"/>
              <a:gd name="connsiteX1" fmla="*/ 799576 w 6098458"/>
              <a:gd name="connsiteY1" fmla="*/ 0 h 646331"/>
              <a:gd name="connsiteX2" fmla="*/ 1294228 w 6098458"/>
              <a:gd name="connsiteY2" fmla="*/ 0 h 646331"/>
              <a:gd name="connsiteX3" fmla="*/ 1910850 w 6098458"/>
              <a:gd name="connsiteY3" fmla="*/ 0 h 646331"/>
              <a:gd name="connsiteX4" fmla="*/ 2527472 w 6098458"/>
              <a:gd name="connsiteY4" fmla="*/ 0 h 646331"/>
              <a:gd name="connsiteX5" fmla="*/ 3022125 w 6098458"/>
              <a:gd name="connsiteY5" fmla="*/ 0 h 646331"/>
              <a:gd name="connsiteX6" fmla="*/ 3760716 w 6098458"/>
              <a:gd name="connsiteY6" fmla="*/ 0 h 646331"/>
              <a:gd name="connsiteX7" fmla="*/ 4438322 w 6098458"/>
              <a:gd name="connsiteY7" fmla="*/ 0 h 646331"/>
              <a:gd name="connsiteX8" fmla="*/ 5237898 w 6098458"/>
              <a:gd name="connsiteY8" fmla="*/ 0 h 646331"/>
              <a:gd name="connsiteX9" fmla="*/ 6098458 w 6098458"/>
              <a:gd name="connsiteY9" fmla="*/ 0 h 646331"/>
              <a:gd name="connsiteX10" fmla="*/ 6098458 w 6098458"/>
              <a:gd name="connsiteY10" fmla="*/ 646331 h 646331"/>
              <a:gd name="connsiteX11" fmla="*/ 5603805 w 6098458"/>
              <a:gd name="connsiteY11" fmla="*/ 646331 h 646331"/>
              <a:gd name="connsiteX12" fmla="*/ 4865214 w 6098458"/>
              <a:gd name="connsiteY12" fmla="*/ 646331 h 646331"/>
              <a:gd name="connsiteX13" fmla="*/ 4370562 w 6098458"/>
              <a:gd name="connsiteY13" fmla="*/ 646331 h 646331"/>
              <a:gd name="connsiteX14" fmla="*/ 3814924 w 6098458"/>
              <a:gd name="connsiteY14" fmla="*/ 646331 h 646331"/>
              <a:gd name="connsiteX15" fmla="*/ 3198302 w 6098458"/>
              <a:gd name="connsiteY15" fmla="*/ 646331 h 646331"/>
              <a:gd name="connsiteX16" fmla="*/ 2642665 w 6098458"/>
              <a:gd name="connsiteY16" fmla="*/ 646331 h 646331"/>
              <a:gd name="connsiteX17" fmla="*/ 2026043 w 6098458"/>
              <a:gd name="connsiteY17" fmla="*/ 646331 h 646331"/>
              <a:gd name="connsiteX18" fmla="*/ 1470406 w 6098458"/>
              <a:gd name="connsiteY18" fmla="*/ 646331 h 646331"/>
              <a:gd name="connsiteX19" fmla="*/ 853784 w 6098458"/>
              <a:gd name="connsiteY19" fmla="*/ 646331 h 646331"/>
              <a:gd name="connsiteX20" fmla="*/ 0 w 6098458"/>
              <a:gd name="connsiteY20" fmla="*/ 646331 h 646331"/>
              <a:gd name="connsiteX21" fmla="*/ 0 w 6098458"/>
              <a:gd name="connsiteY21" fmla="*/ 0 h 646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8458" h="646331" extrusionOk="0">
                <a:moveTo>
                  <a:pt x="0" y="0"/>
                </a:moveTo>
                <a:cubicBezTo>
                  <a:pt x="194791" y="-4671"/>
                  <a:pt x="412094" y="29081"/>
                  <a:pt x="799576" y="0"/>
                </a:cubicBezTo>
                <a:cubicBezTo>
                  <a:pt x="1187058" y="-29081"/>
                  <a:pt x="1187916" y="-10532"/>
                  <a:pt x="1294228" y="0"/>
                </a:cubicBezTo>
                <a:cubicBezTo>
                  <a:pt x="1400540" y="10532"/>
                  <a:pt x="1661457" y="22482"/>
                  <a:pt x="1910850" y="0"/>
                </a:cubicBezTo>
                <a:cubicBezTo>
                  <a:pt x="2160243" y="-22482"/>
                  <a:pt x="2277690" y="-12948"/>
                  <a:pt x="2527472" y="0"/>
                </a:cubicBezTo>
                <a:cubicBezTo>
                  <a:pt x="2777254" y="12948"/>
                  <a:pt x="2899146" y="5507"/>
                  <a:pt x="3022125" y="0"/>
                </a:cubicBezTo>
                <a:cubicBezTo>
                  <a:pt x="3145104" y="-5507"/>
                  <a:pt x="3411373" y="29488"/>
                  <a:pt x="3760716" y="0"/>
                </a:cubicBezTo>
                <a:cubicBezTo>
                  <a:pt x="4110059" y="-29488"/>
                  <a:pt x="4117859" y="31720"/>
                  <a:pt x="4438322" y="0"/>
                </a:cubicBezTo>
                <a:cubicBezTo>
                  <a:pt x="4758785" y="-31720"/>
                  <a:pt x="4943668" y="-28069"/>
                  <a:pt x="5237898" y="0"/>
                </a:cubicBezTo>
                <a:cubicBezTo>
                  <a:pt x="5532128" y="28069"/>
                  <a:pt x="5721234" y="16331"/>
                  <a:pt x="6098458" y="0"/>
                </a:cubicBezTo>
                <a:cubicBezTo>
                  <a:pt x="6092476" y="263026"/>
                  <a:pt x="6128989" y="345855"/>
                  <a:pt x="6098458" y="646331"/>
                </a:cubicBezTo>
                <a:cubicBezTo>
                  <a:pt x="5927238" y="661493"/>
                  <a:pt x="5743381" y="665279"/>
                  <a:pt x="5603805" y="646331"/>
                </a:cubicBezTo>
                <a:cubicBezTo>
                  <a:pt x="5464229" y="627383"/>
                  <a:pt x="5104770" y="674449"/>
                  <a:pt x="4865214" y="646331"/>
                </a:cubicBezTo>
                <a:cubicBezTo>
                  <a:pt x="4625658" y="618213"/>
                  <a:pt x="4613190" y="663283"/>
                  <a:pt x="4370562" y="646331"/>
                </a:cubicBezTo>
                <a:cubicBezTo>
                  <a:pt x="4127934" y="629379"/>
                  <a:pt x="3991076" y="621746"/>
                  <a:pt x="3814924" y="646331"/>
                </a:cubicBezTo>
                <a:cubicBezTo>
                  <a:pt x="3638772" y="670916"/>
                  <a:pt x="3450298" y="674277"/>
                  <a:pt x="3198302" y="646331"/>
                </a:cubicBezTo>
                <a:cubicBezTo>
                  <a:pt x="2946306" y="618385"/>
                  <a:pt x="2861094" y="647285"/>
                  <a:pt x="2642665" y="646331"/>
                </a:cubicBezTo>
                <a:cubicBezTo>
                  <a:pt x="2424236" y="645377"/>
                  <a:pt x="2301986" y="657414"/>
                  <a:pt x="2026043" y="646331"/>
                </a:cubicBezTo>
                <a:cubicBezTo>
                  <a:pt x="1750100" y="635248"/>
                  <a:pt x="1728741" y="644657"/>
                  <a:pt x="1470406" y="646331"/>
                </a:cubicBezTo>
                <a:cubicBezTo>
                  <a:pt x="1212071" y="648005"/>
                  <a:pt x="982380" y="665545"/>
                  <a:pt x="853784" y="646331"/>
                </a:cubicBezTo>
                <a:cubicBezTo>
                  <a:pt x="725188" y="627117"/>
                  <a:pt x="348410" y="684634"/>
                  <a:pt x="0" y="646331"/>
                </a:cubicBezTo>
                <a:cubicBezTo>
                  <a:pt x="31638" y="401113"/>
                  <a:pt x="-6119" y="305576"/>
                  <a:pt x="0" y="0"/>
                </a:cubicBezTo>
                <a:close/>
              </a:path>
            </a:pathLst>
          </a:custGeom>
          <a:noFill/>
          <a:ln w="19050">
            <a:solidFill>
              <a:schemeClr val="accent2"/>
            </a:solidFill>
            <a:extLst>
              <a:ext uri="{C807C97D-BFC1-408E-A445-0C87EB9F89A2}">
                <ask:lineSketchStyleProps xmlns:ask="http://schemas.microsoft.com/office/drawing/2018/sketchyshapes" sd="414578267">
                  <a:prstGeom prst="rect">
                    <a:avLst/>
                  </a:prstGeom>
                  <ask:type>
                    <ask:lineSketchFreehand/>
                  </ask:type>
                </ask:lineSketchStyleProps>
              </a:ext>
            </a:extLst>
          </a:ln>
        </p:spPr>
        <p:txBody>
          <a:bodyPr wrap="square">
            <a:spAutoFit/>
          </a:bodyPr>
          <a:lstStyle/>
          <a:p>
            <a:r>
              <a:rPr lang="en-US"/>
              <a:t>This represents the current value of the counter. It’s the main data point that the UI will display and update.</a:t>
            </a:r>
          </a:p>
        </p:txBody>
      </p:sp>
      <p:sp>
        <p:nvSpPr>
          <p:cNvPr id="14" name="TextBox 13">
            <a:extLst>
              <a:ext uri="{FF2B5EF4-FFF2-40B4-BE49-F238E27FC236}">
                <a16:creationId xmlns:a16="http://schemas.microsoft.com/office/drawing/2014/main" id="{42D0EEA4-CD16-15F9-60DD-862C61F3F6CA}"/>
              </a:ext>
            </a:extLst>
          </p:cNvPr>
          <p:cNvSpPr txBox="1"/>
          <p:nvPr/>
        </p:nvSpPr>
        <p:spPr>
          <a:xfrm>
            <a:off x="5624150" y="4759550"/>
            <a:ext cx="6098458" cy="923330"/>
          </a:xfrm>
          <a:custGeom>
            <a:avLst/>
            <a:gdLst>
              <a:gd name="connsiteX0" fmla="*/ 0 w 6098458"/>
              <a:gd name="connsiteY0" fmla="*/ 0 h 923330"/>
              <a:gd name="connsiteX1" fmla="*/ 616622 w 6098458"/>
              <a:gd name="connsiteY1" fmla="*/ 0 h 923330"/>
              <a:gd name="connsiteX2" fmla="*/ 1111275 w 6098458"/>
              <a:gd name="connsiteY2" fmla="*/ 0 h 923330"/>
              <a:gd name="connsiteX3" fmla="*/ 1910850 w 6098458"/>
              <a:gd name="connsiteY3" fmla="*/ 0 h 923330"/>
              <a:gd name="connsiteX4" fmla="*/ 2527472 w 6098458"/>
              <a:gd name="connsiteY4" fmla="*/ 0 h 923330"/>
              <a:gd name="connsiteX5" fmla="*/ 3144094 w 6098458"/>
              <a:gd name="connsiteY5" fmla="*/ 0 h 923330"/>
              <a:gd name="connsiteX6" fmla="*/ 3943670 w 6098458"/>
              <a:gd name="connsiteY6" fmla="*/ 0 h 923330"/>
              <a:gd name="connsiteX7" fmla="*/ 4499307 w 6098458"/>
              <a:gd name="connsiteY7" fmla="*/ 0 h 923330"/>
              <a:gd name="connsiteX8" fmla="*/ 5298882 w 6098458"/>
              <a:gd name="connsiteY8" fmla="*/ 0 h 923330"/>
              <a:gd name="connsiteX9" fmla="*/ 6098458 w 6098458"/>
              <a:gd name="connsiteY9" fmla="*/ 0 h 923330"/>
              <a:gd name="connsiteX10" fmla="*/ 6098458 w 6098458"/>
              <a:gd name="connsiteY10" fmla="*/ 461665 h 923330"/>
              <a:gd name="connsiteX11" fmla="*/ 6098458 w 6098458"/>
              <a:gd name="connsiteY11" fmla="*/ 923330 h 923330"/>
              <a:gd name="connsiteX12" fmla="*/ 5359867 w 6098458"/>
              <a:gd name="connsiteY12" fmla="*/ 923330 h 923330"/>
              <a:gd name="connsiteX13" fmla="*/ 4560291 w 6098458"/>
              <a:gd name="connsiteY13" fmla="*/ 923330 h 923330"/>
              <a:gd name="connsiteX14" fmla="*/ 3760716 w 6098458"/>
              <a:gd name="connsiteY14" fmla="*/ 923330 h 923330"/>
              <a:gd name="connsiteX15" fmla="*/ 3205078 w 6098458"/>
              <a:gd name="connsiteY15" fmla="*/ 923330 h 923330"/>
              <a:gd name="connsiteX16" fmla="*/ 2527472 w 6098458"/>
              <a:gd name="connsiteY16" fmla="*/ 923330 h 923330"/>
              <a:gd name="connsiteX17" fmla="*/ 1727896 w 6098458"/>
              <a:gd name="connsiteY17" fmla="*/ 923330 h 923330"/>
              <a:gd name="connsiteX18" fmla="*/ 1050290 w 6098458"/>
              <a:gd name="connsiteY18" fmla="*/ 923330 h 923330"/>
              <a:gd name="connsiteX19" fmla="*/ 0 w 6098458"/>
              <a:gd name="connsiteY19" fmla="*/ 923330 h 923330"/>
              <a:gd name="connsiteX20" fmla="*/ 0 w 6098458"/>
              <a:gd name="connsiteY20" fmla="*/ 480132 h 923330"/>
              <a:gd name="connsiteX21" fmla="*/ 0 w 6098458"/>
              <a:gd name="connsiteY21" fmla="*/ 0 h 923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8458" h="923330" extrusionOk="0">
                <a:moveTo>
                  <a:pt x="0" y="0"/>
                </a:moveTo>
                <a:cubicBezTo>
                  <a:pt x="130607" y="-6187"/>
                  <a:pt x="382798" y="14188"/>
                  <a:pt x="616622" y="0"/>
                </a:cubicBezTo>
                <a:cubicBezTo>
                  <a:pt x="850446" y="-14188"/>
                  <a:pt x="954755" y="3407"/>
                  <a:pt x="1111275" y="0"/>
                </a:cubicBezTo>
                <a:cubicBezTo>
                  <a:pt x="1267795" y="-3407"/>
                  <a:pt x="1593659" y="4950"/>
                  <a:pt x="1910850" y="0"/>
                </a:cubicBezTo>
                <a:cubicBezTo>
                  <a:pt x="2228041" y="-4950"/>
                  <a:pt x="2398386" y="-8579"/>
                  <a:pt x="2527472" y="0"/>
                </a:cubicBezTo>
                <a:cubicBezTo>
                  <a:pt x="2656558" y="8579"/>
                  <a:pt x="2896763" y="6468"/>
                  <a:pt x="3144094" y="0"/>
                </a:cubicBezTo>
                <a:cubicBezTo>
                  <a:pt x="3391425" y="-6468"/>
                  <a:pt x="3645782" y="27603"/>
                  <a:pt x="3943670" y="0"/>
                </a:cubicBezTo>
                <a:cubicBezTo>
                  <a:pt x="4241558" y="-27603"/>
                  <a:pt x="4388060" y="-12644"/>
                  <a:pt x="4499307" y="0"/>
                </a:cubicBezTo>
                <a:cubicBezTo>
                  <a:pt x="4610554" y="12644"/>
                  <a:pt x="4929388" y="-21943"/>
                  <a:pt x="5298882" y="0"/>
                </a:cubicBezTo>
                <a:cubicBezTo>
                  <a:pt x="5668377" y="21943"/>
                  <a:pt x="5776296" y="34785"/>
                  <a:pt x="6098458" y="0"/>
                </a:cubicBezTo>
                <a:cubicBezTo>
                  <a:pt x="6085108" y="178584"/>
                  <a:pt x="6088466" y="304996"/>
                  <a:pt x="6098458" y="461665"/>
                </a:cubicBezTo>
                <a:cubicBezTo>
                  <a:pt x="6108450" y="618335"/>
                  <a:pt x="6110145" y="747153"/>
                  <a:pt x="6098458" y="923330"/>
                </a:cubicBezTo>
                <a:cubicBezTo>
                  <a:pt x="5751117" y="956295"/>
                  <a:pt x="5583850" y="904650"/>
                  <a:pt x="5359867" y="923330"/>
                </a:cubicBezTo>
                <a:cubicBezTo>
                  <a:pt x="5135884" y="942010"/>
                  <a:pt x="4772569" y="909454"/>
                  <a:pt x="4560291" y="923330"/>
                </a:cubicBezTo>
                <a:cubicBezTo>
                  <a:pt x="4348013" y="937206"/>
                  <a:pt x="3975223" y="951020"/>
                  <a:pt x="3760716" y="923330"/>
                </a:cubicBezTo>
                <a:cubicBezTo>
                  <a:pt x="3546210" y="895640"/>
                  <a:pt x="3435113" y="909082"/>
                  <a:pt x="3205078" y="923330"/>
                </a:cubicBezTo>
                <a:cubicBezTo>
                  <a:pt x="2975043" y="937578"/>
                  <a:pt x="2695145" y="917217"/>
                  <a:pt x="2527472" y="923330"/>
                </a:cubicBezTo>
                <a:cubicBezTo>
                  <a:pt x="2359799" y="929443"/>
                  <a:pt x="1901188" y="912172"/>
                  <a:pt x="1727896" y="923330"/>
                </a:cubicBezTo>
                <a:cubicBezTo>
                  <a:pt x="1554604" y="934488"/>
                  <a:pt x="1323121" y="932667"/>
                  <a:pt x="1050290" y="923330"/>
                </a:cubicBezTo>
                <a:cubicBezTo>
                  <a:pt x="777459" y="913993"/>
                  <a:pt x="374665" y="965477"/>
                  <a:pt x="0" y="923330"/>
                </a:cubicBezTo>
                <a:cubicBezTo>
                  <a:pt x="18401" y="788007"/>
                  <a:pt x="11469" y="583799"/>
                  <a:pt x="0" y="480132"/>
                </a:cubicBezTo>
                <a:cubicBezTo>
                  <a:pt x="-11469" y="376465"/>
                  <a:pt x="2106" y="136109"/>
                  <a:pt x="0" y="0"/>
                </a:cubicBezTo>
                <a:close/>
              </a:path>
            </a:pathLst>
          </a:custGeom>
          <a:noFill/>
          <a:ln w="19050">
            <a:solidFill>
              <a:schemeClr val="accent2"/>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wrap="square">
            <a:spAutoFit/>
          </a:bodyPr>
          <a:lstStyle/>
          <a:p>
            <a:r>
              <a:rPr lang="en-US"/>
              <a:t>This optional string holds any error messages that might occur. If something goes wrong, this can be used to show an error message to the user.</a:t>
            </a:r>
          </a:p>
        </p:txBody>
      </p:sp>
      <p:cxnSp>
        <p:nvCxnSpPr>
          <p:cNvPr id="17" name="Straight Arrow Connector 16">
            <a:extLst>
              <a:ext uri="{FF2B5EF4-FFF2-40B4-BE49-F238E27FC236}">
                <a16:creationId xmlns:a16="http://schemas.microsoft.com/office/drawing/2014/main" id="{5827B149-C8B5-8DDE-118F-E38BF402F393}"/>
              </a:ext>
            </a:extLst>
          </p:cNvPr>
          <p:cNvCxnSpPr>
            <a:stCxn id="7" idx="1"/>
          </p:cNvCxnSpPr>
          <p:nvPr/>
        </p:nvCxnSpPr>
        <p:spPr>
          <a:xfrm flipH="1">
            <a:off x="4188542" y="3064507"/>
            <a:ext cx="1435608" cy="239132"/>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3A2482BD-77EF-6314-92B4-187CDFC0702A}"/>
              </a:ext>
            </a:extLst>
          </p:cNvPr>
          <p:cNvCxnSpPr>
            <a:cxnSpLocks/>
            <a:stCxn id="10" idx="1"/>
          </p:cNvCxnSpPr>
          <p:nvPr/>
        </p:nvCxnSpPr>
        <p:spPr>
          <a:xfrm flipH="1" flipV="1">
            <a:off x="3187274" y="3874322"/>
            <a:ext cx="2436876" cy="20360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253C6235-50D3-90A0-6ED5-25C2713B26A0}"/>
              </a:ext>
            </a:extLst>
          </p:cNvPr>
          <p:cNvCxnSpPr>
            <a:cxnSpLocks/>
          </p:cNvCxnSpPr>
          <p:nvPr/>
        </p:nvCxnSpPr>
        <p:spPr>
          <a:xfrm flipH="1" flipV="1">
            <a:off x="4188542" y="4436385"/>
            <a:ext cx="1435608" cy="743927"/>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Slide Number Placeholder 2">
            <a:extLst>
              <a:ext uri="{FF2B5EF4-FFF2-40B4-BE49-F238E27FC236}">
                <a16:creationId xmlns:a16="http://schemas.microsoft.com/office/drawing/2014/main" id="{DA2F1EDE-FE75-5BDF-56A2-9127A7DB7D5D}"/>
              </a:ext>
            </a:extLst>
          </p:cNvPr>
          <p:cNvSpPr>
            <a:spLocks noGrp="1"/>
          </p:cNvSpPr>
          <p:nvPr>
            <p:ph type="sldNum" sz="quarter" idx="12"/>
          </p:nvPr>
        </p:nvSpPr>
        <p:spPr/>
        <p:txBody>
          <a:bodyPr/>
          <a:lstStyle/>
          <a:p>
            <a:fld id="{330EA680-D336-4FF7-8B7A-9848BB0A1C32}" type="slidenum">
              <a:rPr lang="en-US" smtClean="0"/>
              <a:t>26</a:t>
            </a:fld>
            <a:endParaRPr lang="en-US"/>
          </a:p>
        </p:txBody>
      </p:sp>
    </p:spTree>
    <p:extLst>
      <p:ext uri="{BB962C8B-B14F-4D97-AF65-F5344CB8AC3E}">
        <p14:creationId xmlns:p14="http://schemas.microsoft.com/office/powerpoint/2010/main" val="2144236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222B56-5720-4991-22AC-07E627E6625C}"/>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US" kern="1200">
                <a:solidFill>
                  <a:schemeClr val="tx1"/>
                </a:solidFill>
                <a:latin typeface="+mj-lt"/>
                <a:ea typeface="+mj-ea"/>
                <a:cs typeface="+mj-cs"/>
              </a:rPr>
              <a:t>Refactor the code in </a:t>
            </a:r>
            <a:r>
              <a:rPr lang="en-US" err="1">
                <a:solidFill>
                  <a:srgbClr val="000000"/>
                </a:solidFill>
                <a:effectLst/>
                <a:highlight>
                  <a:srgbClr val="FFFFFF"/>
                </a:highlight>
              </a:rPr>
              <a:t>MainScreenViewModel</a:t>
            </a:r>
            <a:endParaRPr lang="en-US" kern="1200">
              <a:solidFill>
                <a:schemeClr val="tx1"/>
              </a:solidFill>
              <a:latin typeface="+mj-lt"/>
              <a:ea typeface="+mj-ea"/>
              <a:cs typeface="+mj-cs"/>
            </a:endParaRPr>
          </a:p>
        </p:txBody>
      </p:sp>
      <p:sp>
        <p:nvSpPr>
          <p:cNvPr id="14" name="Rectangle 13">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DFA1D613-FD32-EA79-32E7-AB2D899B028C}"/>
              </a:ext>
            </a:extLst>
          </p:cNvPr>
          <p:cNvSpPr txBox="1"/>
          <p:nvPr/>
        </p:nvSpPr>
        <p:spPr>
          <a:xfrm>
            <a:off x="840907" y="3424885"/>
            <a:ext cx="10512893" cy="440698"/>
          </a:xfrm>
          <a:prstGeom prst="rect">
            <a:avLst/>
          </a:prstGeom>
          <a:noFill/>
          <a:ln>
            <a:solidFill>
              <a:schemeClr val="accent2"/>
            </a:solidFill>
          </a:ln>
        </p:spPr>
        <p:txBody>
          <a:bodyPr wrap="square">
            <a:spAutoFit/>
          </a:bodyPr>
          <a:lstStyle/>
          <a:p>
            <a:pPr defTabSz="1005840"/>
            <a:r>
              <a:rPr lang="en-US" sz="2200" kern="1200">
                <a:solidFill>
                  <a:srgbClr val="0033B3"/>
                </a:solidFill>
                <a:highlight>
                  <a:srgbClr val="FFFFFF"/>
                </a:highlight>
                <a:latin typeface="+mn-lt"/>
                <a:ea typeface="+mn-ea"/>
                <a:cs typeface="+mn-cs"/>
              </a:rPr>
              <a:t>private var </a:t>
            </a:r>
            <a:r>
              <a:rPr lang="en-US" sz="2200" kern="1200">
                <a:solidFill>
                  <a:srgbClr val="871094"/>
                </a:solidFill>
                <a:highlight>
                  <a:srgbClr val="FFFFFF"/>
                </a:highlight>
                <a:latin typeface="+mn-lt"/>
                <a:ea typeface="+mn-ea"/>
                <a:cs typeface="+mn-cs"/>
              </a:rPr>
              <a:t>_counter </a:t>
            </a:r>
            <a:r>
              <a:rPr lang="en-US" sz="2200" kern="1200">
                <a:solidFill>
                  <a:srgbClr val="080808"/>
                </a:solidFill>
                <a:highlight>
                  <a:srgbClr val="FFFFFF"/>
                </a:highlight>
                <a:latin typeface="+mn-lt"/>
                <a:ea typeface="+mn-ea"/>
                <a:cs typeface="+mn-cs"/>
              </a:rPr>
              <a:t>= </a:t>
            </a:r>
            <a:r>
              <a:rPr lang="en-US" sz="2200" i="1" kern="1200" err="1">
                <a:solidFill>
                  <a:srgbClr val="005D75"/>
                </a:solidFill>
                <a:highlight>
                  <a:srgbClr val="FFFFFF"/>
                </a:highlight>
                <a:latin typeface="+mn-lt"/>
                <a:ea typeface="+mn-ea"/>
                <a:cs typeface="+mn-cs"/>
              </a:rPr>
              <a:t>MutableStateFlow</a:t>
            </a:r>
            <a:r>
              <a:rPr lang="en-US" sz="2200" kern="1200">
                <a:solidFill>
                  <a:srgbClr val="080808"/>
                </a:solidFill>
                <a:highlight>
                  <a:srgbClr val="FFFFFF"/>
                </a:highlight>
                <a:latin typeface="+mn-lt"/>
                <a:ea typeface="+mn-ea"/>
                <a:cs typeface="+mn-cs"/>
              </a:rPr>
              <a:t>(</a:t>
            </a:r>
            <a:r>
              <a:rPr lang="en-US" sz="2200" kern="1200">
                <a:solidFill>
                  <a:srgbClr val="0043DB"/>
                </a:solidFill>
                <a:highlight>
                  <a:srgbClr val="FFFFFF"/>
                </a:highlight>
                <a:latin typeface="+mn-lt"/>
                <a:ea typeface="+mn-ea"/>
                <a:cs typeface="+mn-cs"/>
              </a:rPr>
              <a:t>0</a:t>
            </a:r>
            <a:r>
              <a:rPr lang="en-US" sz="2200" kern="1200">
                <a:solidFill>
                  <a:srgbClr val="080808"/>
                </a:solidFill>
                <a:highlight>
                  <a:srgbClr val="FFFFFF"/>
                </a:highlight>
                <a:latin typeface="+mn-lt"/>
                <a:ea typeface="+mn-ea"/>
                <a:cs typeface="+mn-cs"/>
              </a:rPr>
              <a:t>)</a:t>
            </a:r>
            <a:endParaRPr lang="en-US" sz="2000">
              <a:solidFill>
                <a:srgbClr val="080808"/>
              </a:solidFill>
              <a:effectLst/>
              <a:highlight>
                <a:srgbClr val="FFFFFF"/>
              </a:highlight>
            </a:endParaRPr>
          </a:p>
        </p:txBody>
      </p:sp>
      <p:sp>
        <p:nvSpPr>
          <p:cNvPr id="6" name="TextBox 5">
            <a:extLst>
              <a:ext uri="{FF2B5EF4-FFF2-40B4-BE49-F238E27FC236}">
                <a16:creationId xmlns:a16="http://schemas.microsoft.com/office/drawing/2014/main" id="{6F6AAADD-85DA-B1D2-09CE-782E962C7A28}"/>
              </a:ext>
            </a:extLst>
          </p:cNvPr>
          <p:cNvSpPr txBox="1"/>
          <p:nvPr/>
        </p:nvSpPr>
        <p:spPr>
          <a:xfrm>
            <a:off x="838200" y="4344473"/>
            <a:ext cx="10512893" cy="440698"/>
          </a:xfrm>
          <a:prstGeom prst="rect">
            <a:avLst/>
          </a:prstGeom>
          <a:noFill/>
          <a:ln>
            <a:solidFill>
              <a:schemeClr val="accent2"/>
            </a:solidFill>
          </a:ln>
        </p:spPr>
        <p:txBody>
          <a:bodyPr wrap="square">
            <a:spAutoFit/>
          </a:bodyPr>
          <a:lstStyle/>
          <a:p>
            <a:pPr defTabSz="1005840"/>
            <a:r>
              <a:rPr lang="en-US" sz="2200" kern="1200">
                <a:solidFill>
                  <a:srgbClr val="0033B3"/>
                </a:solidFill>
                <a:highlight>
                  <a:srgbClr val="FFFFFF"/>
                </a:highlight>
                <a:latin typeface="+mn-lt"/>
                <a:ea typeface="+mn-ea"/>
                <a:cs typeface="+mn-cs"/>
              </a:rPr>
              <a:t>private var </a:t>
            </a:r>
            <a:r>
              <a:rPr lang="en-US" sz="2200" kern="1200">
                <a:solidFill>
                  <a:srgbClr val="871094"/>
                </a:solidFill>
                <a:highlight>
                  <a:srgbClr val="FFFFFF"/>
                </a:highlight>
                <a:latin typeface="+mn-lt"/>
                <a:ea typeface="+mn-ea"/>
                <a:cs typeface="+mn-cs"/>
              </a:rPr>
              <a:t>_counter </a:t>
            </a:r>
            <a:r>
              <a:rPr lang="en-US" sz="2200" kern="1200">
                <a:solidFill>
                  <a:srgbClr val="080808"/>
                </a:solidFill>
                <a:highlight>
                  <a:srgbClr val="FFFFFF"/>
                </a:highlight>
                <a:latin typeface="+mn-lt"/>
                <a:ea typeface="+mn-ea"/>
                <a:cs typeface="+mn-cs"/>
              </a:rPr>
              <a:t>= </a:t>
            </a:r>
            <a:r>
              <a:rPr lang="en-US" sz="2200" i="1" kern="1200" err="1">
                <a:solidFill>
                  <a:srgbClr val="005D75"/>
                </a:solidFill>
                <a:highlight>
                  <a:srgbClr val="FFFFFF"/>
                </a:highlight>
                <a:latin typeface="+mn-lt"/>
                <a:ea typeface="+mn-ea"/>
                <a:cs typeface="+mn-cs"/>
              </a:rPr>
              <a:t>MutableStateFlow</a:t>
            </a:r>
            <a:r>
              <a:rPr lang="en-US" sz="2200" kern="1200">
                <a:solidFill>
                  <a:srgbClr val="080808"/>
                </a:solidFill>
                <a:highlight>
                  <a:srgbClr val="FFFFFF"/>
                </a:highlight>
                <a:latin typeface="+mn-lt"/>
                <a:ea typeface="+mn-ea"/>
                <a:cs typeface="+mn-cs"/>
              </a:rPr>
              <a:t>(</a:t>
            </a:r>
            <a:r>
              <a:rPr lang="en-US" sz="2200" kern="1200" err="1">
                <a:solidFill>
                  <a:srgbClr val="080808"/>
                </a:solidFill>
                <a:highlight>
                  <a:srgbClr val="FFFFFF"/>
                </a:highlight>
                <a:latin typeface="+mn-lt"/>
                <a:ea typeface="+mn-ea"/>
                <a:cs typeface="+mn-cs"/>
              </a:rPr>
              <a:t>CounterUIState</a:t>
            </a:r>
            <a:r>
              <a:rPr lang="en-US" sz="2200" kern="1200">
                <a:solidFill>
                  <a:srgbClr val="080808"/>
                </a:solidFill>
                <a:highlight>
                  <a:srgbClr val="FFFFFF"/>
                </a:highlight>
                <a:latin typeface="+mn-lt"/>
                <a:ea typeface="+mn-ea"/>
                <a:cs typeface="+mn-cs"/>
              </a:rPr>
              <a:t>(</a:t>
            </a:r>
            <a:r>
              <a:rPr lang="en-US" sz="2200" kern="1200" err="1">
                <a:solidFill>
                  <a:srgbClr val="0053B0"/>
                </a:solidFill>
                <a:highlight>
                  <a:srgbClr val="FFFFFF"/>
                </a:highlight>
                <a:latin typeface="+mn-lt"/>
                <a:ea typeface="+mn-ea"/>
                <a:cs typeface="+mn-cs"/>
              </a:rPr>
              <a:t>isLoading</a:t>
            </a:r>
            <a:r>
              <a:rPr lang="en-US" sz="2200" kern="1200">
                <a:solidFill>
                  <a:srgbClr val="0053B0"/>
                </a:solidFill>
                <a:highlight>
                  <a:srgbClr val="FFFFFF"/>
                </a:highlight>
                <a:latin typeface="+mn-lt"/>
                <a:ea typeface="+mn-ea"/>
                <a:cs typeface="+mn-cs"/>
              </a:rPr>
              <a:t> = </a:t>
            </a:r>
            <a:r>
              <a:rPr lang="en-US" sz="2200" kern="1200">
                <a:solidFill>
                  <a:srgbClr val="0033B3"/>
                </a:solidFill>
                <a:highlight>
                  <a:srgbClr val="FFFFFF"/>
                </a:highlight>
                <a:latin typeface="+mn-lt"/>
                <a:ea typeface="+mn-ea"/>
                <a:cs typeface="+mn-cs"/>
              </a:rPr>
              <a:t>false</a:t>
            </a:r>
            <a:r>
              <a:rPr lang="en-US" sz="2200" kern="1200">
                <a:solidFill>
                  <a:srgbClr val="080808"/>
                </a:solidFill>
                <a:highlight>
                  <a:srgbClr val="FFFFFF"/>
                </a:highlight>
                <a:latin typeface="+mn-lt"/>
                <a:ea typeface="+mn-ea"/>
                <a:cs typeface="+mn-cs"/>
              </a:rPr>
              <a:t>))</a:t>
            </a:r>
            <a:endParaRPr lang="en-US" sz="2000">
              <a:solidFill>
                <a:srgbClr val="080808"/>
              </a:solidFill>
              <a:effectLst/>
              <a:highlight>
                <a:srgbClr val="FFFFFF"/>
              </a:highlight>
            </a:endParaRPr>
          </a:p>
        </p:txBody>
      </p:sp>
      <p:sp>
        <p:nvSpPr>
          <p:cNvPr id="7" name="Down Arrow 6">
            <a:extLst>
              <a:ext uri="{FF2B5EF4-FFF2-40B4-BE49-F238E27FC236}">
                <a16:creationId xmlns:a16="http://schemas.microsoft.com/office/drawing/2014/main" id="{EDD49E2F-755B-E1B3-016A-0355826514B1}"/>
              </a:ext>
            </a:extLst>
          </p:cNvPr>
          <p:cNvSpPr/>
          <p:nvPr/>
        </p:nvSpPr>
        <p:spPr>
          <a:xfrm>
            <a:off x="2920204" y="3865583"/>
            <a:ext cx="276156" cy="478890"/>
          </a:xfrm>
          <a:prstGeom prst="down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62BEDEA-381D-043B-52FD-542926743672}"/>
              </a:ext>
            </a:extLst>
          </p:cNvPr>
          <p:cNvSpPr>
            <a:spLocks noGrp="1"/>
          </p:cNvSpPr>
          <p:nvPr>
            <p:ph type="sldNum" sz="quarter" idx="12"/>
          </p:nvPr>
        </p:nvSpPr>
        <p:spPr/>
        <p:txBody>
          <a:bodyPr/>
          <a:lstStyle/>
          <a:p>
            <a:fld id="{330EA680-D336-4FF7-8B7A-9848BB0A1C32}" type="slidenum">
              <a:rPr lang="en-US" smtClean="0"/>
              <a:t>27</a:t>
            </a:fld>
            <a:endParaRPr lang="en-US"/>
          </a:p>
        </p:txBody>
      </p:sp>
    </p:spTree>
    <p:extLst>
      <p:ext uri="{BB962C8B-B14F-4D97-AF65-F5344CB8AC3E}">
        <p14:creationId xmlns:p14="http://schemas.microsoft.com/office/powerpoint/2010/main" val="7517923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222B56-5720-4991-22AC-07E627E6625C}"/>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US" kern="1200">
                <a:solidFill>
                  <a:schemeClr val="tx1"/>
                </a:solidFill>
                <a:latin typeface="+mj-lt"/>
                <a:ea typeface="+mj-ea"/>
                <a:cs typeface="+mj-cs"/>
              </a:rPr>
              <a:t>Refactor the code in </a:t>
            </a:r>
            <a:r>
              <a:rPr lang="en-US" err="1">
                <a:solidFill>
                  <a:srgbClr val="000000"/>
                </a:solidFill>
                <a:effectLst/>
                <a:highlight>
                  <a:srgbClr val="FFFFFF"/>
                </a:highlight>
              </a:rPr>
              <a:t>MainScreenViewModel</a:t>
            </a:r>
            <a:endParaRPr lang="en-US" kern="1200">
              <a:solidFill>
                <a:schemeClr val="tx1"/>
              </a:solidFill>
              <a:latin typeface="+mj-lt"/>
              <a:ea typeface="+mj-ea"/>
              <a:cs typeface="+mj-cs"/>
            </a:endParaRPr>
          </a:p>
        </p:txBody>
      </p:sp>
      <p:sp>
        <p:nvSpPr>
          <p:cNvPr id="16" name="Rectangle 15">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TextBox 4">
            <a:extLst>
              <a:ext uri="{FF2B5EF4-FFF2-40B4-BE49-F238E27FC236}">
                <a16:creationId xmlns:a16="http://schemas.microsoft.com/office/drawing/2014/main" id="{739290B0-39CC-F435-4E3A-D2AB8B46A71C}"/>
              </a:ext>
            </a:extLst>
          </p:cNvPr>
          <p:cNvSpPr txBox="1"/>
          <p:nvPr/>
        </p:nvSpPr>
        <p:spPr>
          <a:xfrm>
            <a:off x="2161236" y="1926266"/>
            <a:ext cx="9367085" cy="1631216"/>
          </a:xfrm>
          <a:prstGeom prst="rect">
            <a:avLst/>
          </a:prstGeom>
          <a:noFill/>
          <a:ln>
            <a:solidFill>
              <a:schemeClr val="accent2"/>
            </a:solidFill>
          </a:ln>
        </p:spPr>
        <p:txBody>
          <a:bodyPr wrap="square">
            <a:spAutoFit/>
          </a:bodyPr>
          <a:lstStyle/>
          <a:p>
            <a:pPr defTabSz="859536"/>
            <a:r>
              <a:rPr lang="en-US" sz="2000" kern="1200">
                <a:solidFill>
                  <a:srgbClr val="0033B3"/>
                </a:solidFill>
                <a:highlight>
                  <a:srgbClr val="FFFFFF"/>
                </a:highlight>
                <a:latin typeface="+mn-lt"/>
                <a:ea typeface="+mn-ea"/>
                <a:cs typeface="+mn-cs"/>
              </a:rPr>
              <a:t>var </a:t>
            </a:r>
            <a:r>
              <a:rPr lang="en-US" sz="2000" kern="1200">
                <a:solidFill>
                  <a:srgbClr val="871094"/>
                </a:solidFill>
                <a:highlight>
                  <a:srgbClr val="FFFFFF"/>
                </a:highlight>
                <a:latin typeface="+mn-lt"/>
                <a:ea typeface="+mn-ea"/>
                <a:cs typeface="+mn-cs"/>
              </a:rPr>
              <a:t>increment </a:t>
            </a:r>
            <a:r>
              <a:rPr lang="en-US" sz="2000" kern="1200">
                <a:solidFill>
                  <a:srgbClr val="080808"/>
                </a:solidFill>
                <a:highlight>
                  <a:srgbClr val="FFFFFF"/>
                </a:highlight>
                <a:latin typeface="+mn-lt"/>
                <a:ea typeface="+mn-ea"/>
                <a:cs typeface="+mn-cs"/>
              </a:rPr>
              <a:t>= </a:t>
            </a:r>
            <a:r>
              <a:rPr lang="en-US" sz="2000" b="1" kern="1200">
                <a:solidFill>
                  <a:srgbClr val="080808"/>
                </a:solidFill>
                <a:highlight>
                  <a:srgbClr val="FFFFFF"/>
                </a:highlight>
                <a:latin typeface="+mn-lt"/>
                <a:ea typeface="+mn-ea"/>
                <a:cs typeface="+mn-cs"/>
              </a:rPr>
              <a:t>{</a:t>
            </a:r>
            <a:br>
              <a:rPr lang="en-US" sz="2000" b="1" kern="1200">
                <a:solidFill>
                  <a:srgbClr val="080808"/>
                </a:solidFill>
                <a:highlight>
                  <a:srgbClr val="FFFFFF"/>
                </a:highlight>
                <a:latin typeface="+mn-lt"/>
                <a:ea typeface="+mn-ea"/>
                <a:cs typeface="+mn-cs"/>
              </a:rPr>
            </a:br>
            <a:r>
              <a:rPr lang="en-US" sz="2000" b="1" kern="1200">
                <a:solidFill>
                  <a:srgbClr val="080808"/>
                </a:solidFill>
                <a:highlight>
                  <a:srgbClr val="FFFFFF"/>
                </a:highlight>
                <a:latin typeface="+mn-lt"/>
                <a:ea typeface="+mn-ea"/>
                <a:cs typeface="+mn-cs"/>
              </a:rPr>
              <a:t>    </a:t>
            </a:r>
            <a:r>
              <a:rPr lang="en-US" sz="2000" i="1" kern="1200" err="1">
                <a:solidFill>
                  <a:srgbClr val="871094"/>
                </a:solidFill>
                <a:highlight>
                  <a:srgbClr val="FFFFFF"/>
                </a:highlight>
                <a:latin typeface="+mn-lt"/>
                <a:ea typeface="+mn-ea"/>
                <a:cs typeface="+mn-cs"/>
              </a:rPr>
              <a:t>viewModelScope</a:t>
            </a:r>
            <a:r>
              <a:rPr lang="en-US" sz="2000" kern="1200" err="1">
                <a:solidFill>
                  <a:srgbClr val="080808"/>
                </a:solidFill>
                <a:highlight>
                  <a:srgbClr val="FFFFFF"/>
                </a:highlight>
                <a:latin typeface="+mn-lt"/>
                <a:ea typeface="+mn-ea"/>
                <a:cs typeface="+mn-cs"/>
              </a:rPr>
              <a:t>.</a:t>
            </a:r>
            <a:r>
              <a:rPr lang="en-US" sz="2000" i="1" kern="1200" err="1">
                <a:solidFill>
                  <a:srgbClr val="005D75"/>
                </a:solidFill>
                <a:highlight>
                  <a:srgbClr val="FFFFFF"/>
                </a:highlight>
                <a:latin typeface="+mn-lt"/>
                <a:ea typeface="+mn-ea"/>
                <a:cs typeface="+mn-cs"/>
              </a:rPr>
              <a:t>launch</a:t>
            </a:r>
            <a:r>
              <a:rPr lang="en-US" sz="2000" i="1" kern="1200">
                <a:solidFill>
                  <a:srgbClr val="005D75"/>
                </a:solidFill>
                <a:highlight>
                  <a:srgbClr val="FFFFFF"/>
                </a:highlight>
                <a:latin typeface="+mn-lt"/>
                <a:ea typeface="+mn-ea"/>
                <a:cs typeface="+mn-cs"/>
              </a:rPr>
              <a:t> </a:t>
            </a:r>
            <a:r>
              <a:rPr lang="en-US" sz="2000" b="1" kern="1200">
                <a:solidFill>
                  <a:srgbClr val="080808"/>
                </a:solidFill>
                <a:highlight>
                  <a:srgbClr val="FFFFFF"/>
                </a:highlight>
                <a:latin typeface="+mn-lt"/>
                <a:ea typeface="+mn-ea"/>
                <a:cs typeface="+mn-cs"/>
              </a:rPr>
              <a:t>{</a:t>
            </a:r>
            <a:br>
              <a:rPr lang="en-US" sz="2000" b="1" kern="1200">
                <a:solidFill>
                  <a:srgbClr val="080808"/>
                </a:solidFill>
                <a:highlight>
                  <a:srgbClr val="FFFFFF"/>
                </a:highlight>
                <a:latin typeface="+mn-lt"/>
                <a:ea typeface="+mn-ea"/>
                <a:cs typeface="+mn-cs"/>
              </a:rPr>
            </a:br>
            <a:r>
              <a:rPr lang="en-US" sz="2000" b="1" kern="1200">
                <a:solidFill>
                  <a:srgbClr val="080808"/>
                </a:solidFill>
                <a:highlight>
                  <a:srgbClr val="FFFFFF"/>
                </a:highlight>
                <a:latin typeface="+mn-lt"/>
                <a:ea typeface="+mn-ea"/>
                <a:cs typeface="+mn-cs"/>
              </a:rPr>
              <a:t>        </a:t>
            </a:r>
            <a:r>
              <a:rPr lang="en-US" sz="2000" kern="1200">
                <a:solidFill>
                  <a:srgbClr val="871094"/>
                </a:solidFill>
                <a:highlight>
                  <a:srgbClr val="FFFFFF"/>
                </a:highlight>
                <a:latin typeface="+mn-lt"/>
                <a:ea typeface="+mn-ea"/>
                <a:cs typeface="+mn-cs"/>
              </a:rPr>
              <a:t>_</a:t>
            </a:r>
            <a:r>
              <a:rPr lang="en-US" sz="2000" kern="1200" err="1">
                <a:solidFill>
                  <a:srgbClr val="871094"/>
                </a:solidFill>
                <a:highlight>
                  <a:srgbClr val="FFFFFF"/>
                </a:highlight>
                <a:latin typeface="+mn-lt"/>
                <a:ea typeface="+mn-ea"/>
                <a:cs typeface="+mn-cs"/>
              </a:rPr>
              <a:t>counter</a:t>
            </a:r>
            <a:r>
              <a:rPr lang="en-US" sz="2000" kern="1200" err="1">
                <a:solidFill>
                  <a:srgbClr val="080808"/>
                </a:solidFill>
                <a:highlight>
                  <a:srgbClr val="FFFFFF"/>
                </a:highlight>
                <a:latin typeface="+mn-lt"/>
                <a:ea typeface="+mn-ea"/>
                <a:cs typeface="+mn-cs"/>
              </a:rPr>
              <a:t>.</a:t>
            </a:r>
            <a:r>
              <a:rPr lang="en-US" sz="2000" kern="1200" err="1">
                <a:solidFill>
                  <a:srgbClr val="871094"/>
                </a:solidFill>
                <a:highlight>
                  <a:srgbClr val="FFFFFF"/>
                </a:highlight>
                <a:latin typeface="+mn-lt"/>
                <a:ea typeface="+mn-ea"/>
                <a:cs typeface="+mn-cs"/>
              </a:rPr>
              <a:t>value</a:t>
            </a:r>
            <a:r>
              <a:rPr lang="en-US" sz="2000" kern="1200">
                <a:solidFill>
                  <a:srgbClr val="871094"/>
                </a:solidFill>
                <a:highlight>
                  <a:srgbClr val="FFFFFF"/>
                </a:highlight>
                <a:latin typeface="+mn-lt"/>
                <a:ea typeface="+mn-ea"/>
                <a:cs typeface="+mn-cs"/>
              </a:rPr>
              <a:t> </a:t>
            </a:r>
            <a:r>
              <a:rPr lang="en-US" sz="2000" kern="1200">
                <a:solidFill>
                  <a:srgbClr val="080808"/>
                </a:solidFill>
                <a:highlight>
                  <a:srgbClr val="FFFFFF"/>
                </a:highlight>
                <a:latin typeface="+mn-lt"/>
                <a:ea typeface="+mn-ea"/>
                <a:cs typeface="+mn-cs"/>
              </a:rPr>
              <a:t>= </a:t>
            </a:r>
            <a:r>
              <a:rPr lang="en-US" sz="2000" kern="1200">
                <a:solidFill>
                  <a:srgbClr val="871094"/>
                </a:solidFill>
                <a:highlight>
                  <a:srgbClr val="FFFFFF"/>
                </a:highlight>
                <a:latin typeface="+mn-lt"/>
                <a:ea typeface="+mn-ea"/>
                <a:cs typeface="+mn-cs"/>
              </a:rPr>
              <a:t>_</a:t>
            </a:r>
            <a:r>
              <a:rPr lang="en-US" sz="2000" kern="1200" err="1">
                <a:solidFill>
                  <a:srgbClr val="871094"/>
                </a:solidFill>
                <a:highlight>
                  <a:srgbClr val="FFFFFF"/>
                </a:highlight>
                <a:latin typeface="+mn-lt"/>
                <a:ea typeface="+mn-ea"/>
                <a:cs typeface="+mn-cs"/>
              </a:rPr>
              <a:t>counter</a:t>
            </a:r>
            <a:r>
              <a:rPr lang="en-US" sz="2000" kern="1200" err="1">
                <a:solidFill>
                  <a:srgbClr val="080808"/>
                </a:solidFill>
                <a:highlight>
                  <a:srgbClr val="FFFFFF"/>
                </a:highlight>
                <a:latin typeface="+mn-lt"/>
                <a:ea typeface="+mn-ea"/>
                <a:cs typeface="+mn-cs"/>
              </a:rPr>
              <a:t>.</a:t>
            </a:r>
            <a:r>
              <a:rPr lang="en-US" sz="2000" kern="1200" err="1">
                <a:solidFill>
                  <a:srgbClr val="871094"/>
                </a:solidFill>
                <a:highlight>
                  <a:srgbClr val="FFFFFF"/>
                </a:highlight>
                <a:latin typeface="+mn-lt"/>
                <a:ea typeface="+mn-ea"/>
                <a:cs typeface="+mn-cs"/>
              </a:rPr>
              <a:t>value</a:t>
            </a:r>
            <a:r>
              <a:rPr lang="en-US" sz="2000" kern="1200" err="1">
                <a:solidFill>
                  <a:srgbClr val="080808"/>
                </a:solidFill>
                <a:highlight>
                  <a:srgbClr val="FFFFFF"/>
                </a:highlight>
                <a:latin typeface="+mn-lt"/>
                <a:ea typeface="+mn-ea"/>
                <a:cs typeface="+mn-cs"/>
              </a:rPr>
              <a:t>.plus</a:t>
            </a:r>
            <a:r>
              <a:rPr lang="en-US" sz="2000" kern="1200">
                <a:solidFill>
                  <a:srgbClr val="080808"/>
                </a:solidFill>
                <a:highlight>
                  <a:srgbClr val="FFFFFF"/>
                </a:highlight>
                <a:latin typeface="+mn-lt"/>
                <a:ea typeface="+mn-ea"/>
                <a:cs typeface="+mn-cs"/>
              </a:rPr>
              <a:t>(</a:t>
            </a:r>
            <a:r>
              <a:rPr lang="en-US" sz="2000" kern="1200">
                <a:solidFill>
                  <a:srgbClr val="0043DB"/>
                </a:solidFill>
                <a:highlight>
                  <a:srgbClr val="FFFFFF"/>
                </a:highlight>
                <a:latin typeface="+mn-lt"/>
                <a:ea typeface="+mn-ea"/>
                <a:cs typeface="+mn-cs"/>
              </a:rPr>
              <a:t>1</a:t>
            </a:r>
            <a:r>
              <a:rPr lang="en-US" sz="2000" kern="1200">
                <a:solidFill>
                  <a:srgbClr val="080808"/>
                </a:solidFill>
                <a:highlight>
                  <a:srgbClr val="FFFFFF"/>
                </a:highlight>
                <a:latin typeface="+mn-lt"/>
                <a:ea typeface="+mn-ea"/>
                <a:cs typeface="+mn-cs"/>
              </a:rPr>
              <a:t>)</a:t>
            </a:r>
            <a:br>
              <a:rPr lang="en-US" sz="2000" kern="1200">
                <a:solidFill>
                  <a:srgbClr val="080808"/>
                </a:solidFill>
                <a:highlight>
                  <a:srgbClr val="FFFFFF"/>
                </a:highlight>
                <a:latin typeface="+mn-lt"/>
                <a:ea typeface="+mn-ea"/>
                <a:cs typeface="+mn-cs"/>
              </a:rPr>
            </a:br>
            <a:r>
              <a:rPr lang="en-US" sz="2000" kern="1200">
                <a:solidFill>
                  <a:srgbClr val="080808"/>
                </a:solidFill>
                <a:highlight>
                  <a:srgbClr val="FFFFFF"/>
                </a:highlight>
                <a:latin typeface="+mn-lt"/>
                <a:ea typeface="+mn-ea"/>
                <a:cs typeface="+mn-cs"/>
              </a:rPr>
              <a:t>    </a:t>
            </a:r>
            <a:r>
              <a:rPr lang="en-US" sz="2000" b="1" kern="1200">
                <a:solidFill>
                  <a:srgbClr val="080808"/>
                </a:solidFill>
                <a:highlight>
                  <a:srgbClr val="FFFFFF"/>
                </a:highlight>
                <a:latin typeface="+mn-lt"/>
                <a:ea typeface="+mn-ea"/>
                <a:cs typeface="+mn-cs"/>
              </a:rPr>
              <a:t>}</a:t>
            </a:r>
            <a:br>
              <a:rPr lang="en-US" sz="2000" b="1" kern="1200">
                <a:solidFill>
                  <a:srgbClr val="080808"/>
                </a:solidFill>
                <a:highlight>
                  <a:srgbClr val="FFFFFF"/>
                </a:highlight>
                <a:latin typeface="+mn-lt"/>
                <a:ea typeface="+mn-ea"/>
                <a:cs typeface="+mn-cs"/>
              </a:rPr>
            </a:br>
            <a:r>
              <a:rPr lang="en-US" sz="2000" b="1" kern="1200">
                <a:solidFill>
                  <a:srgbClr val="080808"/>
                </a:solidFill>
                <a:highlight>
                  <a:srgbClr val="FFFFFF"/>
                </a:highlight>
                <a:latin typeface="+mn-lt"/>
                <a:ea typeface="+mn-ea"/>
                <a:cs typeface="+mn-cs"/>
              </a:rPr>
              <a:t>}</a:t>
            </a:r>
            <a:endParaRPr lang="en-US" sz="2000">
              <a:solidFill>
                <a:srgbClr val="080808"/>
              </a:solidFill>
              <a:effectLst/>
              <a:highlight>
                <a:srgbClr val="FFFFFF"/>
              </a:highlight>
            </a:endParaRPr>
          </a:p>
        </p:txBody>
      </p:sp>
      <p:sp>
        <p:nvSpPr>
          <p:cNvPr id="7" name="Down Arrow 6">
            <a:extLst>
              <a:ext uri="{FF2B5EF4-FFF2-40B4-BE49-F238E27FC236}">
                <a16:creationId xmlns:a16="http://schemas.microsoft.com/office/drawing/2014/main" id="{EDD49E2F-755B-E1B3-016A-0355826514B1}"/>
              </a:ext>
            </a:extLst>
          </p:cNvPr>
          <p:cNvSpPr/>
          <p:nvPr/>
        </p:nvSpPr>
        <p:spPr>
          <a:xfrm>
            <a:off x="5680169" y="3557482"/>
            <a:ext cx="415831" cy="608833"/>
          </a:xfrm>
          <a:prstGeom prst="down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7BB270D-D6ED-E6D9-33E7-7AD0D2A66891}"/>
              </a:ext>
            </a:extLst>
          </p:cNvPr>
          <p:cNvSpPr txBox="1"/>
          <p:nvPr/>
        </p:nvSpPr>
        <p:spPr>
          <a:xfrm>
            <a:off x="2161235" y="4166316"/>
            <a:ext cx="9367087" cy="2246769"/>
          </a:xfrm>
          <a:prstGeom prst="rect">
            <a:avLst/>
          </a:prstGeom>
          <a:noFill/>
          <a:ln>
            <a:solidFill>
              <a:schemeClr val="accent2"/>
            </a:solidFill>
          </a:ln>
        </p:spPr>
        <p:txBody>
          <a:bodyPr wrap="square">
            <a:spAutoFit/>
          </a:bodyPr>
          <a:lstStyle/>
          <a:p>
            <a:pPr defTabSz="859536"/>
            <a:r>
              <a:rPr lang="en-US" sz="2000" kern="1200">
                <a:solidFill>
                  <a:srgbClr val="0033B3"/>
                </a:solidFill>
                <a:highlight>
                  <a:srgbClr val="FFFFFF"/>
                </a:highlight>
                <a:latin typeface="+mn-lt"/>
                <a:ea typeface="+mn-ea"/>
                <a:cs typeface="+mn-cs"/>
              </a:rPr>
              <a:t>var </a:t>
            </a:r>
            <a:r>
              <a:rPr lang="en-US" sz="2000" kern="1200">
                <a:solidFill>
                  <a:srgbClr val="871094"/>
                </a:solidFill>
                <a:highlight>
                  <a:srgbClr val="FFFFFF"/>
                </a:highlight>
                <a:latin typeface="+mn-lt"/>
                <a:ea typeface="+mn-ea"/>
                <a:cs typeface="+mn-cs"/>
              </a:rPr>
              <a:t>increment </a:t>
            </a:r>
            <a:r>
              <a:rPr lang="en-US" sz="2000" kern="1200">
                <a:solidFill>
                  <a:srgbClr val="080808"/>
                </a:solidFill>
                <a:highlight>
                  <a:srgbClr val="FFFFFF"/>
                </a:highlight>
                <a:latin typeface="+mn-lt"/>
                <a:ea typeface="+mn-ea"/>
                <a:cs typeface="+mn-cs"/>
              </a:rPr>
              <a:t>= </a:t>
            </a:r>
            <a:r>
              <a:rPr lang="en-US" sz="2000" b="1" kern="1200">
                <a:solidFill>
                  <a:srgbClr val="080808"/>
                </a:solidFill>
                <a:highlight>
                  <a:srgbClr val="FFFFFF"/>
                </a:highlight>
                <a:latin typeface="+mn-lt"/>
                <a:ea typeface="+mn-ea"/>
                <a:cs typeface="+mn-cs"/>
              </a:rPr>
              <a:t>{</a:t>
            </a:r>
            <a:br>
              <a:rPr lang="en-US" sz="2000" b="1" kern="1200">
                <a:solidFill>
                  <a:srgbClr val="080808"/>
                </a:solidFill>
                <a:highlight>
                  <a:srgbClr val="FFFFFF"/>
                </a:highlight>
                <a:latin typeface="+mn-lt"/>
                <a:ea typeface="+mn-ea"/>
                <a:cs typeface="+mn-cs"/>
              </a:rPr>
            </a:br>
            <a:r>
              <a:rPr lang="en-US" sz="2000" b="1" kern="1200">
                <a:solidFill>
                  <a:srgbClr val="080808"/>
                </a:solidFill>
                <a:highlight>
                  <a:srgbClr val="FFFFFF"/>
                </a:highlight>
                <a:latin typeface="+mn-lt"/>
                <a:ea typeface="+mn-ea"/>
                <a:cs typeface="+mn-cs"/>
              </a:rPr>
              <a:t>    </a:t>
            </a:r>
            <a:r>
              <a:rPr lang="en-US" sz="2000" i="1" kern="1200" err="1">
                <a:solidFill>
                  <a:srgbClr val="871094"/>
                </a:solidFill>
                <a:highlight>
                  <a:srgbClr val="FFFFFF"/>
                </a:highlight>
                <a:latin typeface="+mn-lt"/>
                <a:ea typeface="+mn-ea"/>
                <a:cs typeface="+mn-cs"/>
              </a:rPr>
              <a:t>viewModelScope</a:t>
            </a:r>
            <a:r>
              <a:rPr lang="en-US" sz="2000" kern="1200" err="1">
                <a:solidFill>
                  <a:srgbClr val="080808"/>
                </a:solidFill>
                <a:highlight>
                  <a:srgbClr val="FFFFFF"/>
                </a:highlight>
                <a:latin typeface="+mn-lt"/>
                <a:ea typeface="+mn-ea"/>
                <a:cs typeface="+mn-cs"/>
              </a:rPr>
              <a:t>.</a:t>
            </a:r>
            <a:r>
              <a:rPr lang="en-US" sz="2000" i="1" kern="1200" err="1">
                <a:solidFill>
                  <a:srgbClr val="005D75"/>
                </a:solidFill>
                <a:highlight>
                  <a:srgbClr val="FFFFFF"/>
                </a:highlight>
                <a:latin typeface="+mn-lt"/>
                <a:ea typeface="+mn-ea"/>
                <a:cs typeface="+mn-cs"/>
              </a:rPr>
              <a:t>launch</a:t>
            </a:r>
            <a:r>
              <a:rPr lang="en-US" sz="2000" i="1" kern="1200">
                <a:solidFill>
                  <a:srgbClr val="005D75"/>
                </a:solidFill>
                <a:highlight>
                  <a:srgbClr val="FFFFFF"/>
                </a:highlight>
                <a:latin typeface="+mn-lt"/>
                <a:ea typeface="+mn-ea"/>
                <a:cs typeface="+mn-cs"/>
              </a:rPr>
              <a:t> </a:t>
            </a:r>
            <a:r>
              <a:rPr lang="en-US" sz="2000" b="1" kern="1200">
                <a:solidFill>
                  <a:srgbClr val="080808"/>
                </a:solidFill>
                <a:highlight>
                  <a:srgbClr val="FFFFFF"/>
                </a:highlight>
                <a:latin typeface="+mn-lt"/>
                <a:ea typeface="+mn-ea"/>
                <a:cs typeface="+mn-cs"/>
              </a:rPr>
              <a:t>{</a:t>
            </a:r>
            <a:br>
              <a:rPr lang="en-US" sz="2000" b="1" kern="1200">
                <a:solidFill>
                  <a:srgbClr val="080808"/>
                </a:solidFill>
                <a:highlight>
                  <a:srgbClr val="FFFFFF"/>
                </a:highlight>
                <a:latin typeface="+mn-lt"/>
                <a:ea typeface="+mn-ea"/>
                <a:cs typeface="+mn-cs"/>
              </a:rPr>
            </a:br>
            <a:r>
              <a:rPr lang="en-US" sz="2000" b="1" kern="1200">
                <a:solidFill>
                  <a:srgbClr val="080808"/>
                </a:solidFill>
                <a:highlight>
                  <a:srgbClr val="FFFFFF"/>
                </a:highlight>
                <a:latin typeface="+mn-lt"/>
                <a:ea typeface="+mn-ea"/>
                <a:cs typeface="+mn-cs"/>
              </a:rPr>
              <a:t>        </a:t>
            </a:r>
            <a:r>
              <a:rPr lang="en-US" sz="2000" kern="1200">
                <a:solidFill>
                  <a:srgbClr val="871094"/>
                </a:solidFill>
                <a:highlight>
                  <a:srgbClr val="FFFFFF"/>
                </a:highlight>
                <a:latin typeface="+mn-lt"/>
                <a:ea typeface="+mn-ea"/>
                <a:cs typeface="+mn-cs"/>
              </a:rPr>
              <a:t>_</a:t>
            </a:r>
            <a:r>
              <a:rPr lang="en-US" sz="2000" kern="1200" err="1">
                <a:solidFill>
                  <a:srgbClr val="871094"/>
                </a:solidFill>
                <a:highlight>
                  <a:srgbClr val="FFFFFF"/>
                </a:highlight>
                <a:latin typeface="+mn-lt"/>
                <a:ea typeface="+mn-ea"/>
                <a:cs typeface="+mn-cs"/>
              </a:rPr>
              <a:t>counter</a:t>
            </a:r>
            <a:r>
              <a:rPr lang="en-US" sz="2000" kern="1200" err="1">
                <a:solidFill>
                  <a:srgbClr val="080808"/>
                </a:solidFill>
                <a:highlight>
                  <a:srgbClr val="FFFFFF"/>
                </a:highlight>
                <a:latin typeface="+mn-lt"/>
                <a:ea typeface="+mn-ea"/>
                <a:cs typeface="+mn-cs"/>
              </a:rPr>
              <a:t>.</a:t>
            </a:r>
            <a:r>
              <a:rPr lang="en-US" sz="2000" kern="1200" err="1">
                <a:solidFill>
                  <a:srgbClr val="871094"/>
                </a:solidFill>
                <a:highlight>
                  <a:srgbClr val="FFFFFF"/>
                </a:highlight>
                <a:latin typeface="+mn-lt"/>
                <a:ea typeface="+mn-ea"/>
                <a:cs typeface="+mn-cs"/>
              </a:rPr>
              <a:t>value</a:t>
            </a:r>
            <a:r>
              <a:rPr lang="en-US" sz="2000" kern="1200" err="1">
                <a:solidFill>
                  <a:srgbClr val="080808"/>
                </a:solidFill>
                <a:highlight>
                  <a:srgbClr val="FFFFFF"/>
                </a:highlight>
                <a:latin typeface="+mn-lt"/>
                <a:ea typeface="+mn-ea"/>
                <a:cs typeface="+mn-cs"/>
              </a:rPr>
              <a:t>.</a:t>
            </a:r>
            <a:r>
              <a:rPr lang="en-US" sz="2000" i="1" kern="1200" err="1">
                <a:solidFill>
                  <a:srgbClr val="005D75"/>
                </a:solidFill>
                <a:highlight>
                  <a:srgbClr val="FFFFFF"/>
                </a:highlight>
                <a:latin typeface="+mn-lt"/>
                <a:ea typeface="+mn-ea"/>
                <a:cs typeface="+mn-cs"/>
              </a:rPr>
              <a:t>let</a:t>
            </a:r>
            <a:r>
              <a:rPr lang="en-US" sz="2000" i="1" kern="1200">
                <a:solidFill>
                  <a:srgbClr val="005D75"/>
                </a:solidFill>
                <a:highlight>
                  <a:srgbClr val="FFFFFF"/>
                </a:highlight>
                <a:latin typeface="+mn-lt"/>
                <a:ea typeface="+mn-ea"/>
                <a:cs typeface="+mn-cs"/>
              </a:rPr>
              <a:t> </a:t>
            </a:r>
            <a:r>
              <a:rPr lang="en-US" sz="2000" b="1" kern="1200">
                <a:solidFill>
                  <a:srgbClr val="080808"/>
                </a:solidFill>
                <a:highlight>
                  <a:srgbClr val="FFFFFF"/>
                </a:highlight>
                <a:latin typeface="+mn-lt"/>
                <a:ea typeface="+mn-ea"/>
                <a:cs typeface="+mn-cs"/>
              </a:rPr>
              <a:t>{</a:t>
            </a:r>
            <a:br>
              <a:rPr lang="en-US" sz="2000" b="1" kern="1200">
                <a:solidFill>
                  <a:srgbClr val="080808"/>
                </a:solidFill>
                <a:highlight>
                  <a:srgbClr val="FFFFFF"/>
                </a:highlight>
                <a:latin typeface="+mn-lt"/>
                <a:ea typeface="+mn-ea"/>
                <a:cs typeface="+mn-cs"/>
              </a:rPr>
            </a:br>
            <a:r>
              <a:rPr lang="en-US" sz="2000" b="1" kern="1200">
                <a:solidFill>
                  <a:srgbClr val="080808"/>
                </a:solidFill>
                <a:highlight>
                  <a:srgbClr val="FFFFFF"/>
                </a:highlight>
                <a:latin typeface="+mn-lt"/>
                <a:ea typeface="+mn-ea"/>
                <a:cs typeface="+mn-cs"/>
              </a:rPr>
              <a:t>            </a:t>
            </a:r>
            <a:r>
              <a:rPr lang="en-US" sz="2000">
                <a:solidFill>
                  <a:srgbClr val="871094"/>
                </a:solidFill>
                <a:effectLst/>
                <a:highlight>
                  <a:srgbClr val="FFFFFF"/>
                </a:highlight>
              </a:rPr>
              <a:t>_</a:t>
            </a:r>
            <a:r>
              <a:rPr lang="en-US" sz="2000" err="1">
                <a:solidFill>
                  <a:srgbClr val="871094"/>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b="1" err="1">
                <a:solidFill>
                  <a:srgbClr val="080808"/>
                </a:solidFill>
                <a:effectLst/>
                <a:highlight>
                  <a:srgbClr val="FFFFFF"/>
                </a:highlight>
              </a:rPr>
              <a:t>it</a:t>
            </a:r>
            <a:r>
              <a:rPr lang="en-US" sz="2000" err="1">
                <a:solidFill>
                  <a:srgbClr val="080808"/>
                </a:solidFill>
                <a:effectLst/>
                <a:highlight>
                  <a:srgbClr val="FFFFFF"/>
                </a:highlight>
              </a:rPr>
              <a:t>.copy</a:t>
            </a:r>
            <a:r>
              <a:rPr lang="en-US" sz="2000">
                <a:solidFill>
                  <a:srgbClr val="080808"/>
                </a:solidFill>
                <a:effectLst/>
                <a:highlight>
                  <a:srgbClr val="FFFFFF"/>
                </a:highlight>
              </a:rPr>
              <a:t>(</a:t>
            </a:r>
            <a:r>
              <a:rPr lang="en-US" sz="2000">
                <a:solidFill>
                  <a:srgbClr val="4A86E8"/>
                </a:solidFill>
                <a:effectLst/>
                <a:highlight>
                  <a:srgbClr val="FFFFFF"/>
                </a:highlight>
              </a:rPr>
              <a:t>counter = </a:t>
            </a:r>
            <a:r>
              <a:rPr lang="en-US" sz="2000" b="1" err="1">
                <a:solidFill>
                  <a:srgbClr val="080808"/>
                </a:solidFill>
                <a:effectLst/>
                <a:highlight>
                  <a:srgbClr val="FFFFFF"/>
                </a:highlight>
              </a:rPr>
              <a:t>it</a:t>
            </a:r>
            <a:r>
              <a:rPr lang="en-US" sz="2000" err="1">
                <a:solidFill>
                  <a:srgbClr val="080808"/>
                </a:solidFill>
                <a:effectLst/>
                <a:highlight>
                  <a:srgbClr val="FFFFFF"/>
                </a:highlight>
              </a:rPr>
              <a:t>.</a:t>
            </a:r>
            <a:r>
              <a:rPr lang="en-US" sz="2000" err="1">
                <a:solidFill>
                  <a:srgbClr val="871094"/>
                </a:solidFill>
                <a:effectLst/>
                <a:highlight>
                  <a:srgbClr val="FFFFFF"/>
                </a:highlight>
              </a:rPr>
              <a:t>counter</a:t>
            </a:r>
            <a:r>
              <a:rPr lang="en-US" sz="2000" err="1">
                <a:solidFill>
                  <a:srgbClr val="080808"/>
                </a:solidFill>
                <a:effectLst/>
                <a:highlight>
                  <a:srgbClr val="FFFFFF"/>
                </a:highlight>
              </a:rPr>
              <a:t>.plus</a:t>
            </a:r>
            <a:r>
              <a:rPr lang="en-US" sz="2000">
                <a:solidFill>
                  <a:srgbClr val="080808"/>
                </a:solidFill>
                <a:effectLst/>
                <a:highlight>
                  <a:srgbClr val="FFFFFF"/>
                </a:highlight>
              </a:rPr>
              <a:t>(</a:t>
            </a:r>
            <a:r>
              <a:rPr lang="en-US" sz="2000">
                <a:solidFill>
                  <a:srgbClr val="1750EB"/>
                </a:solidFill>
                <a:effectLst/>
                <a:highlight>
                  <a:srgbClr val="FFFFFF"/>
                </a:highlight>
              </a:rPr>
              <a:t>1</a:t>
            </a:r>
            <a:r>
              <a:rPr lang="en-US" sz="2000">
                <a:solidFill>
                  <a:srgbClr val="080808"/>
                </a:solidFill>
                <a:effectLst/>
                <a:highlight>
                  <a:srgbClr val="FFFFFF"/>
                </a:highlight>
              </a:rPr>
              <a:t>), </a:t>
            </a:r>
            <a:r>
              <a:rPr lang="en-US" sz="2000" err="1">
                <a:solidFill>
                  <a:srgbClr val="4A86E8"/>
                </a:solidFill>
                <a:effectLst/>
                <a:highlight>
                  <a:srgbClr val="FFFFFF"/>
                </a:highlight>
              </a:rPr>
              <a:t>errorMessage</a:t>
            </a:r>
            <a:r>
              <a:rPr lang="en-US" sz="2000">
                <a:solidFill>
                  <a:srgbClr val="4A86E8"/>
                </a:solidFill>
                <a:effectLst/>
                <a:highlight>
                  <a:srgbClr val="FFFFFF"/>
                </a:highlight>
              </a:rPr>
              <a:t> = </a:t>
            </a:r>
            <a:r>
              <a:rPr lang="en-US" sz="2000">
                <a:solidFill>
                  <a:srgbClr val="0033B3"/>
                </a:solidFill>
                <a:effectLst/>
                <a:highlight>
                  <a:srgbClr val="FFFFFF"/>
                </a:highlight>
              </a:rPr>
              <a:t>null</a:t>
            </a:r>
            <a:r>
              <a:rPr lang="en-US" sz="2000">
                <a:solidFill>
                  <a:srgbClr val="080808"/>
                </a:solidFill>
                <a:effectLst/>
                <a:highlight>
                  <a:srgbClr val="FFFFFF"/>
                </a:highlight>
              </a:rPr>
              <a:t>)</a:t>
            </a:r>
            <a:br>
              <a:rPr lang="en-US" sz="2000" kern="1200">
                <a:solidFill>
                  <a:srgbClr val="080808"/>
                </a:solidFill>
                <a:highlight>
                  <a:srgbClr val="FFFFFF"/>
                </a:highlight>
                <a:latin typeface="+mn-lt"/>
                <a:ea typeface="+mn-ea"/>
                <a:cs typeface="+mn-cs"/>
              </a:rPr>
            </a:br>
            <a:r>
              <a:rPr lang="en-US" sz="2000" kern="1200">
                <a:solidFill>
                  <a:srgbClr val="080808"/>
                </a:solidFill>
                <a:highlight>
                  <a:srgbClr val="FFFFFF"/>
                </a:highlight>
                <a:latin typeface="+mn-lt"/>
                <a:ea typeface="+mn-ea"/>
                <a:cs typeface="+mn-cs"/>
              </a:rPr>
              <a:t>        </a:t>
            </a:r>
            <a:r>
              <a:rPr lang="en-US" sz="2000" b="1" kern="1200">
                <a:solidFill>
                  <a:srgbClr val="080808"/>
                </a:solidFill>
                <a:highlight>
                  <a:srgbClr val="FFFFFF"/>
                </a:highlight>
                <a:latin typeface="+mn-lt"/>
                <a:ea typeface="+mn-ea"/>
                <a:cs typeface="+mn-cs"/>
              </a:rPr>
              <a:t>}</a:t>
            </a:r>
            <a:br>
              <a:rPr lang="en-US" sz="2000" b="1" kern="1200">
                <a:solidFill>
                  <a:srgbClr val="080808"/>
                </a:solidFill>
                <a:highlight>
                  <a:srgbClr val="FFFFFF"/>
                </a:highlight>
                <a:latin typeface="+mn-lt"/>
                <a:ea typeface="+mn-ea"/>
                <a:cs typeface="+mn-cs"/>
              </a:rPr>
            </a:br>
            <a:r>
              <a:rPr lang="en-US" sz="2000" b="1" kern="1200">
                <a:solidFill>
                  <a:srgbClr val="080808"/>
                </a:solidFill>
                <a:highlight>
                  <a:srgbClr val="FFFFFF"/>
                </a:highlight>
                <a:latin typeface="+mn-lt"/>
                <a:ea typeface="+mn-ea"/>
                <a:cs typeface="+mn-cs"/>
              </a:rPr>
              <a:t>    }</a:t>
            </a:r>
            <a:br>
              <a:rPr lang="en-US" sz="2000" b="1" kern="1200">
                <a:solidFill>
                  <a:srgbClr val="080808"/>
                </a:solidFill>
                <a:highlight>
                  <a:srgbClr val="FFFFFF"/>
                </a:highlight>
                <a:latin typeface="+mn-lt"/>
                <a:ea typeface="+mn-ea"/>
                <a:cs typeface="+mn-cs"/>
              </a:rPr>
            </a:br>
            <a:r>
              <a:rPr lang="en-US" sz="2000" b="1" kern="1200">
                <a:solidFill>
                  <a:srgbClr val="080808"/>
                </a:solidFill>
                <a:highlight>
                  <a:srgbClr val="FFFFFF"/>
                </a:highlight>
                <a:latin typeface="+mn-lt"/>
                <a:ea typeface="+mn-ea"/>
                <a:cs typeface="+mn-cs"/>
              </a:rPr>
              <a:t>}</a:t>
            </a:r>
            <a:endParaRPr lang="en-US" sz="2000">
              <a:solidFill>
                <a:srgbClr val="080808"/>
              </a:solidFill>
              <a:effectLst/>
              <a:highlight>
                <a:srgbClr val="FFFFFF"/>
              </a:highlight>
            </a:endParaRPr>
          </a:p>
        </p:txBody>
      </p:sp>
      <p:sp>
        <p:nvSpPr>
          <p:cNvPr id="10" name="TextBox 9">
            <a:extLst>
              <a:ext uri="{FF2B5EF4-FFF2-40B4-BE49-F238E27FC236}">
                <a16:creationId xmlns:a16="http://schemas.microsoft.com/office/drawing/2014/main" id="{F90E86F6-EC5C-4794-8549-08D46498370C}"/>
              </a:ext>
            </a:extLst>
          </p:cNvPr>
          <p:cNvSpPr txBox="1"/>
          <p:nvPr/>
        </p:nvSpPr>
        <p:spPr>
          <a:xfrm>
            <a:off x="663677" y="6413085"/>
            <a:ext cx="3090461" cy="369332"/>
          </a:xfrm>
          <a:prstGeom prst="rect">
            <a:avLst/>
          </a:prstGeom>
          <a:noFill/>
        </p:spPr>
        <p:txBody>
          <a:bodyPr wrap="none" rtlCol="0">
            <a:spAutoFit/>
          </a:bodyPr>
          <a:lstStyle/>
          <a:p>
            <a:r>
              <a:rPr lang="en-US"/>
              <a:t>Similarly, do it for decrement.</a:t>
            </a:r>
          </a:p>
        </p:txBody>
      </p:sp>
      <p:sp>
        <p:nvSpPr>
          <p:cNvPr id="3" name="Slide Number Placeholder 2">
            <a:extLst>
              <a:ext uri="{FF2B5EF4-FFF2-40B4-BE49-F238E27FC236}">
                <a16:creationId xmlns:a16="http://schemas.microsoft.com/office/drawing/2014/main" id="{5CA3A1F8-9809-92F8-DC59-9EECBFC6EFB4}"/>
              </a:ext>
            </a:extLst>
          </p:cNvPr>
          <p:cNvSpPr>
            <a:spLocks noGrp="1"/>
          </p:cNvSpPr>
          <p:nvPr>
            <p:ph type="sldNum" sz="quarter" idx="12"/>
          </p:nvPr>
        </p:nvSpPr>
        <p:spPr/>
        <p:txBody>
          <a:bodyPr/>
          <a:lstStyle/>
          <a:p>
            <a:fld id="{330EA680-D336-4FF7-8B7A-9848BB0A1C32}" type="slidenum">
              <a:rPr lang="en-US" smtClean="0"/>
              <a:t>28</a:t>
            </a:fld>
            <a:endParaRPr lang="en-US"/>
          </a:p>
        </p:txBody>
      </p:sp>
    </p:spTree>
    <p:extLst>
      <p:ext uri="{BB962C8B-B14F-4D97-AF65-F5344CB8AC3E}">
        <p14:creationId xmlns:p14="http://schemas.microsoft.com/office/powerpoint/2010/main" val="1928724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22B56-5720-4991-22AC-07E627E6625C}"/>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US" kern="1200">
                <a:solidFill>
                  <a:schemeClr val="tx1"/>
                </a:solidFill>
                <a:latin typeface="+mj-lt"/>
                <a:ea typeface="+mj-ea"/>
                <a:cs typeface="+mj-cs"/>
              </a:rPr>
              <a:t>Refactor the code in </a:t>
            </a:r>
            <a:r>
              <a:rPr lang="en-US" err="1">
                <a:solidFill>
                  <a:srgbClr val="000000"/>
                </a:solidFill>
                <a:effectLst/>
                <a:highlight>
                  <a:srgbClr val="FFFFFF"/>
                </a:highlight>
              </a:rPr>
              <a:t>MainScreenViewModel</a:t>
            </a:r>
            <a:endParaRPr lang="en-US" kern="1200">
              <a:solidFill>
                <a:schemeClr val="tx1"/>
              </a:solidFill>
              <a:latin typeface="+mj-lt"/>
              <a:ea typeface="+mj-ea"/>
              <a:cs typeface="+mj-cs"/>
            </a:endParaRPr>
          </a:p>
        </p:txBody>
      </p:sp>
      <p:sp>
        <p:nvSpPr>
          <p:cNvPr id="5" name="TextBox 4">
            <a:extLst>
              <a:ext uri="{FF2B5EF4-FFF2-40B4-BE49-F238E27FC236}">
                <a16:creationId xmlns:a16="http://schemas.microsoft.com/office/drawing/2014/main" id="{739290B0-39CC-F435-4E3A-D2AB8B46A71C}"/>
              </a:ext>
            </a:extLst>
          </p:cNvPr>
          <p:cNvSpPr txBox="1"/>
          <p:nvPr/>
        </p:nvSpPr>
        <p:spPr>
          <a:xfrm>
            <a:off x="1021867" y="1321352"/>
            <a:ext cx="10506456" cy="1631216"/>
          </a:xfrm>
          <a:prstGeom prst="rect">
            <a:avLst/>
          </a:prstGeom>
          <a:noFill/>
          <a:ln>
            <a:solidFill>
              <a:schemeClr val="accent2"/>
            </a:solidFill>
          </a:ln>
        </p:spPr>
        <p:txBody>
          <a:bodyPr wrap="square">
            <a:spAutoFit/>
          </a:bodyPr>
          <a:lstStyle/>
          <a:p>
            <a:pPr defTabSz="859536"/>
            <a:r>
              <a:rPr lang="en-US" sz="2000" kern="1200">
                <a:solidFill>
                  <a:srgbClr val="0033B3"/>
                </a:solidFill>
                <a:highlight>
                  <a:srgbClr val="FFFFFF"/>
                </a:highlight>
                <a:latin typeface="+mn-lt"/>
                <a:ea typeface="+mn-ea"/>
                <a:cs typeface="+mn-cs"/>
              </a:rPr>
              <a:t>var </a:t>
            </a:r>
            <a:r>
              <a:rPr lang="en-US" sz="2000">
                <a:solidFill>
                  <a:srgbClr val="871094"/>
                </a:solidFill>
                <a:effectLst/>
                <a:highlight>
                  <a:srgbClr val="FFFFFF"/>
                </a:highlight>
              </a:rPr>
              <a:t>decrement</a:t>
            </a:r>
            <a:r>
              <a:rPr lang="en-US" sz="2000" kern="1200">
                <a:solidFill>
                  <a:srgbClr val="871094"/>
                </a:solidFill>
                <a:highlight>
                  <a:srgbClr val="FFFFFF"/>
                </a:highlight>
                <a:latin typeface="+mn-lt"/>
                <a:ea typeface="+mn-ea"/>
                <a:cs typeface="+mn-cs"/>
              </a:rPr>
              <a:t> </a:t>
            </a:r>
            <a:r>
              <a:rPr lang="en-US" sz="2000" kern="1200">
                <a:solidFill>
                  <a:srgbClr val="080808"/>
                </a:solidFill>
                <a:highlight>
                  <a:srgbClr val="FFFFFF"/>
                </a:highlight>
                <a:latin typeface="+mn-lt"/>
                <a:ea typeface="+mn-ea"/>
                <a:cs typeface="+mn-cs"/>
              </a:rPr>
              <a:t>= </a:t>
            </a:r>
            <a:r>
              <a:rPr lang="en-US" sz="2000" b="1" kern="1200">
                <a:solidFill>
                  <a:srgbClr val="080808"/>
                </a:solidFill>
                <a:highlight>
                  <a:srgbClr val="FFFFFF"/>
                </a:highlight>
                <a:latin typeface="+mn-lt"/>
                <a:ea typeface="+mn-ea"/>
                <a:cs typeface="+mn-cs"/>
              </a:rPr>
              <a:t>{</a:t>
            </a:r>
            <a:br>
              <a:rPr lang="en-US" sz="2000" b="1" kern="1200">
                <a:solidFill>
                  <a:srgbClr val="080808"/>
                </a:solidFill>
                <a:highlight>
                  <a:srgbClr val="FFFFFF"/>
                </a:highlight>
                <a:latin typeface="+mn-lt"/>
                <a:ea typeface="+mn-ea"/>
                <a:cs typeface="+mn-cs"/>
              </a:rPr>
            </a:br>
            <a:r>
              <a:rPr lang="en-US" sz="2000" b="1" kern="1200">
                <a:solidFill>
                  <a:srgbClr val="080808"/>
                </a:solidFill>
                <a:highlight>
                  <a:srgbClr val="FFFFFF"/>
                </a:highlight>
                <a:latin typeface="+mn-lt"/>
                <a:ea typeface="+mn-ea"/>
                <a:cs typeface="+mn-cs"/>
              </a:rPr>
              <a:t>    </a:t>
            </a:r>
            <a:r>
              <a:rPr lang="en-US" sz="2000" i="1" kern="1200" err="1">
                <a:solidFill>
                  <a:srgbClr val="871094"/>
                </a:solidFill>
                <a:highlight>
                  <a:srgbClr val="FFFFFF"/>
                </a:highlight>
                <a:latin typeface="+mn-lt"/>
                <a:ea typeface="+mn-ea"/>
                <a:cs typeface="+mn-cs"/>
              </a:rPr>
              <a:t>viewModelScope</a:t>
            </a:r>
            <a:r>
              <a:rPr lang="en-US" sz="2000" kern="1200" err="1">
                <a:solidFill>
                  <a:srgbClr val="080808"/>
                </a:solidFill>
                <a:highlight>
                  <a:srgbClr val="FFFFFF"/>
                </a:highlight>
                <a:latin typeface="+mn-lt"/>
                <a:ea typeface="+mn-ea"/>
                <a:cs typeface="+mn-cs"/>
              </a:rPr>
              <a:t>.</a:t>
            </a:r>
            <a:r>
              <a:rPr lang="en-US" sz="2000" i="1" kern="1200" err="1">
                <a:solidFill>
                  <a:srgbClr val="005D75"/>
                </a:solidFill>
                <a:highlight>
                  <a:srgbClr val="FFFFFF"/>
                </a:highlight>
                <a:latin typeface="+mn-lt"/>
                <a:ea typeface="+mn-ea"/>
                <a:cs typeface="+mn-cs"/>
              </a:rPr>
              <a:t>launch</a:t>
            </a:r>
            <a:r>
              <a:rPr lang="en-US" sz="2000" i="1" kern="1200">
                <a:solidFill>
                  <a:srgbClr val="005D75"/>
                </a:solidFill>
                <a:highlight>
                  <a:srgbClr val="FFFFFF"/>
                </a:highlight>
                <a:latin typeface="+mn-lt"/>
                <a:ea typeface="+mn-ea"/>
                <a:cs typeface="+mn-cs"/>
              </a:rPr>
              <a:t> </a:t>
            </a:r>
            <a:r>
              <a:rPr lang="en-US" sz="2000" b="1" kern="1200">
                <a:solidFill>
                  <a:srgbClr val="080808"/>
                </a:solidFill>
                <a:highlight>
                  <a:srgbClr val="FFFFFF"/>
                </a:highlight>
                <a:latin typeface="+mn-lt"/>
                <a:ea typeface="+mn-ea"/>
                <a:cs typeface="+mn-cs"/>
              </a:rPr>
              <a:t>{</a:t>
            </a:r>
            <a:br>
              <a:rPr lang="en-US" sz="2000" b="1" kern="1200">
                <a:solidFill>
                  <a:srgbClr val="080808"/>
                </a:solidFill>
                <a:highlight>
                  <a:srgbClr val="FFFFFF"/>
                </a:highlight>
                <a:latin typeface="+mn-lt"/>
                <a:ea typeface="+mn-ea"/>
                <a:cs typeface="+mn-cs"/>
              </a:rPr>
            </a:br>
            <a:r>
              <a:rPr lang="en-US" sz="2000" b="1" kern="1200">
                <a:solidFill>
                  <a:srgbClr val="080808"/>
                </a:solidFill>
                <a:highlight>
                  <a:srgbClr val="FFFFFF"/>
                </a:highlight>
                <a:latin typeface="+mn-lt"/>
                <a:ea typeface="+mn-ea"/>
                <a:cs typeface="+mn-cs"/>
              </a:rPr>
              <a:t>        </a:t>
            </a:r>
            <a:r>
              <a:rPr lang="en-US" sz="2000" kern="1200">
                <a:solidFill>
                  <a:srgbClr val="871094"/>
                </a:solidFill>
                <a:highlight>
                  <a:srgbClr val="FFFFFF"/>
                </a:highlight>
                <a:latin typeface="+mn-lt"/>
                <a:ea typeface="+mn-ea"/>
                <a:cs typeface="+mn-cs"/>
              </a:rPr>
              <a:t>_</a:t>
            </a:r>
            <a:r>
              <a:rPr lang="en-US" sz="2000" kern="1200" err="1">
                <a:solidFill>
                  <a:srgbClr val="871094"/>
                </a:solidFill>
                <a:highlight>
                  <a:srgbClr val="FFFFFF"/>
                </a:highlight>
                <a:latin typeface="+mn-lt"/>
                <a:ea typeface="+mn-ea"/>
                <a:cs typeface="+mn-cs"/>
              </a:rPr>
              <a:t>counter</a:t>
            </a:r>
            <a:r>
              <a:rPr lang="en-US" sz="2000" kern="1200" err="1">
                <a:solidFill>
                  <a:srgbClr val="080808"/>
                </a:solidFill>
                <a:highlight>
                  <a:srgbClr val="FFFFFF"/>
                </a:highlight>
                <a:latin typeface="+mn-lt"/>
                <a:ea typeface="+mn-ea"/>
                <a:cs typeface="+mn-cs"/>
              </a:rPr>
              <a:t>.</a:t>
            </a:r>
            <a:r>
              <a:rPr lang="en-US" sz="2000" kern="1200" err="1">
                <a:solidFill>
                  <a:srgbClr val="871094"/>
                </a:solidFill>
                <a:highlight>
                  <a:srgbClr val="FFFFFF"/>
                </a:highlight>
                <a:latin typeface="+mn-lt"/>
                <a:ea typeface="+mn-ea"/>
                <a:cs typeface="+mn-cs"/>
              </a:rPr>
              <a:t>value</a:t>
            </a:r>
            <a:r>
              <a:rPr lang="en-US" sz="2000" kern="1200">
                <a:solidFill>
                  <a:srgbClr val="871094"/>
                </a:solidFill>
                <a:highlight>
                  <a:srgbClr val="FFFFFF"/>
                </a:highlight>
                <a:latin typeface="+mn-lt"/>
                <a:ea typeface="+mn-ea"/>
                <a:cs typeface="+mn-cs"/>
              </a:rPr>
              <a:t> </a:t>
            </a:r>
            <a:r>
              <a:rPr lang="en-US" sz="2000" kern="1200">
                <a:solidFill>
                  <a:srgbClr val="080808"/>
                </a:solidFill>
                <a:highlight>
                  <a:srgbClr val="FFFFFF"/>
                </a:highlight>
                <a:latin typeface="+mn-lt"/>
                <a:ea typeface="+mn-ea"/>
                <a:cs typeface="+mn-cs"/>
              </a:rPr>
              <a:t>= </a:t>
            </a:r>
            <a:r>
              <a:rPr lang="en-US" sz="2000" kern="1200">
                <a:solidFill>
                  <a:srgbClr val="871094"/>
                </a:solidFill>
                <a:highlight>
                  <a:srgbClr val="FFFFFF"/>
                </a:highlight>
                <a:latin typeface="+mn-lt"/>
                <a:ea typeface="+mn-ea"/>
                <a:cs typeface="+mn-cs"/>
              </a:rPr>
              <a:t>_</a:t>
            </a:r>
            <a:r>
              <a:rPr lang="en-US" sz="2000" kern="1200" err="1">
                <a:solidFill>
                  <a:srgbClr val="871094"/>
                </a:solidFill>
                <a:highlight>
                  <a:srgbClr val="FFFFFF"/>
                </a:highlight>
                <a:latin typeface="+mn-lt"/>
                <a:ea typeface="+mn-ea"/>
                <a:cs typeface="+mn-cs"/>
              </a:rPr>
              <a:t>counter</a:t>
            </a:r>
            <a:r>
              <a:rPr lang="en-US" sz="2000" kern="1200" err="1">
                <a:solidFill>
                  <a:srgbClr val="080808"/>
                </a:solidFill>
                <a:highlight>
                  <a:srgbClr val="FFFFFF"/>
                </a:highlight>
                <a:latin typeface="+mn-lt"/>
                <a:ea typeface="+mn-ea"/>
                <a:cs typeface="+mn-cs"/>
              </a:rPr>
              <a:t>.</a:t>
            </a:r>
            <a:r>
              <a:rPr lang="en-US" sz="2000" kern="1200" err="1">
                <a:solidFill>
                  <a:srgbClr val="871094"/>
                </a:solidFill>
                <a:highlight>
                  <a:srgbClr val="FFFFFF"/>
                </a:highlight>
                <a:latin typeface="+mn-lt"/>
                <a:ea typeface="+mn-ea"/>
                <a:cs typeface="+mn-cs"/>
              </a:rPr>
              <a:t>value</a:t>
            </a:r>
            <a:r>
              <a:rPr lang="en-US" sz="2000" kern="1200" err="1">
                <a:solidFill>
                  <a:srgbClr val="080808"/>
                </a:solidFill>
                <a:highlight>
                  <a:srgbClr val="FFFFFF"/>
                </a:highlight>
                <a:latin typeface="+mn-lt"/>
                <a:ea typeface="+mn-ea"/>
                <a:cs typeface="+mn-cs"/>
              </a:rPr>
              <a:t>.minus</a:t>
            </a:r>
            <a:r>
              <a:rPr lang="en-US" sz="2000" kern="1200">
                <a:solidFill>
                  <a:srgbClr val="080808"/>
                </a:solidFill>
                <a:highlight>
                  <a:srgbClr val="FFFFFF"/>
                </a:highlight>
                <a:latin typeface="+mn-lt"/>
                <a:ea typeface="+mn-ea"/>
                <a:cs typeface="+mn-cs"/>
              </a:rPr>
              <a:t>(</a:t>
            </a:r>
            <a:r>
              <a:rPr lang="en-US" sz="2000" kern="1200">
                <a:solidFill>
                  <a:srgbClr val="0043DB"/>
                </a:solidFill>
                <a:highlight>
                  <a:srgbClr val="FFFFFF"/>
                </a:highlight>
                <a:latin typeface="+mn-lt"/>
                <a:ea typeface="+mn-ea"/>
                <a:cs typeface="+mn-cs"/>
              </a:rPr>
              <a:t>1</a:t>
            </a:r>
            <a:r>
              <a:rPr lang="en-US" sz="2000" kern="1200">
                <a:solidFill>
                  <a:srgbClr val="080808"/>
                </a:solidFill>
                <a:highlight>
                  <a:srgbClr val="FFFFFF"/>
                </a:highlight>
                <a:latin typeface="+mn-lt"/>
                <a:ea typeface="+mn-ea"/>
                <a:cs typeface="+mn-cs"/>
              </a:rPr>
              <a:t>)</a:t>
            </a:r>
            <a:br>
              <a:rPr lang="en-US" sz="2000" kern="1200">
                <a:solidFill>
                  <a:srgbClr val="080808"/>
                </a:solidFill>
                <a:highlight>
                  <a:srgbClr val="FFFFFF"/>
                </a:highlight>
                <a:latin typeface="+mn-lt"/>
                <a:ea typeface="+mn-ea"/>
                <a:cs typeface="+mn-cs"/>
              </a:rPr>
            </a:br>
            <a:r>
              <a:rPr lang="en-US" sz="2000" kern="1200">
                <a:solidFill>
                  <a:srgbClr val="080808"/>
                </a:solidFill>
                <a:highlight>
                  <a:srgbClr val="FFFFFF"/>
                </a:highlight>
                <a:latin typeface="+mn-lt"/>
                <a:ea typeface="+mn-ea"/>
                <a:cs typeface="+mn-cs"/>
              </a:rPr>
              <a:t>    </a:t>
            </a:r>
            <a:r>
              <a:rPr lang="en-US" sz="2000" b="1" kern="1200">
                <a:solidFill>
                  <a:srgbClr val="080808"/>
                </a:solidFill>
                <a:highlight>
                  <a:srgbClr val="FFFFFF"/>
                </a:highlight>
                <a:latin typeface="+mn-lt"/>
                <a:ea typeface="+mn-ea"/>
                <a:cs typeface="+mn-cs"/>
              </a:rPr>
              <a:t>}</a:t>
            </a:r>
            <a:br>
              <a:rPr lang="en-US" sz="2000" b="1" kern="1200">
                <a:solidFill>
                  <a:srgbClr val="080808"/>
                </a:solidFill>
                <a:highlight>
                  <a:srgbClr val="FFFFFF"/>
                </a:highlight>
                <a:latin typeface="+mn-lt"/>
                <a:ea typeface="+mn-ea"/>
                <a:cs typeface="+mn-cs"/>
              </a:rPr>
            </a:br>
            <a:r>
              <a:rPr lang="en-US" sz="2000" b="1" kern="1200">
                <a:solidFill>
                  <a:srgbClr val="080808"/>
                </a:solidFill>
                <a:highlight>
                  <a:srgbClr val="FFFFFF"/>
                </a:highlight>
                <a:latin typeface="+mn-lt"/>
                <a:ea typeface="+mn-ea"/>
                <a:cs typeface="+mn-cs"/>
              </a:rPr>
              <a:t>}</a:t>
            </a:r>
            <a:endParaRPr lang="en-US" sz="2000">
              <a:solidFill>
                <a:srgbClr val="080808"/>
              </a:solidFill>
              <a:effectLst/>
              <a:highlight>
                <a:srgbClr val="FFFFFF"/>
              </a:highlight>
            </a:endParaRPr>
          </a:p>
        </p:txBody>
      </p:sp>
      <p:sp>
        <p:nvSpPr>
          <p:cNvPr id="7" name="Down Arrow 6">
            <a:extLst>
              <a:ext uri="{FF2B5EF4-FFF2-40B4-BE49-F238E27FC236}">
                <a16:creationId xmlns:a16="http://schemas.microsoft.com/office/drawing/2014/main" id="{EDD49E2F-755B-E1B3-016A-0355826514B1}"/>
              </a:ext>
            </a:extLst>
          </p:cNvPr>
          <p:cNvSpPr/>
          <p:nvPr/>
        </p:nvSpPr>
        <p:spPr>
          <a:xfrm>
            <a:off x="5886560" y="2952568"/>
            <a:ext cx="415831" cy="608833"/>
          </a:xfrm>
          <a:prstGeom prst="down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7BB270D-D6ED-E6D9-33E7-7AD0D2A66891}"/>
              </a:ext>
            </a:extLst>
          </p:cNvPr>
          <p:cNvSpPr txBox="1"/>
          <p:nvPr/>
        </p:nvSpPr>
        <p:spPr>
          <a:xfrm>
            <a:off x="1021867" y="3542579"/>
            <a:ext cx="10506456" cy="3477875"/>
          </a:xfrm>
          <a:prstGeom prst="rect">
            <a:avLst/>
          </a:prstGeom>
          <a:noFill/>
          <a:ln>
            <a:solidFill>
              <a:schemeClr val="accent2"/>
            </a:solidFill>
          </a:ln>
        </p:spPr>
        <p:txBody>
          <a:bodyPr wrap="square">
            <a:spAutoFit/>
          </a:bodyPr>
          <a:lstStyle/>
          <a:p>
            <a:r>
              <a:rPr lang="en-US" sz="2000">
                <a:solidFill>
                  <a:srgbClr val="0033B3"/>
                </a:solidFill>
                <a:effectLst/>
                <a:highlight>
                  <a:srgbClr val="FFFFFF"/>
                </a:highlight>
              </a:rPr>
              <a:t>var </a:t>
            </a:r>
            <a:r>
              <a:rPr lang="en-US" sz="2000">
                <a:solidFill>
                  <a:srgbClr val="871094"/>
                </a:solidFill>
                <a:effectLst/>
                <a:highlight>
                  <a:srgbClr val="FFFFFF"/>
                </a:highlight>
              </a:rPr>
              <a:t>decrement </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i="1" err="1">
                <a:solidFill>
                  <a:srgbClr val="871094"/>
                </a:solidFill>
                <a:effectLst/>
                <a:highlight>
                  <a:srgbClr val="FFFFFF"/>
                </a:highlight>
              </a:rPr>
              <a:t>viewModelScope</a:t>
            </a:r>
            <a:r>
              <a:rPr lang="en-US" sz="2000" err="1">
                <a:solidFill>
                  <a:srgbClr val="080808"/>
                </a:solidFill>
                <a:effectLst/>
                <a:highlight>
                  <a:srgbClr val="FFFFFF"/>
                </a:highlight>
              </a:rPr>
              <a:t>.</a:t>
            </a:r>
            <a:r>
              <a:rPr lang="en-US" sz="2000" i="1" err="1">
                <a:solidFill>
                  <a:srgbClr val="00627A"/>
                </a:solidFill>
                <a:effectLst/>
                <a:highlight>
                  <a:srgbClr val="FFFFFF"/>
                </a:highlight>
              </a:rPr>
              <a:t>launch</a:t>
            </a:r>
            <a:r>
              <a:rPr lang="en-US" sz="2000" i="1">
                <a:solidFill>
                  <a:srgbClr val="00627A"/>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33B3"/>
                </a:solidFill>
                <a:effectLst/>
                <a:highlight>
                  <a:srgbClr val="FFFFFF"/>
                </a:highlight>
              </a:rPr>
              <a:t>if </a:t>
            </a:r>
            <a:r>
              <a:rPr lang="en-US" sz="2000">
                <a:solidFill>
                  <a:srgbClr val="080808"/>
                </a:solidFill>
                <a:effectLst/>
                <a:highlight>
                  <a:srgbClr val="FFFFFF"/>
                </a:highlight>
              </a:rPr>
              <a:t>(</a:t>
            </a:r>
            <a:r>
              <a:rPr lang="en-US" sz="2000">
                <a:solidFill>
                  <a:srgbClr val="871094"/>
                </a:solidFill>
                <a:effectLst/>
                <a:highlight>
                  <a:srgbClr val="FFFFFF"/>
                </a:highlight>
              </a:rPr>
              <a:t>_</a:t>
            </a:r>
            <a:r>
              <a:rPr lang="en-US" sz="2000" err="1">
                <a:solidFill>
                  <a:srgbClr val="871094"/>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err="1">
                <a:solidFill>
                  <a:srgbClr val="080808"/>
                </a:solidFill>
                <a:effectLst/>
                <a:highlight>
                  <a:srgbClr val="FFFFFF"/>
                </a:highlight>
              </a:rPr>
              <a:t>.</a:t>
            </a:r>
            <a:r>
              <a:rPr lang="en-US" sz="2000" err="1">
                <a:solidFill>
                  <a:srgbClr val="871094"/>
                </a:solidFill>
                <a:effectLst/>
                <a:highlight>
                  <a:srgbClr val="FFFFFF"/>
                </a:highlight>
              </a:rPr>
              <a:t>counter</a:t>
            </a: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a:solidFill>
                  <a:srgbClr val="1750EB"/>
                </a:solidFill>
                <a:effectLst/>
                <a:highlight>
                  <a:srgbClr val="FFFFFF"/>
                </a:highlight>
              </a:rPr>
              <a:t>0</a:t>
            </a:r>
            <a:r>
              <a:rPr lang="en-US" sz="2000">
                <a:solidFill>
                  <a:srgbClr val="080808"/>
                </a:solidFill>
                <a:effectLst/>
                <a:highlight>
                  <a:srgbClr val="FFFFFF"/>
                </a:highlight>
              </a:rPr>
              <a:t>) {</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err="1">
                <a:solidFill>
                  <a:srgbClr val="080808"/>
                </a:solidFill>
                <a:effectLst/>
                <a:highlight>
                  <a:srgbClr val="FFFFFF"/>
                </a:highlight>
              </a:rPr>
              <a:t>CounterUIState</a:t>
            </a:r>
            <a:r>
              <a:rPr lang="en-US" sz="2000">
                <a:solidFill>
                  <a:srgbClr val="080808"/>
                </a:solidFill>
                <a:effectLst/>
                <a:highlight>
                  <a:srgbClr val="FFFFFF"/>
                </a:highlight>
              </a:rPr>
              <a:t>(</a:t>
            </a:r>
            <a:r>
              <a:rPr lang="en-US" sz="2000" err="1">
                <a:solidFill>
                  <a:srgbClr val="4A86E8"/>
                </a:solidFill>
                <a:effectLst/>
                <a:highlight>
                  <a:srgbClr val="FFFFFF"/>
                </a:highlight>
              </a:rPr>
              <a:t>errorMessage</a:t>
            </a:r>
            <a:r>
              <a:rPr lang="en-US" sz="2000">
                <a:solidFill>
                  <a:srgbClr val="4A86E8"/>
                </a:solidFill>
                <a:effectLst/>
                <a:highlight>
                  <a:srgbClr val="FFFFFF"/>
                </a:highlight>
              </a:rPr>
              <a:t> = </a:t>
            </a:r>
            <a:r>
              <a:rPr lang="en-US" sz="2000">
                <a:solidFill>
                  <a:srgbClr val="067D17"/>
                </a:solidFill>
                <a:effectLst/>
                <a:highlight>
                  <a:srgbClr val="FFFFFF"/>
                </a:highlight>
              </a:rPr>
              <a:t>"Counter cannot be less than 0"</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33B3"/>
                </a:solidFill>
                <a:effectLst/>
                <a:highlight>
                  <a:srgbClr val="FFFFFF"/>
                </a:highlight>
              </a:rPr>
              <a:t>return</a:t>
            </a:r>
            <a:r>
              <a:rPr lang="en-US" sz="2000" err="1">
                <a:solidFill>
                  <a:srgbClr val="4A86E8"/>
                </a:solidFill>
                <a:effectLst/>
                <a:highlight>
                  <a:srgbClr val="FFFFFF"/>
                </a:highlight>
              </a:rPr>
              <a:t>@launch</a:t>
            </a:r>
            <a:br>
              <a:rPr lang="en-US" sz="2000">
                <a:solidFill>
                  <a:srgbClr val="4A86E8"/>
                </a:solidFill>
                <a:effectLst/>
                <a:highlight>
                  <a:srgbClr val="FFFFFF"/>
                </a:highlight>
              </a:rPr>
            </a:br>
            <a:r>
              <a:rPr lang="en-US" sz="2000">
                <a:solidFill>
                  <a:srgbClr val="4A86E8"/>
                </a:solidFill>
                <a:effectLst/>
                <a:highlight>
                  <a:srgbClr val="FFFFFF"/>
                </a:highlight>
              </a:rPr>
              <a:t>        </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err="1">
                <a:solidFill>
                  <a:srgbClr val="080808"/>
                </a:solidFill>
                <a:effectLst/>
                <a:highlight>
                  <a:srgbClr val="FFFFFF"/>
                </a:highlight>
              </a:rPr>
              <a:t>.</a:t>
            </a:r>
            <a:r>
              <a:rPr lang="en-US" sz="2000" i="1" err="1">
                <a:solidFill>
                  <a:srgbClr val="00627A"/>
                </a:solidFill>
                <a:effectLst/>
                <a:highlight>
                  <a:srgbClr val="FFFFFF"/>
                </a:highlight>
              </a:rPr>
              <a:t>let</a:t>
            </a:r>
            <a:r>
              <a:rPr lang="en-US" sz="2000" i="1">
                <a:solidFill>
                  <a:srgbClr val="00627A"/>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b="1" err="1">
                <a:solidFill>
                  <a:srgbClr val="080808"/>
                </a:solidFill>
                <a:effectLst/>
                <a:highlight>
                  <a:srgbClr val="FFFFFF"/>
                </a:highlight>
              </a:rPr>
              <a:t>it</a:t>
            </a:r>
            <a:r>
              <a:rPr lang="en-US" sz="2000" err="1">
                <a:solidFill>
                  <a:srgbClr val="080808"/>
                </a:solidFill>
                <a:effectLst/>
                <a:highlight>
                  <a:srgbClr val="FFFFFF"/>
                </a:highlight>
              </a:rPr>
              <a:t>.copy</a:t>
            </a:r>
            <a:r>
              <a:rPr lang="en-US" sz="2000">
                <a:solidFill>
                  <a:srgbClr val="080808"/>
                </a:solidFill>
                <a:effectLst/>
                <a:highlight>
                  <a:srgbClr val="FFFFFF"/>
                </a:highlight>
              </a:rPr>
              <a:t>(</a:t>
            </a:r>
            <a:r>
              <a:rPr lang="en-US" sz="2000">
                <a:solidFill>
                  <a:srgbClr val="4A86E8"/>
                </a:solidFill>
                <a:effectLst/>
                <a:highlight>
                  <a:srgbClr val="FFFFFF"/>
                </a:highlight>
              </a:rPr>
              <a:t>counter = </a:t>
            </a:r>
            <a:r>
              <a:rPr lang="en-US" sz="2000" b="1" err="1">
                <a:solidFill>
                  <a:srgbClr val="080808"/>
                </a:solidFill>
                <a:effectLst/>
                <a:highlight>
                  <a:srgbClr val="FFFFFF"/>
                </a:highlight>
              </a:rPr>
              <a:t>it</a:t>
            </a:r>
            <a:r>
              <a:rPr lang="en-US" sz="2000" err="1">
                <a:solidFill>
                  <a:srgbClr val="080808"/>
                </a:solidFill>
                <a:effectLst/>
                <a:highlight>
                  <a:srgbClr val="FFFFFF"/>
                </a:highlight>
              </a:rPr>
              <a:t>.</a:t>
            </a:r>
            <a:r>
              <a:rPr lang="en-US" sz="2000" err="1">
                <a:solidFill>
                  <a:srgbClr val="871094"/>
                </a:solidFill>
                <a:effectLst/>
                <a:highlight>
                  <a:srgbClr val="FFFFFF"/>
                </a:highlight>
              </a:rPr>
              <a:t>counter</a:t>
            </a:r>
            <a:r>
              <a:rPr lang="en-US" sz="2000" err="1">
                <a:solidFill>
                  <a:srgbClr val="080808"/>
                </a:solidFill>
                <a:effectLst/>
                <a:highlight>
                  <a:srgbClr val="FFFFFF"/>
                </a:highlight>
              </a:rPr>
              <a:t>.minus</a:t>
            </a:r>
            <a:r>
              <a:rPr lang="en-US" sz="2000">
                <a:solidFill>
                  <a:srgbClr val="080808"/>
                </a:solidFill>
                <a:effectLst/>
                <a:highlight>
                  <a:srgbClr val="FFFFFF"/>
                </a:highlight>
              </a:rPr>
              <a:t>(</a:t>
            </a:r>
            <a:r>
              <a:rPr lang="en-US" sz="2000">
                <a:solidFill>
                  <a:srgbClr val="1750EB"/>
                </a:solidFill>
                <a:effectLst/>
                <a:highlight>
                  <a:srgbClr val="FFFFFF"/>
                </a:highlight>
              </a:rPr>
              <a:t>1</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a:t>
            </a:r>
            <a:endParaRPr lang="en-US" sz="2000">
              <a:solidFill>
                <a:srgbClr val="080808"/>
              </a:solidFill>
              <a:effectLst/>
              <a:highlight>
                <a:srgbClr val="FFFFFF"/>
              </a:highlight>
            </a:endParaRPr>
          </a:p>
        </p:txBody>
      </p:sp>
      <p:sp>
        <p:nvSpPr>
          <p:cNvPr id="3" name="Slide Number Placeholder 2">
            <a:extLst>
              <a:ext uri="{FF2B5EF4-FFF2-40B4-BE49-F238E27FC236}">
                <a16:creationId xmlns:a16="http://schemas.microsoft.com/office/drawing/2014/main" id="{D650D681-A4C5-1E08-4313-76DD07DE7C85}"/>
              </a:ext>
            </a:extLst>
          </p:cNvPr>
          <p:cNvSpPr>
            <a:spLocks noGrp="1"/>
          </p:cNvSpPr>
          <p:nvPr>
            <p:ph type="sldNum" sz="quarter" idx="12"/>
          </p:nvPr>
        </p:nvSpPr>
        <p:spPr/>
        <p:txBody>
          <a:bodyPr/>
          <a:lstStyle/>
          <a:p>
            <a:fld id="{330EA680-D336-4FF7-8B7A-9848BB0A1C32}" type="slidenum">
              <a:rPr lang="en-US" smtClean="0"/>
              <a:t>29</a:t>
            </a:fld>
            <a:endParaRPr lang="en-US"/>
          </a:p>
        </p:txBody>
      </p:sp>
    </p:spTree>
    <p:extLst>
      <p:ext uri="{BB962C8B-B14F-4D97-AF65-F5344CB8AC3E}">
        <p14:creationId xmlns:p14="http://schemas.microsoft.com/office/powerpoint/2010/main" val="15444441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3" name="Rectangle 3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B72272-4B53-B8D5-5007-C0D5B873C42A}"/>
              </a:ext>
            </a:extLst>
          </p:cNvPr>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kern="1200">
                <a:solidFill>
                  <a:schemeClr val="tx1"/>
                </a:solidFill>
                <a:latin typeface="+mj-lt"/>
                <a:ea typeface="+mj-ea"/>
                <a:cs typeface="+mj-cs"/>
              </a:rPr>
              <a:t>Simulate loading in MainScreenViewModel</a:t>
            </a:r>
          </a:p>
        </p:txBody>
      </p:sp>
      <p:sp>
        <p:nvSpPr>
          <p:cNvPr id="35" name="Rectangle 3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TextBox 6">
            <a:extLst>
              <a:ext uri="{FF2B5EF4-FFF2-40B4-BE49-F238E27FC236}">
                <a16:creationId xmlns:a16="http://schemas.microsoft.com/office/drawing/2014/main" id="{869767CE-BA68-7B4A-940C-A1B60B1C1EAF}"/>
              </a:ext>
            </a:extLst>
          </p:cNvPr>
          <p:cNvSpPr txBox="1"/>
          <p:nvPr/>
        </p:nvSpPr>
        <p:spPr>
          <a:xfrm>
            <a:off x="566928" y="2777758"/>
            <a:ext cx="8435487" cy="2246769"/>
          </a:xfrm>
          <a:prstGeom prst="rect">
            <a:avLst/>
          </a:prstGeom>
          <a:noFill/>
        </p:spPr>
        <p:txBody>
          <a:bodyPr wrap="square">
            <a:spAutoFit/>
          </a:bodyPr>
          <a:lstStyle/>
          <a:p>
            <a:r>
              <a:rPr lang="en-US" sz="2000" err="1">
                <a:solidFill>
                  <a:srgbClr val="0033B3"/>
                </a:solidFill>
                <a:effectLst/>
                <a:highlight>
                  <a:srgbClr val="FFFFFF"/>
                </a:highlight>
              </a:rPr>
              <a:t>init</a:t>
            </a:r>
            <a:r>
              <a:rPr lang="en-US" sz="2000">
                <a:solidFill>
                  <a:srgbClr val="0033B3"/>
                </a:solidFill>
                <a:effectLst/>
                <a:highlight>
                  <a:srgbClr val="FFFFFF"/>
                </a:highlight>
              </a:rPr>
              <a:t> </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i="1" err="1">
                <a:solidFill>
                  <a:srgbClr val="871094"/>
                </a:solidFill>
                <a:effectLst/>
                <a:highlight>
                  <a:srgbClr val="FFFFFF"/>
                </a:highlight>
              </a:rPr>
              <a:t>viewModelScope</a:t>
            </a:r>
            <a:r>
              <a:rPr lang="en-US" sz="2000" err="1">
                <a:solidFill>
                  <a:srgbClr val="080808"/>
                </a:solidFill>
                <a:effectLst/>
                <a:highlight>
                  <a:srgbClr val="FFFFFF"/>
                </a:highlight>
              </a:rPr>
              <a:t>.</a:t>
            </a:r>
            <a:r>
              <a:rPr lang="en-US" sz="2000" i="1" err="1">
                <a:solidFill>
                  <a:srgbClr val="00627A"/>
                </a:solidFill>
                <a:effectLst/>
                <a:highlight>
                  <a:srgbClr val="FFFFFF"/>
                </a:highlight>
              </a:rPr>
              <a:t>launch</a:t>
            </a:r>
            <a:r>
              <a:rPr lang="en-US" sz="2000" i="1">
                <a:solidFill>
                  <a:srgbClr val="00627A"/>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i="1">
                <a:solidFill>
                  <a:srgbClr val="8C8C8C"/>
                </a:solidFill>
                <a:effectLst/>
                <a:highlight>
                  <a:srgbClr val="FFFFFF"/>
                </a:highlight>
              </a:rPr>
              <a:t>// Simulate loading state for 2 seconds</a:t>
            </a:r>
            <a:br>
              <a:rPr lang="en-US" sz="2000" i="1">
                <a:solidFill>
                  <a:srgbClr val="8C8C8C"/>
                </a:solidFill>
                <a:effectLst/>
                <a:highlight>
                  <a:srgbClr val="FFFFFF"/>
                </a:highlight>
              </a:rPr>
            </a:br>
            <a:r>
              <a:rPr lang="en-US" sz="2000" i="1">
                <a:solidFill>
                  <a:srgbClr val="8C8C8C"/>
                </a:solidFill>
                <a:effectLst/>
                <a:highlight>
                  <a:srgbClr val="FFFFFF"/>
                </a:highlight>
              </a:rPr>
              <a:t>        </a:t>
            </a:r>
            <a:r>
              <a:rPr lang="en-US" sz="2000">
                <a:solidFill>
                  <a:srgbClr val="080808"/>
                </a:solidFill>
                <a:effectLst/>
                <a:highlight>
                  <a:srgbClr val="FFFFFF"/>
                </a:highlight>
              </a:rPr>
              <a:t>delay(</a:t>
            </a:r>
            <a:r>
              <a:rPr lang="en-US" sz="2000">
                <a:solidFill>
                  <a:srgbClr val="1750EB"/>
                </a:solidFill>
                <a:effectLst/>
                <a:highlight>
                  <a:srgbClr val="FFFFFF"/>
                </a:highlight>
              </a:rPr>
              <a:t>2000L</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counter</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err="1">
                <a:solidFill>
                  <a:srgbClr val="080808"/>
                </a:solidFill>
                <a:effectLst/>
                <a:highlight>
                  <a:srgbClr val="FFFFFF"/>
                </a:highlight>
              </a:rPr>
              <a:t>CounterUIState</a:t>
            </a:r>
            <a:r>
              <a:rPr lang="en-US" sz="2000">
                <a:solidFill>
                  <a:srgbClr val="080808"/>
                </a:solidFill>
                <a:effectLst/>
                <a:highlight>
                  <a:srgbClr val="FFFFFF"/>
                </a:highlight>
              </a:rPr>
              <a:t>(</a:t>
            </a:r>
            <a:r>
              <a:rPr lang="en-US" sz="2000" err="1">
                <a:solidFill>
                  <a:srgbClr val="4A86E8"/>
                </a:solidFill>
                <a:effectLst/>
                <a:highlight>
                  <a:srgbClr val="FFFFFF"/>
                </a:highlight>
              </a:rPr>
              <a:t>isLoading</a:t>
            </a:r>
            <a:r>
              <a:rPr lang="en-US" sz="2000">
                <a:solidFill>
                  <a:srgbClr val="4A86E8"/>
                </a:solidFill>
                <a:effectLst/>
                <a:highlight>
                  <a:srgbClr val="FFFFFF"/>
                </a:highlight>
              </a:rPr>
              <a:t> = </a:t>
            </a:r>
            <a:r>
              <a:rPr lang="en-US" sz="2000">
                <a:solidFill>
                  <a:srgbClr val="0033B3"/>
                </a:solidFill>
                <a:effectLst/>
                <a:highlight>
                  <a:srgbClr val="FFFFFF"/>
                </a:highlight>
              </a:rPr>
              <a:t>false</a:t>
            </a:r>
            <a:r>
              <a:rPr lang="en-US" sz="2000">
                <a:solidFill>
                  <a:srgbClr val="080808"/>
                </a:solidFill>
                <a:effectLst/>
                <a:highlight>
                  <a:srgbClr val="FFFFFF"/>
                </a:highlight>
              </a:rPr>
              <a:t>, </a:t>
            </a:r>
            <a:r>
              <a:rPr lang="en-US" sz="2000">
                <a:solidFill>
                  <a:srgbClr val="4A86E8"/>
                </a:solidFill>
                <a:effectLst/>
                <a:highlight>
                  <a:srgbClr val="FFFFFF"/>
                </a:highlight>
              </a:rPr>
              <a:t>counter = </a:t>
            </a:r>
            <a:r>
              <a:rPr lang="en-US" sz="2000">
                <a:solidFill>
                  <a:srgbClr val="1750EB"/>
                </a:solidFill>
                <a:effectLst/>
                <a:highlight>
                  <a:srgbClr val="FFFFFF"/>
                </a:highlight>
              </a:rPr>
              <a:t>0</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a:solidFill>
                  <a:srgbClr val="080808"/>
                </a:solidFill>
                <a:effectLst/>
                <a:highlight>
                  <a:srgbClr val="FFFFFF"/>
                </a:highlight>
              </a:rPr>
              <a:t>}</a:t>
            </a:r>
          </a:p>
        </p:txBody>
      </p:sp>
      <p:sp>
        <p:nvSpPr>
          <p:cNvPr id="3" name="Slide Number Placeholder 2">
            <a:extLst>
              <a:ext uri="{FF2B5EF4-FFF2-40B4-BE49-F238E27FC236}">
                <a16:creationId xmlns:a16="http://schemas.microsoft.com/office/drawing/2014/main" id="{50CE0644-188A-35B9-5ECC-D1F9B60CAD04}"/>
              </a:ext>
            </a:extLst>
          </p:cNvPr>
          <p:cNvSpPr>
            <a:spLocks noGrp="1"/>
          </p:cNvSpPr>
          <p:nvPr>
            <p:ph type="sldNum" sz="quarter" idx="12"/>
          </p:nvPr>
        </p:nvSpPr>
        <p:spPr/>
        <p:txBody>
          <a:bodyPr/>
          <a:lstStyle/>
          <a:p>
            <a:fld id="{330EA680-D336-4FF7-8B7A-9848BB0A1C32}" type="slidenum">
              <a:rPr lang="en-US" smtClean="0"/>
              <a:t>30</a:t>
            </a:fld>
            <a:endParaRPr lang="en-US"/>
          </a:p>
        </p:txBody>
      </p:sp>
    </p:spTree>
    <p:extLst>
      <p:ext uri="{BB962C8B-B14F-4D97-AF65-F5344CB8AC3E}">
        <p14:creationId xmlns:p14="http://schemas.microsoft.com/office/powerpoint/2010/main" val="15043866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FD395A08-CA13-8F19-9E22-1E64AE7A1754}"/>
              </a:ext>
            </a:extLst>
          </p:cNvPr>
          <p:cNvGraphicFramePr/>
          <p:nvPr>
            <p:extLst>
              <p:ext uri="{D42A27DB-BD31-4B8C-83A1-F6EECF244321}">
                <p14:modId xmlns:p14="http://schemas.microsoft.com/office/powerpoint/2010/main" val="238253181"/>
              </p:ext>
            </p:extLst>
          </p:nvPr>
        </p:nvGraphicFramePr>
        <p:xfrm>
          <a:off x="8332839" y="2636376"/>
          <a:ext cx="3712905"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FA3746BE-087E-4E40-7FAA-F7FAECBCC893}"/>
              </a:ext>
            </a:extLst>
          </p:cNvPr>
          <p:cNvSpPr txBox="1"/>
          <p:nvPr/>
        </p:nvSpPr>
        <p:spPr>
          <a:xfrm>
            <a:off x="146256" y="0"/>
            <a:ext cx="9499189" cy="7017306"/>
          </a:xfrm>
          <a:prstGeom prst="rect">
            <a:avLst/>
          </a:prstGeom>
          <a:noFill/>
        </p:spPr>
        <p:txBody>
          <a:bodyPr wrap="square">
            <a:spAutoFit/>
          </a:bodyPr>
          <a:lstStyle/>
          <a:p>
            <a:r>
              <a:rPr lang="en-US">
                <a:solidFill>
                  <a:srgbClr val="0033B3"/>
                </a:solidFill>
                <a:effectLst/>
                <a:highlight>
                  <a:srgbClr val="FFFFFF"/>
                </a:highlight>
              </a:rPr>
              <a:t>class </a:t>
            </a:r>
            <a:r>
              <a:rPr lang="en-US" err="1">
                <a:solidFill>
                  <a:srgbClr val="000000"/>
                </a:solidFill>
                <a:effectLst/>
                <a:highlight>
                  <a:srgbClr val="FFFFFF"/>
                </a:highlight>
              </a:rPr>
              <a:t>MainScreenViewModel</a:t>
            </a:r>
            <a:r>
              <a:rPr lang="en-US">
                <a:solidFill>
                  <a:srgbClr val="080808"/>
                </a:solidFill>
                <a:effectLst/>
                <a:highlight>
                  <a:srgbClr val="FFFFFF"/>
                </a:highlight>
              </a:rPr>
              <a:t>: </a:t>
            </a:r>
            <a:r>
              <a:rPr lang="en-US" err="1">
                <a:solidFill>
                  <a:srgbClr val="080808"/>
                </a:solidFill>
                <a:effectLst/>
                <a:highlight>
                  <a:srgbClr val="FFFFFF"/>
                </a:highlight>
              </a:rPr>
              <a:t>ViewModel</a:t>
            </a:r>
            <a:r>
              <a:rPr lang="en-US">
                <a:solidFill>
                  <a:srgbClr val="080808"/>
                </a:solidFill>
                <a:effectLst/>
                <a:highlight>
                  <a:srgbClr val="FFFFFF"/>
                </a:highlight>
              </a:rPr>
              <a:t>() {</a:t>
            </a:r>
            <a:br>
              <a:rPr lang="en-US">
                <a:solidFill>
                  <a:srgbClr val="080808"/>
                </a:solidFill>
                <a:effectLst/>
                <a:highlight>
                  <a:srgbClr val="FFFFFF"/>
                </a:highlight>
              </a:rPr>
            </a:br>
            <a:r>
              <a:rPr lang="en-US">
                <a:solidFill>
                  <a:srgbClr val="080808"/>
                </a:solidFill>
                <a:effectLst/>
                <a:highlight>
                  <a:srgbClr val="FFFFFF"/>
                </a:highlight>
              </a:rPr>
              <a:t>    </a:t>
            </a:r>
            <a:r>
              <a:rPr lang="en-US">
                <a:solidFill>
                  <a:srgbClr val="0033B3"/>
                </a:solidFill>
                <a:effectLst/>
                <a:highlight>
                  <a:srgbClr val="FFFFFF"/>
                </a:highlight>
              </a:rPr>
              <a:t>private var </a:t>
            </a:r>
            <a:r>
              <a:rPr lang="en-US">
                <a:solidFill>
                  <a:srgbClr val="871094"/>
                </a:solidFill>
                <a:effectLst/>
                <a:highlight>
                  <a:srgbClr val="FFFFFF"/>
                </a:highlight>
              </a:rPr>
              <a:t>_counter </a:t>
            </a:r>
            <a:r>
              <a:rPr lang="en-US">
                <a:solidFill>
                  <a:srgbClr val="080808"/>
                </a:solidFill>
                <a:effectLst/>
                <a:highlight>
                  <a:srgbClr val="FFFFFF"/>
                </a:highlight>
              </a:rPr>
              <a:t>= </a:t>
            </a:r>
            <a:r>
              <a:rPr lang="en-US" i="1" err="1">
                <a:solidFill>
                  <a:srgbClr val="00627A"/>
                </a:solidFill>
                <a:effectLst/>
                <a:highlight>
                  <a:srgbClr val="FFFFFF"/>
                </a:highlight>
              </a:rPr>
              <a:t>MutableStateFlow</a:t>
            </a:r>
            <a:r>
              <a:rPr lang="en-US">
                <a:solidFill>
                  <a:srgbClr val="080808"/>
                </a:solidFill>
                <a:effectLst/>
                <a:highlight>
                  <a:srgbClr val="FFFFFF"/>
                </a:highlight>
              </a:rPr>
              <a:t>(</a:t>
            </a:r>
            <a:r>
              <a:rPr lang="en-US" err="1">
                <a:solidFill>
                  <a:srgbClr val="080808"/>
                </a:solidFill>
                <a:effectLst/>
                <a:highlight>
                  <a:srgbClr val="FFFFFF"/>
                </a:highlight>
              </a:rPr>
              <a:t>CounterUIState</a:t>
            </a:r>
            <a:r>
              <a:rPr lang="en-US">
                <a:solidFill>
                  <a:srgbClr val="080808"/>
                </a:solidFill>
                <a:effectLst/>
                <a:highlight>
                  <a:srgbClr val="FFFFFF"/>
                </a:highlight>
              </a:rPr>
              <a:t>(</a:t>
            </a:r>
            <a:r>
              <a:rPr lang="en-US" err="1">
                <a:solidFill>
                  <a:srgbClr val="4A86E8"/>
                </a:solidFill>
                <a:effectLst/>
                <a:highlight>
                  <a:srgbClr val="FFFFFF"/>
                </a:highlight>
              </a:rPr>
              <a:t>isLoading</a:t>
            </a:r>
            <a:r>
              <a:rPr lang="en-US">
                <a:solidFill>
                  <a:srgbClr val="4A86E8"/>
                </a:solidFill>
                <a:effectLst/>
                <a:highlight>
                  <a:srgbClr val="FFFFFF"/>
                </a:highlight>
              </a:rPr>
              <a:t> = </a:t>
            </a:r>
            <a:r>
              <a:rPr lang="en-US">
                <a:solidFill>
                  <a:srgbClr val="0033B3"/>
                </a:solidFill>
                <a:effectLst/>
                <a:highlight>
                  <a:srgbClr val="FFFFFF"/>
                </a:highlight>
              </a:rPr>
              <a:t>true</a:t>
            </a:r>
            <a:r>
              <a:rPr lang="en-US">
                <a:solidFill>
                  <a:srgbClr val="080808"/>
                </a:solidFill>
                <a:effectLst/>
                <a:highlight>
                  <a:srgbClr val="FFFFFF"/>
                </a:highlight>
              </a:rPr>
              <a:t>))</a:t>
            </a:r>
            <a:br>
              <a:rPr lang="en-US">
                <a:solidFill>
                  <a:srgbClr val="080808"/>
                </a:solidFill>
                <a:effectLst/>
                <a:highlight>
                  <a:srgbClr val="FFFFFF"/>
                </a:highlight>
              </a:rPr>
            </a:br>
            <a:r>
              <a:rPr lang="en-US">
                <a:solidFill>
                  <a:srgbClr val="080808"/>
                </a:solidFill>
                <a:effectLst/>
                <a:highlight>
                  <a:srgbClr val="FFFFFF"/>
                </a:highlight>
              </a:rPr>
              <a:t>    </a:t>
            </a:r>
            <a:r>
              <a:rPr lang="en-US" err="1">
                <a:solidFill>
                  <a:srgbClr val="0033B3"/>
                </a:solidFill>
                <a:effectLst/>
                <a:highlight>
                  <a:srgbClr val="FFFFFF"/>
                </a:highlight>
              </a:rPr>
              <a:t>val</a:t>
            </a:r>
            <a:r>
              <a:rPr lang="en-US">
                <a:solidFill>
                  <a:srgbClr val="0033B3"/>
                </a:solidFill>
                <a:effectLst/>
                <a:highlight>
                  <a:srgbClr val="FFFFFF"/>
                </a:highlight>
              </a:rPr>
              <a:t> </a:t>
            </a:r>
            <a:r>
              <a:rPr lang="en-US">
                <a:solidFill>
                  <a:srgbClr val="871094"/>
                </a:solidFill>
                <a:effectLst/>
                <a:highlight>
                  <a:srgbClr val="FFFFFF"/>
                </a:highlight>
              </a:rPr>
              <a:t>counter </a:t>
            </a:r>
            <a:r>
              <a:rPr lang="en-US">
                <a:solidFill>
                  <a:srgbClr val="080808"/>
                </a:solidFill>
                <a:effectLst/>
                <a:highlight>
                  <a:srgbClr val="FFFFFF"/>
                </a:highlight>
              </a:rPr>
              <a:t>= </a:t>
            </a:r>
            <a:r>
              <a:rPr lang="en-US">
                <a:solidFill>
                  <a:srgbClr val="871094"/>
                </a:solidFill>
                <a:effectLst/>
                <a:highlight>
                  <a:srgbClr val="FFFFFF"/>
                </a:highlight>
              </a:rPr>
              <a:t>_</a:t>
            </a:r>
            <a:r>
              <a:rPr lang="en-US" err="1">
                <a:solidFill>
                  <a:srgbClr val="871094"/>
                </a:solidFill>
                <a:effectLst/>
                <a:highlight>
                  <a:srgbClr val="FFFFFF"/>
                </a:highlight>
              </a:rPr>
              <a:t>counter</a:t>
            </a:r>
            <a:r>
              <a:rPr lang="en-US" err="1">
                <a:solidFill>
                  <a:srgbClr val="080808"/>
                </a:solidFill>
                <a:effectLst/>
                <a:highlight>
                  <a:srgbClr val="FFFFFF"/>
                </a:highlight>
              </a:rPr>
              <a:t>.</a:t>
            </a:r>
            <a:r>
              <a:rPr lang="en-US" i="1" err="1">
                <a:solidFill>
                  <a:srgbClr val="00627A"/>
                </a:solidFill>
                <a:effectLst/>
                <a:highlight>
                  <a:srgbClr val="FFFFFF"/>
                </a:highlight>
              </a:rPr>
              <a:t>asStateFlow</a:t>
            </a:r>
            <a:r>
              <a:rPr lang="en-US">
                <a:solidFill>
                  <a:srgbClr val="080808"/>
                </a:solidFill>
                <a:effectLst/>
                <a:highlight>
                  <a:srgbClr val="FFFFFF"/>
                </a:highlight>
              </a:rPr>
              <a:t>()</a:t>
            </a:r>
            <a:br>
              <a:rPr lang="en-US">
                <a:solidFill>
                  <a:srgbClr val="080808"/>
                </a:solidFill>
                <a:effectLst/>
                <a:highlight>
                  <a:srgbClr val="FFFFFF"/>
                </a:highlight>
              </a:rPr>
            </a:br>
            <a:r>
              <a:rPr lang="en-US">
                <a:solidFill>
                  <a:srgbClr val="080808"/>
                </a:solidFill>
                <a:effectLst/>
                <a:highlight>
                  <a:srgbClr val="FFFFFF"/>
                </a:highlight>
              </a:rPr>
              <a:t>    </a:t>
            </a:r>
            <a:r>
              <a:rPr lang="en-US" err="1">
                <a:solidFill>
                  <a:srgbClr val="0033B3"/>
                </a:solidFill>
                <a:effectLst/>
                <a:highlight>
                  <a:srgbClr val="FFFFFF"/>
                </a:highlight>
              </a:rPr>
              <a:t>init</a:t>
            </a:r>
            <a:r>
              <a:rPr lang="en-US">
                <a:solidFill>
                  <a:srgbClr val="0033B3"/>
                </a:solidFill>
                <a:effectLst/>
                <a:highlight>
                  <a:srgbClr val="FFFFFF"/>
                </a:highlight>
              </a:rPr>
              <a:t> </a:t>
            </a:r>
            <a:r>
              <a:rPr lang="en-US">
                <a:solidFill>
                  <a:srgbClr val="080808"/>
                </a:solidFill>
                <a:effectLst/>
                <a:highlight>
                  <a:srgbClr val="FFFFFF"/>
                </a:highlight>
              </a:rPr>
              <a:t>{</a:t>
            </a:r>
            <a:br>
              <a:rPr lang="en-US">
                <a:solidFill>
                  <a:srgbClr val="080808"/>
                </a:solidFill>
                <a:effectLst/>
                <a:highlight>
                  <a:srgbClr val="FFFFFF"/>
                </a:highlight>
              </a:rPr>
            </a:br>
            <a:r>
              <a:rPr lang="en-US">
                <a:solidFill>
                  <a:srgbClr val="080808"/>
                </a:solidFill>
                <a:effectLst/>
                <a:highlight>
                  <a:srgbClr val="FFFFFF"/>
                </a:highlight>
              </a:rPr>
              <a:t>        </a:t>
            </a:r>
            <a:r>
              <a:rPr lang="en-US" i="1" err="1">
                <a:solidFill>
                  <a:srgbClr val="871094"/>
                </a:solidFill>
                <a:effectLst/>
                <a:highlight>
                  <a:srgbClr val="FFFFFF"/>
                </a:highlight>
              </a:rPr>
              <a:t>viewModelScope</a:t>
            </a:r>
            <a:r>
              <a:rPr lang="en-US" err="1">
                <a:solidFill>
                  <a:srgbClr val="080808"/>
                </a:solidFill>
                <a:effectLst/>
                <a:highlight>
                  <a:srgbClr val="FFFFFF"/>
                </a:highlight>
              </a:rPr>
              <a:t>.</a:t>
            </a:r>
            <a:r>
              <a:rPr lang="en-US" i="1" err="1">
                <a:solidFill>
                  <a:srgbClr val="00627A"/>
                </a:solidFill>
                <a:effectLst/>
                <a:highlight>
                  <a:srgbClr val="FFFFFF"/>
                </a:highlight>
              </a:rPr>
              <a:t>launch</a:t>
            </a:r>
            <a:r>
              <a:rPr lang="en-US" i="1">
                <a:solidFill>
                  <a:srgbClr val="00627A"/>
                </a:solidFill>
                <a:effectLst/>
                <a:highlight>
                  <a:srgbClr val="FFFFFF"/>
                </a:highlight>
              </a:rPr>
              <a:t> </a:t>
            </a:r>
            <a:r>
              <a:rPr lang="en-US" b="1">
                <a:solidFill>
                  <a:srgbClr val="080808"/>
                </a:solidFill>
                <a:effectLst/>
                <a:highlight>
                  <a:srgbClr val="FFFFFF"/>
                </a:highlight>
              </a:rPr>
              <a:t>{</a:t>
            </a:r>
            <a:br>
              <a:rPr lang="en-US" b="1">
                <a:solidFill>
                  <a:srgbClr val="080808"/>
                </a:solidFill>
                <a:effectLst/>
                <a:highlight>
                  <a:srgbClr val="FFFFFF"/>
                </a:highlight>
              </a:rPr>
            </a:br>
            <a:r>
              <a:rPr lang="en-US" b="1">
                <a:solidFill>
                  <a:srgbClr val="080808"/>
                </a:solidFill>
                <a:effectLst/>
                <a:highlight>
                  <a:srgbClr val="FFFFFF"/>
                </a:highlight>
              </a:rPr>
              <a:t>            </a:t>
            </a:r>
            <a:r>
              <a:rPr lang="en-US" i="1">
                <a:solidFill>
                  <a:srgbClr val="8C8C8C"/>
                </a:solidFill>
                <a:effectLst/>
                <a:highlight>
                  <a:srgbClr val="FFFFFF"/>
                </a:highlight>
              </a:rPr>
              <a:t>// Simulate loading state for 2 seconds</a:t>
            </a:r>
            <a:br>
              <a:rPr lang="en-US" i="1">
                <a:solidFill>
                  <a:srgbClr val="8C8C8C"/>
                </a:solidFill>
                <a:effectLst/>
                <a:highlight>
                  <a:srgbClr val="FFFFFF"/>
                </a:highlight>
              </a:rPr>
            </a:br>
            <a:r>
              <a:rPr lang="en-US" i="1">
                <a:solidFill>
                  <a:srgbClr val="8C8C8C"/>
                </a:solidFill>
                <a:effectLst/>
                <a:highlight>
                  <a:srgbClr val="FFFFFF"/>
                </a:highlight>
              </a:rPr>
              <a:t>            </a:t>
            </a:r>
            <a:r>
              <a:rPr lang="en-US">
                <a:solidFill>
                  <a:srgbClr val="080808"/>
                </a:solidFill>
                <a:effectLst/>
                <a:highlight>
                  <a:srgbClr val="FFFFFF"/>
                </a:highlight>
              </a:rPr>
              <a:t>delay(</a:t>
            </a:r>
            <a:r>
              <a:rPr lang="en-US">
                <a:solidFill>
                  <a:srgbClr val="1750EB"/>
                </a:solidFill>
                <a:effectLst/>
                <a:highlight>
                  <a:srgbClr val="FFFFFF"/>
                </a:highlight>
              </a:rPr>
              <a:t>2000L</a:t>
            </a:r>
            <a:r>
              <a:rPr lang="en-US">
                <a:solidFill>
                  <a:srgbClr val="080808"/>
                </a:solidFill>
                <a:effectLst/>
                <a:highlight>
                  <a:srgbClr val="FFFFFF"/>
                </a:highlight>
              </a:rPr>
              <a:t>)</a:t>
            </a:r>
            <a:br>
              <a:rPr lang="en-US">
                <a:solidFill>
                  <a:srgbClr val="080808"/>
                </a:solidFill>
                <a:effectLst/>
                <a:highlight>
                  <a:srgbClr val="FFFFFF"/>
                </a:highlight>
              </a:rPr>
            </a:br>
            <a:r>
              <a:rPr lang="en-US">
                <a:solidFill>
                  <a:srgbClr val="080808"/>
                </a:solidFill>
                <a:effectLst/>
                <a:highlight>
                  <a:srgbClr val="FFFFFF"/>
                </a:highlight>
              </a:rPr>
              <a:t>            </a:t>
            </a:r>
            <a:r>
              <a:rPr lang="en-US">
                <a:solidFill>
                  <a:srgbClr val="871094"/>
                </a:solidFill>
                <a:effectLst/>
                <a:highlight>
                  <a:srgbClr val="FFFFFF"/>
                </a:highlight>
              </a:rPr>
              <a:t>_</a:t>
            </a:r>
            <a:r>
              <a:rPr lang="en-US" err="1">
                <a:solidFill>
                  <a:srgbClr val="871094"/>
                </a:solidFill>
                <a:effectLst/>
                <a:highlight>
                  <a:srgbClr val="FFFFFF"/>
                </a:highlight>
              </a:rPr>
              <a:t>counter</a:t>
            </a:r>
            <a:r>
              <a:rPr lang="en-US" err="1">
                <a:solidFill>
                  <a:srgbClr val="080808"/>
                </a:solidFill>
                <a:effectLst/>
                <a:highlight>
                  <a:srgbClr val="FFFFFF"/>
                </a:highlight>
              </a:rPr>
              <a:t>.</a:t>
            </a:r>
            <a:r>
              <a:rPr lang="en-US" err="1">
                <a:solidFill>
                  <a:srgbClr val="871094"/>
                </a:solidFill>
                <a:effectLst/>
                <a:highlight>
                  <a:srgbClr val="FFFFFF"/>
                </a:highlight>
              </a:rPr>
              <a:t>value</a:t>
            </a:r>
            <a:r>
              <a:rPr lang="en-US">
                <a:solidFill>
                  <a:srgbClr val="871094"/>
                </a:solidFill>
                <a:effectLst/>
                <a:highlight>
                  <a:srgbClr val="FFFFFF"/>
                </a:highlight>
              </a:rPr>
              <a:t> </a:t>
            </a:r>
            <a:r>
              <a:rPr lang="en-US">
                <a:solidFill>
                  <a:srgbClr val="080808"/>
                </a:solidFill>
                <a:effectLst/>
                <a:highlight>
                  <a:srgbClr val="FFFFFF"/>
                </a:highlight>
              </a:rPr>
              <a:t>= </a:t>
            </a:r>
            <a:r>
              <a:rPr lang="en-US" err="1">
                <a:solidFill>
                  <a:srgbClr val="080808"/>
                </a:solidFill>
                <a:effectLst/>
                <a:highlight>
                  <a:srgbClr val="FFFFFF"/>
                </a:highlight>
              </a:rPr>
              <a:t>CounterUIState</a:t>
            </a:r>
            <a:r>
              <a:rPr lang="en-US">
                <a:solidFill>
                  <a:srgbClr val="080808"/>
                </a:solidFill>
                <a:effectLst/>
                <a:highlight>
                  <a:srgbClr val="FFFFFF"/>
                </a:highlight>
              </a:rPr>
              <a:t>(</a:t>
            </a:r>
            <a:r>
              <a:rPr lang="en-US" err="1">
                <a:solidFill>
                  <a:srgbClr val="4A86E8"/>
                </a:solidFill>
                <a:effectLst/>
                <a:highlight>
                  <a:srgbClr val="FFFFFF"/>
                </a:highlight>
              </a:rPr>
              <a:t>isLoading</a:t>
            </a:r>
            <a:r>
              <a:rPr lang="en-US">
                <a:solidFill>
                  <a:srgbClr val="4A86E8"/>
                </a:solidFill>
                <a:effectLst/>
                <a:highlight>
                  <a:srgbClr val="FFFFFF"/>
                </a:highlight>
              </a:rPr>
              <a:t> = </a:t>
            </a:r>
            <a:r>
              <a:rPr lang="en-US">
                <a:solidFill>
                  <a:srgbClr val="0033B3"/>
                </a:solidFill>
                <a:effectLst/>
                <a:highlight>
                  <a:srgbClr val="FFFFFF"/>
                </a:highlight>
              </a:rPr>
              <a:t>false</a:t>
            </a:r>
            <a:r>
              <a:rPr lang="en-US">
                <a:solidFill>
                  <a:srgbClr val="080808"/>
                </a:solidFill>
                <a:effectLst/>
                <a:highlight>
                  <a:srgbClr val="FFFFFF"/>
                </a:highlight>
              </a:rPr>
              <a:t>, </a:t>
            </a:r>
            <a:r>
              <a:rPr lang="en-US">
                <a:solidFill>
                  <a:srgbClr val="4A86E8"/>
                </a:solidFill>
                <a:effectLst/>
                <a:highlight>
                  <a:srgbClr val="FFFFFF"/>
                </a:highlight>
              </a:rPr>
              <a:t>counter = </a:t>
            </a:r>
            <a:r>
              <a:rPr lang="en-US">
                <a:solidFill>
                  <a:srgbClr val="1750EB"/>
                </a:solidFill>
                <a:effectLst/>
                <a:highlight>
                  <a:srgbClr val="FFFFFF"/>
                </a:highlight>
              </a:rPr>
              <a:t>0</a:t>
            </a:r>
            <a:r>
              <a:rPr lang="en-US">
                <a:solidFill>
                  <a:srgbClr val="080808"/>
                </a:solidFill>
                <a:effectLst/>
                <a:highlight>
                  <a:srgbClr val="FFFFFF"/>
                </a:highlight>
              </a:rPr>
              <a:t>)</a:t>
            </a:r>
            <a:br>
              <a:rPr lang="en-US">
                <a:solidFill>
                  <a:srgbClr val="080808"/>
                </a:solidFill>
                <a:effectLst/>
                <a:highlight>
                  <a:srgbClr val="FFFFFF"/>
                </a:highlight>
              </a:rPr>
            </a:br>
            <a:r>
              <a:rPr lang="en-US">
                <a:solidFill>
                  <a:srgbClr val="080808"/>
                </a:solidFill>
                <a:effectLst/>
                <a:highlight>
                  <a:srgbClr val="FFFFFF"/>
                </a:highlight>
              </a:rPr>
              <a:t>        </a:t>
            </a:r>
            <a:r>
              <a:rPr lang="en-US" b="1">
                <a:solidFill>
                  <a:srgbClr val="080808"/>
                </a:solidFill>
                <a:effectLst/>
                <a:highlight>
                  <a:srgbClr val="FFFFFF"/>
                </a:highlight>
              </a:rPr>
              <a:t>}</a:t>
            </a:r>
            <a:br>
              <a:rPr lang="en-US" b="1">
                <a:solidFill>
                  <a:srgbClr val="080808"/>
                </a:solidFill>
                <a:effectLst/>
                <a:highlight>
                  <a:srgbClr val="FFFFFF"/>
                </a:highlight>
              </a:rPr>
            </a:br>
            <a:r>
              <a:rPr lang="en-US" b="1">
                <a:solidFill>
                  <a:srgbClr val="080808"/>
                </a:solidFill>
                <a:effectLst/>
                <a:highlight>
                  <a:srgbClr val="FFFFFF"/>
                </a:highlight>
              </a:rPr>
              <a:t>    </a:t>
            </a:r>
            <a:r>
              <a:rPr lang="en-US">
                <a:solidFill>
                  <a:srgbClr val="080808"/>
                </a:solidFill>
                <a:effectLst/>
                <a:highlight>
                  <a:srgbClr val="FFFFFF"/>
                </a:highlight>
              </a:rPr>
              <a:t>}</a:t>
            </a:r>
            <a:br>
              <a:rPr lang="en-US">
                <a:solidFill>
                  <a:srgbClr val="080808"/>
                </a:solidFill>
                <a:effectLst/>
                <a:highlight>
                  <a:srgbClr val="FFFFFF"/>
                </a:highlight>
              </a:rPr>
            </a:br>
            <a:r>
              <a:rPr lang="en-US">
                <a:solidFill>
                  <a:srgbClr val="080808"/>
                </a:solidFill>
                <a:effectLst/>
                <a:highlight>
                  <a:srgbClr val="FFFFFF"/>
                </a:highlight>
              </a:rPr>
              <a:t>    </a:t>
            </a:r>
            <a:r>
              <a:rPr lang="en-US">
                <a:solidFill>
                  <a:srgbClr val="0033B3"/>
                </a:solidFill>
                <a:effectLst/>
                <a:highlight>
                  <a:srgbClr val="FFFFFF"/>
                </a:highlight>
              </a:rPr>
              <a:t>var </a:t>
            </a:r>
            <a:r>
              <a:rPr lang="en-US">
                <a:solidFill>
                  <a:srgbClr val="871094"/>
                </a:solidFill>
                <a:effectLst/>
                <a:highlight>
                  <a:srgbClr val="FFFFFF"/>
                </a:highlight>
              </a:rPr>
              <a:t>increment </a:t>
            </a:r>
            <a:r>
              <a:rPr lang="en-US">
                <a:solidFill>
                  <a:srgbClr val="080808"/>
                </a:solidFill>
                <a:effectLst/>
                <a:highlight>
                  <a:srgbClr val="FFFFFF"/>
                </a:highlight>
              </a:rPr>
              <a:t>= </a:t>
            </a:r>
            <a:r>
              <a:rPr lang="en-US" b="1">
                <a:solidFill>
                  <a:srgbClr val="080808"/>
                </a:solidFill>
                <a:effectLst/>
                <a:highlight>
                  <a:srgbClr val="FFFFFF"/>
                </a:highlight>
              </a:rPr>
              <a:t>{</a:t>
            </a:r>
            <a:br>
              <a:rPr lang="en-US" b="1">
                <a:solidFill>
                  <a:srgbClr val="080808"/>
                </a:solidFill>
                <a:effectLst/>
                <a:highlight>
                  <a:srgbClr val="FFFFFF"/>
                </a:highlight>
              </a:rPr>
            </a:br>
            <a:r>
              <a:rPr lang="en-US" b="1">
                <a:solidFill>
                  <a:srgbClr val="080808"/>
                </a:solidFill>
                <a:effectLst/>
                <a:highlight>
                  <a:srgbClr val="FFFFFF"/>
                </a:highlight>
              </a:rPr>
              <a:t>        </a:t>
            </a:r>
            <a:r>
              <a:rPr lang="en-US" i="1" err="1">
                <a:solidFill>
                  <a:srgbClr val="871094"/>
                </a:solidFill>
                <a:effectLst/>
                <a:highlight>
                  <a:srgbClr val="FFFFFF"/>
                </a:highlight>
              </a:rPr>
              <a:t>viewModelScope</a:t>
            </a:r>
            <a:r>
              <a:rPr lang="en-US" err="1">
                <a:solidFill>
                  <a:srgbClr val="080808"/>
                </a:solidFill>
                <a:effectLst/>
                <a:highlight>
                  <a:srgbClr val="FFFFFF"/>
                </a:highlight>
              </a:rPr>
              <a:t>.</a:t>
            </a:r>
            <a:r>
              <a:rPr lang="en-US" i="1" err="1">
                <a:solidFill>
                  <a:srgbClr val="00627A"/>
                </a:solidFill>
                <a:effectLst/>
                <a:highlight>
                  <a:srgbClr val="FFFFFF"/>
                </a:highlight>
              </a:rPr>
              <a:t>launch</a:t>
            </a:r>
            <a:r>
              <a:rPr lang="en-US" i="1">
                <a:solidFill>
                  <a:srgbClr val="00627A"/>
                </a:solidFill>
                <a:effectLst/>
                <a:highlight>
                  <a:srgbClr val="FFFFFF"/>
                </a:highlight>
              </a:rPr>
              <a:t> </a:t>
            </a:r>
            <a:r>
              <a:rPr lang="en-US" b="1">
                <a:solidFill>
                  <a:srgbClr val="080808"/>
                </a:solidFill>
                <a:effectLst/>
                <a:highlight>
                  <a:srgbClr val="FFFFFF"/>
                </a:highlight>
              </a:rPr>
              <a:t>{</a:t>
            </a:r>
            <a:br>
              <a:rPr lang="en-US" b="1">
                <a:solidFill>
                  <a:srgbClr val="080808"/>
                </a:solidFill>
                <a:effectLst/>
                <a:highlight>
                  <a:srgbClr val="FFFFFF"/>
                </a:highlight>
              </a:rPr>
            </a:br>
            <a:r>
              <a:rPr lang="en-US" b="1">
                <a:solidFill>
                  <a:srgbClr val="080808"/>
                </a:solidFill>
                <a:effectLst/>
                <a:highlight>
                  <a:srgbClr val="FFFFFF"/>
                </a:highlight>
              </a:rPr>
              <a:t>            </a:t>
            </a:r>
            <a:r>
              <a:rPr lang="en-US">
                <a:solidFill>
                  <a:srgbClr val="871094"/>
                </a:solidFill>
                <a:effectLst/>
                <a:highlight>
                  <a:srgbClr val="FFFFFF"/>
                </a:highlight>
              </a:rPr>
              <a:t>_</a:t>
            </a:r>
            <a:r>
              <a:rPr lang="en-US" err="1">
                <a:solidFill>
                  <a:srgbClr val="871094"/>
                </a:solidFill>
                <a:effectLst/>
                <a:highlight>
                  <a:srgbClr val="FFFFFF"/>
                </a:highlight>
              </a:rPr>
              <a:t>counter</a:t>
            </a:r>
            <a:r>
              <a:rPr lang="en-US" err="1">
                <a:solidFill>
                  <a:srgbClr val="080808"/>
                </a:solidFill>
                <a:effectLst/>
                <a:highlight>
                  <a:srgbClr val="FFFFFF"/>
                </a:highlight>
              </a:rPr>
              <a:t>.</a:t>
            </a:r>
            <a:r>
              <a:rPr lang="en-US" err="1">
                <a:solidFill>
                  <a:srgbClr val="871094"/>
                </a:solidFill>
                <a:effectLst/>
                <a:highlight>
                  <a:srgbClr val="FFFFFF"/>
                </a:highlight>
              </a:rPr>
              <a:t>value</a:t>
            </a:r>
            <a:r>
              <a:rPr lang="en-US" err="1">
                <a:solidFill>
                  <a:srgbClr val="080808"/>
                </a:solidFill>
                <a:effectLst/>
                <a:highlight>
                  <a:srgbClr val="FFFFFF"/>
                </a:highlight>
              </a:rPr>
              <a:t>.</a:t>
            </a:r>
            <a:r>
              <a:rPr lang="en-US" i="1" err="1">
                <a:solidFill>
                  <a:srgbClr val="00627A"/>
                </a:solidFill>
                <a:effectLst/>
                <a:highlight>
                  <a:srgbClr val="FFFFFF"/>
                </a:highlight>
              </a:rPr>
              <a:t>let</a:t>
            </a:r>
            <a:r>
              <a:rPr lang="en-US" i="1">
                <a:solidFill>
                  <a:srgbClr val="00627A"/>
                </a:solidFill>
                <a:effectLst/>
                <a:highlight>
                  <a:srgbClr val="FFFFFF"/>
                </a:highlight>
              </a:rPr>
              <a:t> </a:t>
            </a:r>
            <a:r>
              <a:rPr lang="en-US" b="1">
                <a:solidFill>
                  <a:srgbClr val="080808"/>
                </a:solidFill>
                <a:effectLst/>
                <a:highlight>
                  <a:srgbClr val="FFFFFF"/>
                </a:highlight>
              </a:rPr>
              <a:t>{</a:t>
            </a:r>
            <a:br>
              <a:rPr lang="en-US" b="1">
                <a:solidFill>
                  <a:srgbClr val="080808"/>
                </a:solidFill>
                <a:effectLst/>
                <a:highlight>
                  <a:srgbClr val="FFFFFF"/>
                </a:highlight>
              </a:rPr>
            </a:br>
            <a:r>
              <a:rPr lang="en-US" b="1">
                <a:solidFill>
                  <a:srgbClr val="080808"/>
                </a:solidFill>
                <a:effectLst/>
                <a:highlight>
                  <a:srgbClr val="FFFFFF"/>
                </a:highlight>
              </a:rPr>
              <a:t>                </a:t>
            </a:r>
            <a:r>
              <a:rPr lang="en-US">
                <a:solidFill>
                  <a:srgbClr val="871094"/>
                </a:solidFill>
                <a:effectLst/>
                <a:highlight>
                  <a:srgbClr val="FFFFFF"/>
                </a:highlight>
              </a:rPr>
              <a:t>_</a:t>
            </a:r>
            <a:r>
              <a:rPr lang="en-US" err="1">
                <a:solidFill>
                  <a:srgbClr val="871094"/>
                </a:solidFill>
                <a:effectLst/>
                <a:highlight>
                  <a:srgbClr val="FFFFFF"/>
                </a:highlight>
              </a:rPr>
              <a:t>counter</a:t>
            </a:r>
            <a:r>
              <a:rPr lang="en-US" err="1">
                <a:solidFill>
                  <a:srgbClr val="080808"/>
                </a:solidFill>
                <a:effectLst/>
                <a:highlight>
                  <a:srgbClr val="FFFFFF"/>
                </a:highlight>
              </a:rPr>
              <a:t>.</a:t>
            </a:r>
            <a:r>
              <a:rPr lang="en-US" err="1">
                <a:solidFill>
                  <a:srgbClr val="871094"/>
                </a:solidFill>
                <a:effectLst/>
                <a:highlight>
                  <a:srgbClr val="FFFFFF"/>
                </a:highlight>
              </a:rPr>
              <a:t>value</a:t>
            </a:r>
            <a:r>
              <a:rPr lang="en-US">
                <a:solidFill>
                  <a:srgbClr val="871094"/>
                </a:solidFill>
                <a:effectLst/>
                <a:highlight>
                  <a:srgbClr val="FFFFFF"/>
                </a:highlight>
              </a:rPr>
              <a:t> </a:t>
            </a:r>
            <a:r>
              <a:rPr lang="en-US">
                <a:solidFill>
                  <a:srgbClr val="080808"/>
                </a:solidFill>
                <a:effectLst/>
                <a:highlight>
                  <a:srgbClr val="FFFFFF"/>
                </a:highlight>
              </a:rPr>
              <a:t>= </a:t>
            </a:r>
            <a:r>
              <a:rPr lang="en-US" b="1" err="1">
                <a:solidFill>
                  <a:srgbClr val="080808"/>
                </a:solidFill>
                <a:effectLst/>
                <a:highlight>
                  <a:srgbClr val="FFFFFF"/>
                </a:highlight>
              </a:rPr>
              <a:t>it</a:t>
            </a:r>
            <a:r>
              <a:rPr lang="en-US" err="1">
                <a:solidFill>
                  <a:srgbClr val="080808"/>
                </a:solidFill>
                <a:effectLst/>
                <a:highlight>
                  <a:srgbClr val="FFFFFF"/>
                </a:highlight>
              </a:rPr>
              <a:t>.copy</a:t>
            </a:r>
            <a:r>
              <a:rPr lang="en-US">
                <a:solidFill>
                  <a:srgbClr val="080808"/>
                </a:solidFill>
                <a:effectLst/>
                <a:highlight>
                  <a:srgbClr val="FFFFFF"/>
                </a:highlight>
              </a:rPr>
              <a:t>(</a:t>
            </a:r>
            <a:r>
              <a:rPr lang="en-US">
                <a:solidFill>
                  <a:srgbClr val="4A86E8"/>
                </a:solidFill>
                <a:effectLst/>
                <a:highlight>
                  <a:srgbClr val="FFFFFF"/>
                </a:highlight>
              </a:rPr>
              <a:t>counter = </a:t>
            </a:r>
            <a:r>
              <a:rPr lang="en-US" b="1" err="1">
                <a:solidFill>
                  <a:srgbClr val="080808"/>
                </a:solidFill>
                <a:effectLst/>
                <a:highlight>
                  <a:srgbClr val="FFFFFF"/>
                </a:highlight>
              </a:rPr>
              <a:t>it</a:t>
            </a:r>
            <a:r>
              <a:rPr lang="en-US" err="1">
                <a:solidFill>
                  <a:srgbClr val="080808"/>
                </a:solidFill>
                <a:effectLst/>
                <a:highlight>
                  <a:srgbClr val="FFFFFF"/>
                </a:highlight>
              </a:rPr>
              <a:t>.</a:t>
            </a:r>
            <a:r>
              <a:rPr lang="en-US" err="1">
                <a:solidFill>
                  <a:srgbClr val="871094"/>
                </a:solidFill>
                <a:effectLst/>
                <a:highlight>
                  <a:srgbClr val="FFFFFF"/>
                </a:highlight>
              </a:rPr>
              <a:t>counter</a:t>
            </a:r>
            <a:r>
              <a:rPr lang="en-US" err="1">
                <a:solidFill>
                  <a:srgbClr val="080808"/>
                </a:solidFill>
                <a:effectLst/>
                <a:highlight>
                  <a:srgbClr val="FFFFFF"/>
                </a:highlight>
              </a:rPr>
              <a:t>.plus</a:t>
            </a:r>
            <a:r>
              <a:rPr lang="en-US">
                <a:solidFill>
                  <a:srgbClr val="080808"/>
                </a:solidFill>
                <a:effectLst/>
                <a:highlight>
                  <a:srgbClr val="FFFFFF"/>
                </a:highlight>
              </a:rPr>
              <a:t>(</a:t>
            </a:r>
            <a:r>
              <a:rPr lang="en-US">
                <a:solidFill>
                  <a:srgbClr val="1750EB"/>
                </a:solidFill>
                <a:effectLst/>
                <a:highlight>
                  <a:srgbClr val="FFFFFF"/>
                </a:highlight>
              </a:rPr>
              <a:t>1</a:t>
            </a:r>
            <a:r>
              <a:rPr lang="en-US">
                <a:solidFill>
                  <a:srgbClr val="080808"/>
                </a:solidFill>
                <a:effectLst/>
                <a:highlight>
                  <a:srgbClr val="FFFFFF"/>
                </a:highlight>
              </a:rPr>
              <a:t>))</a:t>
            </a:r>
            <a:br>
              <a:rPr lang="en-US">
                <a:solidFill>
                  <a:srgbClr val="080808"/>
                </a:solidFill>
                <a:effectLst/>
                <a:highlight>
                  <a:srgbClr val="FFFFFF"/>
                </a:highlight>
              </a:rPr>
            </a:br>
            <a:r>
              <a:rPr lang="en-US">
                <a:solidFill>
                  <a:srgbClr val="080808"/>
                </a:solidFill>
                <a:effectLst/>
                <a:highlight>
                  <a:srgbClr val="FFFFFF"/>
                </a:highlight>
              </a:rPr>
              <a:t>            </a:t>
            </a:r>
            <a:r>
              <a:rPr lang="en-US" b="1">
                <a:solidFill>
                  <a:srgbClr val="080808"/>
                </a:solidFill>
                <a:effectLst/>
                <a:highlight>
                  <a:srgbClr val="FFFFFF"/>
                </a:highlight>
              </a:rPr>
              <a:t>}</a:t>
            </a:r>
            <a:br>
              <a:rPr lang="en-US" b="1">
                <a:solidFill>
                  <a:srgbClr val="080808"/>
                </a:solidFill>
                <a:effectLst/>
                <a:highlight>
                  <a:srgbClr val="FFFFFF"/>
                </a:highlight>
              </a:rPr>
            </a:br>
            <a:r>
              <a:rPr lang="en-US" b="1">
                <a:solidFill>
                  <a:srgbClr val="080808"/>
                </a:solidFill>
                <a:effectLst/>
                <a:highlight>
                  <a:srgbClr val="FFFFFF"/>
                </a:highlight>
              </a:rPr>
              <a:t>        }</a:t>
            </a:r>
            <a:br>
              <a:rPr lang="en-US" b="1">
                <a:solidFill>
                  <a:srgbClr val="080808"/>
                </a:solidFill>
                <a:effectLst/>
                <a:highlight>
                  <a:srgbClr val="FFFFFF"/>
                </a:highlight>
              </a:rPr>
            </a:br>
            <a:r>
              <a:rPr lang="en-US" b="1">
                <a:solidFill>
                  <a:srgbClr val="080808"/>
                </a:solidFill>
                <a:effectLst/>
                <a:highlight>
                  <a:srgbClr val="FFFFFF"/>
                </a:highlight>
              </a:rPr>
              <a:t>    }</a:t>
            </a:r>
            <a:br>
              <a:rPr lang="en-US" b="1">
                <a:solidFill>
                  <a:srgbClr val="080808"/>
                </a:solidFill>
                <a:effectLst/>
                <a:highlight>
                  <a:srgbClr val="FFFFFF"/>
                </a:highlight>
              </a:rPr>
            </a:br>
            <a:r>
              <a:rPr lang="en-US" b="1">
                <a:solidFill>
                  <a:srgbClr val="080808"/>
                </a:solidFill>
                <a:effectLst/>
                <a:highlight>
                  <a:srgbClr val="FFFFFF"/>
                </a:highlight>
              </a:rPr>
              <a:t>    </a:t>
            </a:r>
            <a:r>
              <a:rPr lang="en-US">
                <a:solidFill>
                  <a:srgbClr val="0033B3"/>
                </a:solidFill>
                <a:effectLst/>
                <a:highlight>
                  <a:srgbClr val="FFFFFF"/>
                </a:highlight>
              </a:rPr>
              <a:t>var </a:t>
            </a:r>
            <a:r>
              <a:rPr lang="en-US">
                <a:solidFill>
                  <a:srgbClr val="871094"/>
                </a:solidFill>
                <a:effectLst/>
                <a:highlight>
                  <a:srgbClr val="FFFFFF"/>
                </a:highlight>
              </a:rPr>
              <a:t>decrement </a:t>
            </a:r>
            <a:r>
              <a:rPr lang="en-US">
                <a:solidFill>
                  <a:srgbClr val="080808"/>
                </a:solidFill>
                <a:effectLst/>
                <a:highlight>
                  <a:srgbClr val="FFFFFF"/>
                </a:highlight>
              </a:rPr>
              <a:t>= </a:t>
            </a:r>
            <a:r>
              <a:rPr lang="en-US" b="1">
                <a:solidFill>
                  <a:srgbClr val="080808"/>
                </a:solidFill>
                <a:effectLst/>
                <a:highlight>
                  <a:srgbClr val="FFFFFF"/>
                </a:highlight>
              </a:rPr>
              <a:t>{</a:t>
            </a:r>
            <a:br>
              <a:rPr lang="en-US" b="1">
                <a:solidFill>
                  <a:srgbClr val="080808"/>
                </a:solidFill>
                <a:effectLst/>
                <a:highlight>
                  <a:srgbClr val="FFFFFF"/>
                </a:highlight>
              </a:rPr>
            </a:br>
            <a:r>
              <a:rPr lang="en-US" b="1">
                <a:solidFill>
                  <a:srgbClr val="080808"/>
                </a:solidFill>
                <a:effectLst/>
                <a:highlight>
                  <a:srgbClr val="FFFFFF"/>
                </a:highlight>
              </a:rPr>
              <a:t>        </a:t>
            </a:r>
            <a:r>
              <a:rPr lang="en-US" i="1" err="1">
                <a:solidFill>
                  <a:srgbClr val="871094"/>
                </a:solidFill>
                <a:effectLst/>
                <a:highlight>
                  <a:srgbClr val="FFFFFF"/>
                </a:highlight>
              </a:rPr>
              <a:t>viewModelScope</a:t>
            </a:r>
            <a:r>
              <a:rPr lang="en-US" err="1">
                <a:solidFill>
                  <a:srgbClr val="080808"/>
                </a:solidFill>
                <a:effectLst/>
                <a:highlight>
                  <a:srgbClr val="FFFFFF"/>
                </a:highlight>
              </a:rPr>
              <a:t>.</a:t>
            </a:r>
            <a:r>
              <a:rPr lang="en-US" i="1" err="1">
                <a:solidFill>
                  <a:srgbClr val="00627A"/>
                </a:solidFill>
                <a:effectLst/>
                <a:highlight>
                  <a:srgbClr val="FFFFFF"/>
                </a:highlight>
              </a:rPr>
              <a:t>launch</a:t>
            </a:r>
            <a:r>
              <a:rPr lang="en-US" i="1">
                <a:solidFill>
                  <a:srgbClr val="00627A"/>
                </a:solidFill>
                <a:effectLst/>
                <a:highlight>
                  <a:srgbClr val="FFFFFF"/>
                </a:highlight>
              </a:rPr>
              <a:t> </a:t>
            </a:r>
            <a:r>
              <a:rPr lang="en-US" b="1">
                <a:solidFill>
                  <a:srgbClr val="080808"/>
                </a:solidFill>
                <a:effectLst/>
                <a:highlight>
                  <a:srgbClr val="FFFFFF"/>
                </a:highlight>
              </a:rPr>
              <a:t>{</a:t>
            </a:r>
            <a:br>
              <a:rPr lang="en-US" b="1">
                <a:solidFill>
                  <a:srgbClr val="080808"/>
                </a:solidFill>
                <a:effectLst/>
                <a:highlight>
                  <a:srgbClr val="FFFFFF"/>
                </a:highlight>
              </a:rPr>
            </a:br>
            <a:r>
              <a:rPr lang="en-US" b="1">
                <a:solidFill>
                  <a:srgbClr val="080808"/>
                </a:solidFill>
                <a:effectLst/>
                <a:highlight>
                  <a:srgbClr val="FFFFFF"/>
                </a:highlight>
              </a:rPr>
              <a:t>            </a:t>
            </a:r>
            <a:r>
              <a:rPr lang="en-US">
                <a:solidFill>
                  <a:srgbClr val="871094"/>
                </a:solidFill>
                <a:effectLst/>
                <a:highlight>
                  <a:srgbClr val="FFFFFF"/>
                </a:highlight>
              </a:rPr>
              <a:t>_</a:t>
            </a:r>
            <a:r>
              <a:rPr lang="en-US" err="1">
                <a:solidFill>
                  <a:srgbClr val="871094"/>
                </a:solidFill>
                <a:effectLst/>
                <a:highlight>
                  <a:srgbClr val="FFFFFF"/>
                </a:highlight>
              </a:rPr>
              <a:t>counter</a:t>
            </a:r>
            <a:r>
              <a:rPr lang="en-US" err="1">
                <a:solidFill>
                  <a:srgbClr val="080808"/>
                </a:solidFill>
                <a:effectLst/>
                <a:highlight>
                  <a:srgbClr val="FFFFFF"/>
                </a:highlight>
              </a:rPr>
              <a:t>.</a:t>
            </a:r>
            <a:r>
              <a:rPr lang="en-US" err="1">
                <a:solidFill>
                  <a:srgbClr val="871094"/>
                </a:solidFill>
                <a:effectLst/>
                <a:highlight>
                  <a:srgbClr val="FFFFFF"/>
                </a:highlight>
              </a:rPr>
              <a:t>value</a:t>
            </a:r>
            <a:r>
              <a:rPr lang="en-US" err="1">
                <a:solidFill>
                  <a:srgbClr val="080808"/>
                </a:solidFill>
                <a:effectLst/>
                <a:highlight>
                  <a:srgbClr val="FFFFFF"/>
                </a:highlight>
              </a:rPr>
              <a:t>.</a:t>
            </a:r>
            <a:r>
              <a:rPr lang="en-US" i="1" err="1">
                <a:solidFill>
                  <a:srgbClr val="00627A"/>
                </a:solidFill>
                <a:effectLst/>
                <a:highlight>
                  <a:srgbClr val="FFFFFF"/>
                </a:highlight>
              </a:rPr>
              <a:t>let</a:t>
            </a:r>
            <a:r>
              <a:rPr lang="en-US" i="1">
                <a:solidFill>
                  <a:srgbClr val="00627A"/>
                </a:solidFill>
                <a:effectLst/>
                <a:highlight>
                  <a:srgbClr val="FFFFFF"/>
                </a:highlight>
              </a:rPr>
              <a:t> </a:t>
            </a:r>
            <a:r>
              <a:rPr lang="en-US" b="1">
                <a:solidFill>
                  <a:srgbClr val="080808"/>
                </a:solidFill>
                <a:effectLst/>
                <a:highlight>
                  <a:srgbClr val="FFFFFF"/>
                </a:highlight>
              </a:rPr>
              <a:t>{</a:t>
            </a:r>
            <a:br>
              <a:rPr lang="en-US" b="1">
                <a:solidFill>
                  <a:srgbClr val="080808"/>
                </a:solidFill>
                <a:effectLst/>
                <a:highlight>
                  <a:srgbClr val="FFFFFF"/>
                </a:highlight>
              </a:rPr>
            </a:br>
            <a:r>
              <a:rPr lang="en-US" b="1">
                <a:solidFill>
                  <a:srgbClr val="080808"/>
                </a:solidFill>
                <a:effectLst/>
                <a:highlight>
                  <a:srgbClr val="FFFFFF"/>
                </a:highlight>
              </a:rPr>
              <a:t>                </a:t>
            </a:r>
            <a:r>
              <a:rPr lang="en-US">
                <a:solidFill>
                  <a:srgbClr val="871094"/>
                </a:solidFill>
                <a:effectLst/>
                <a:highlight>
                  <a:srgbClr val="FFFFFF"/>
                </a:highlight>
              </a:rPr>
              <a:t>_</a:t>
            </a:r>
            <a:r>
              <a:rPr lang="en-US" err="1">
                <a:solidFill>
                  <a:srgbClr val="871094"/>
                </a:solidFill>
                <a:effectLst/>
                <a:highlight>
                  <a:srgbClr val="FFFFFF"/>
                </a:highlight>
              </a:rPr>
              <a:t>counter</a:t>
            </a:r>
            <a:r>
              <a:rPr lang="en-US" err="1">
                <a:solidFill>
                  <a:srgbClr val="080808"/>
                </a:solidFill>
                <a:effectLst/>
                <a:highlight>
                  <a:srgbClr val="FFFFFF"/>
                </a:highlight>
              </a:rPr>
              <a:t>.</a:t>
            </a:r>
            <a:r>
              <a:rPr lang="en-US" err="1">
                <a:solidFill>
                  <a:srgbClr val="871094"/>
                </a:solidFill>
                <a:effectLst/>
                <a:highlight>
                  <a:srgbClr val="FFFFFF"/>
                </a:highlight>
              </a:rPr>
              <a:t>value</a:t>
            </a:r>
            <a:r>
              <a:rPr lang="en-US">
                <a:solidFill>
                  <a:srgbClr val="871094"/>
                </a:solidFill>
                <a:effectLst/>
                <a:highlight>
                  <a:srgbClr val="FFFFFF"/>
                </a:highlight>
              </a:rPr>
              <a:t> </a:t>
            </a:r>
            <a:r>
              <a:rPr lang="en-US">
                <a:solidFill>
                  <a:srgbClr val="080808"/>
                </a:solidFill>
                <a:effectLst/>
                <a:highlight>
                  <a:srgbClr val="FFFFFF"/>
                </a:highlight>
              </a:rPr>
              <a:t>= </a:t>
            </a:r>
            <a:r>
              <a:rPr lang="en-US" b="1" err="1">
                <a:solidFill>
                  <a:srgbClr val="080808"/>
                </a:solidFill>
                <a:effectLst/>
                <a:highlight>
                  <a:srgbClr val="FFFFFF"/>
                </a:highlight>
              </a:rPr>
              <a:t>it</a:t>
            </a:r>
            <a:r>
              <a:rPr lang="en-US" err="1">
                <a:solidFill>
                  <a:srgbClr val="080808"/>
                </a:solidFill>
                <a:effectLst/>
                <a:highlight>
                  <a:srgbClr val="FFFFFF"/>
                </a:highlight>
              </a:rPr>
              <a:t>.copy</a:t>
            </a:r>
            <a:r>
              <a:rPr lang="en-US">
                <a:solidFill>
                  <a:srgbClr val="080808"/>
                </a:solidFill>
                <a:effectLst/>
                <a:highlight>
                  <a:srgbClr val="FFFFFF"/>
                </a:highlight>
              </a:rPr>
              <a:t>(</a:t>
            </a:r>
            <a:r>
              <a:rPr lang="en-US">
                <a:solidFill>
                  <a:srgbClr val="4A86E8"/>
                </a:solidFill>
                <a:effectLst/>
                <a:highlight>
                  <a:srgbClr val="FFFFFF"/>
                </a:highlight>
              </a:rPr>
              <a:t>counter = </a:t>
            </a:r>
            <a:r>
              <a:rPr lang="en-US" b="1" err="1">
                <a:solidFill>
                  <a:srgbClr val="080808"/>
                </a:solidFill>
                <a:effectLst/>
                <a:highlight>
                  <a:srgbClr val="FFFFFF"/>
                </a:highlight>
              </a:rPr>
              <a:t>it</a:t>
            </a:r>
            <a:r>
              <a:rPr lang="en-US" err="1">
                <a:solidFill>
                  <a:srgbClr val="080808"/>
                </a:solidFill>
                <a:effectLst/>
                <a:highlight>
                  <a:srgbClr val="FFFFFF"/>
                </a:highlight>
              </a:rPr>
              <a:t>.</a:t>
            </a:r>
            <a:r>
              <a:rPr lang="en-US" err="1">
                <a:solidFill>
                  <a:srgbClr val="871094"/>
                </a:solidFill>
                <a:effectLst/>
                <a:highlight>
                  <a:srgbClr val="FFFFFF"/>
                </a:highlight>
              </a:rPr>
              <a:t>counter</a:t>
            </a:r>
            <a:r>
              <a:rPr lang="en-US" err="1">
                <a:solidFill>
                  <a:srgbClr val="080808"/>
                </a:solidFill>
                <a:effectLst/>
                <a:highlight>
                  <a:srgbClr val="FFFFFF"/>
                </a:highlight>
              </a:rPr>
              <a:t>.minus</a:t>
            </a:r>
            <a:r>
              <a:rPr lang="en-US">
                <a:solidFill>
                  <a:srgbClr val="080808"/>
                </a:solidFill>
                <a:effectLst/>
                <a:highlight>
                  <a:srgbClr val="FFFFFF"/>
                </a:highlight>
              </a:rPr>
              <a:t>(</a:t>
            </a:r>
            <a:r>
              <a:rPr lang="en-US">
                <a:solidFill>
                  <a:srgbClr val="1750EB"/>
                </a:solidFill>
                <a:effectLst/>
                <a:highlight>
                  <a:srgbClr val="FFFFFF"/>
                </a:highlight>
              </a:rPr>
              <a:t>1</a:t>
            </a:r>
            <a:r>
              <a:rPr lang="en-US">
                <a:solidFill>
                  <a:srgbClr val="080808"/>
                </a:solidFill>
                <a:effectLst/>
                <a:highlight>
                  <a:srgbClr val="FFFFFF"/>
                </a:highlight>
              </a:rPr>
              <a:t>))</a:t>
            </a:r>
            <a:br>
              <a:rPr lang="en-US">
                <a:solidFill>
                  <a:srgbClr val="080808"/>
                </a:solidFill>
                <a:effectLst/>
                <a:highlight>
                  <a:srgbClr val="FFFFFF"/>
                </a:highlight>
              </a:rPr>
            </a:br>
            <a:r>
              <a:rPr lang="en-US">
                <a:solidFill>
                  <a:srgbClr val="080808"/>
                </a:solidFill>
                <a:effectLst/>
                <a:highlight>
                  <a:srgbClr val="FFFFFF"/>
                </a:highlight>
              </a:rPr>
              <a:t>            </a:t>
            </a:r>
            <a:r>
              <a:rPr lang="en-US" b="1">
                <a:solidFill>
                  <a:srgbClr val="080808"/>
                </a:solidFill>
                <a:effectLst/>
                <a:highlight>
                  <a:srgbClr val="FFFFFF"/>
                </a:highlight>
              </a:rPr>
              <a:t>}</a:t>
            </a:r>
            <a:br>
              <a:rPr lang="en-US" b="1">
                <a:solidFill>
                  <a:srgbClr val="080808"/>
                </a:solidFill>
                <a:effectLst/>
                <a:highlight>
                  <a:srgbClr val="FFFFFF"/>
                </a:highlight>
              </a:rPr>
            </a:br>
            <a:r>
              <a:rPr lang="en-US" b="1">
                <a:solidFill>
                  <a:srgbClr val="080808"/>
                </a:solidFill>
                <a:effectLst/>
                <a:highlight>
                  <a:srgbClr val="FFFFFF"/>
                </a:highlight>
              </a:rPr>
              <a:t>        }</a:t>
            </a:r>
            <a:br>
              <a:rPr lang="en-US" b="1">
                <a:solidFill>
                  <a:srgbClr val="080808"/>
                </a:solidFill>
                <a:effectLst/>
                <a:highlight>
                  <a:srgbClr val="FFFFFF"/>
                </a:highlight>
              </a:rPr>
            </a:br>
            <a:r>
              <a:rPr lang="en-US" b="1">
                <a:solidFill>
                  <a:srgbClr val="080808"/>
                </a:solidFill>
                <a:effectLst/>
                <a:highlight>
                  <a:srgbClr val="FFFFFF"/>
                </a:highlight>
              </a:rPr>
              <a:t>    }</a:t>
            </a:r>
            <a:br>
              <a:rPr lang="en-US" b="1">
                <a:solidFill>
                  <a:srgbClr val="080808"/>
                </a:solidFill>
                <a:effectLst/>
                <a:highlight>
                  <a:srgbClr val="FFFFFF"/>
                </a:highlight>
              </a:rPr>
            </a:br>
            <a:r>
              <a:rPr lang="en-US">
                <a:solidFill>
                  <a:srgbClr val="080808"/>
                </a:solidFill>
                <a:effectLst/>
                <a:highlight>
                  <a:srgbClr val="FFFFFF"/>
                </a:highlight>
              </a:rPr>
              <a:t>}</a:t>
            </a:r>
          </a:p>
        </p:txBody>
      </p:sp>
      <p:sp>
        <p:nvSpPr>
          <p:cNvPr id="2" name="Slide Number Placeholder 1">
            <a:extLst>
              <a:ext uri="{FF2B5EF4-FFF2-40B4-BE49-F238E27FC236}">
                <a16:creationId xmlns:a16="http://schemas.microsoft.com/office/drawing/2014/main" id="{60186845-ADC7-0838-EDC2-1127132479A3}"/>
              </a:ext>
            </a:extLst>
          </p:cNvPr>
          <p:cNvSpPr>
            <a:spLocks noGrp="1"/>
          </p:cNvSpPr>
          <p:nvPr>
            <p:ph type="sldNum" sz="quarter" idx="12"/>
          </p:nvPr>
        </p:nvSpPr>
        <p:spPr/>
        <p:txBody>
          <a:bodyPr/>
          <a:lstStyle/>
          <a:p>
            <a:fld id="{330EA680-D336-4FF7-8B7A-9848BB0A1C32}" type="slidenum">
              <a:rPr lang="en-US" smtClean="0"/>
              <a:t>31</a:t>
            </a:fld>
            <a:endParaRPr lang="en-US"/>
          </a:p>
        </p:txBody>
      </p:sp>
    </p:spTree>
    <p:extLst>
      <p:ext uri="{BB962C8B-B14F-4D97-AF65-F5344CB8AC3E}">
        <p14:creationId xmlns:p14="http://schemas.microsoft.com/office/powerpoint/2010/main" val="3866767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222B56-5720-4991-22AC-07E627E6625C}"/>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US" kern="1200">
                <a:solidFill>
                  <a:schemeClr val="tx1"/>
                </a:solidFill>
                <a:latin typeface="+mj-lt"/>
                <a:ea typeface="+mj-ea"/>
                <a:cs typeface="+mj-cs"/>
              </a:rPr>
              <a:t>Refactor the code in </a:t>
            </a:r>
            <a:r>
              <a:rPr lang="en-US" kern="1200">
                <a:solidFill>
                  <a:schemeClr val="tx1"/>
                </a:solidFill>
                <a:effectLst/>
                <a:highlight>
                  <a:srgbClr val="FFFFFF"/>
                </a:highlight>
                <a:latin typeface="+mj-lt"/>
                <a:ea typeface="+mj-ea"/>
                <a:cs typeface="+mj-cs"/>
              </a:rPr>
              <a:t>MainScreen</a:t>
            </a:r>
            <a:endParaRPr lang="en-US" kern="1200">
              <a:solidFill>
                <a:schemeClr val="tx1"/>
              </a:solidFill>
              <a:latin typeface="+mj-lt"/>
              <a:ea typeface="+mj-ea"/>
              <a:cs typeface="+mj-cs"/>
            </a:endParaRP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Box 2">
            <a:extLst>
              <a:ext uri="{FF2B5EF4-FFF2-40B4-BE49-F238E27FC236}">
                <a16:creationId xmlns:a16="http://schemas.microsoft.com/office/drawing/2014/main" id="{783206DD-9598-5713-78CF-98F1EB61B4EC}"/>
              </a:ext>
            </a:extLst>
          </p:cNvPr>
          <p:cNvSpPr txBox="1"/>
          <p:nvPr/>
        </p:nvSpPr>
        <p:spPr>
          <a:xfrm>
            <a:off x="22734" y="1960794"/>
            <a:ext cx="3752854" cy="3693319"/>
          </a:xfrm>
          <a:prstGeom prst="rect">
            <a:avLst/>
          </a:prstGeom>
          <a:noFill/>
          <a:ln>
            <a:noFill/>
          </a:ln>
        </p:spPr>
        <p:txBody>
          <a:bodyPr wrap="square">
            <a:spAutoFit/>
          </a:bodyPr>
          <a:lstStyle/>
          <a:p>
            <a:r>
              <a:rPr lang="en-US">
                <a:solidFill>
                  <a:srgbClr val="009900"/>
                </a:solidFill>
                <a:effectLst/>
                <a:highlight>
                  <a:srgbClr val="FFFFFF"/>
                </a:highlight>
              </a:rPr>
              <a:t>Column</a:t>
            </a:r>
            <a:r>
              <a:rPr lang="en-US">
                <a:solidFill>
                  <a:srgbClr val="080808"/>
                </a:solidFill>
                <a:effectLst/>
                <a:highlight>
                  <a:srgbClr val="FFFFFF"/>
                </a:highlight>
              </a:rPr>
              <a:t>(</a:t>
            </a:r>
            <a:br>
              <a:rPr lang="en-US">
                <a:solidFill>
                  <a:srgbClr val="080808"/>
                </a:solidFill>
                <a:effectLst/>
                <a:highlight>
                  <a:srgbClr val="FFFFFF"/>
                </a:highlight>
              </a:rPr>
            </a:br>
            <a:r>
              <a:rPr lang="en-US">
                <a:solidFill>
                  <a:srgbClr val="080808"/>
                </a:solidFill>
                <a:effectLst/>
                <a:highlight>
                  <a:srgbClr val="FFFFFF"/>
                </a:highlight>
              </a:rPr>
              <a:t>    </a:t>
            </a:r>
            <a:r>
              <a:rPr lang="en-US">
                <a:solidFill>
                  <a:srgbClr val="4A86E8"/>
                </a:solidFill>
                <a:effectLst/>
                <a:highlight>
                  <a:srgbClr val="FFFFFF"/>
                </a:highlight>
              </a:rPr>
              <a:t>//…</a:t>
            </a:r>
            <a:br>
              <a:rPr lang="en-US">
                <a:solidFill>
                  <a:srgbClr val="871094"/>
                </a:solidFill>
                <a:effectLst/>
                <a:highlight>
                  <a:srgbClr val="FFFFFF"/>
                </a:highlight>
              </a:rPr>
            </a:br>
            <a:r>
              <a:rPr lang="en-US">
                <a:solidFill>
                  <a:srgbClr val="080808"/>
                </a:solidFill>
                <a:effectLst/>
                <a:highlight>
                  <a:srgbClr val="FFFFFF"/>
                </a:highlight>
              </a:rPr>
              <a:t>) </a:t>
            </a:r>
            <a:r>
              <a:rPr lang="en-US" b="1">
                <a:solidFill>
                  <a:srgbClr val="080808"/>
                </a:solidFill>
                <a:effectLst/>
                <a:highlight>
                  <a:srgbClr val="FFFFFF"/>
                </a:highlight>
              </a:rPr>
              <a:t>{</a:t>
            </a:r>
            <a:br>
              <a:rPr lang="en-US" b="1">
                <a:solidFill>
                  <a:srgbClr val="080808"/>
                </a:solidFill>
                <a:effectLst/>
                <a:highlight>
                  <a:srgbClr val="FFFFFF"/>
                </a:highlight>
              </a:rPr>
            </a:br>
            <a:r>
              <a:rPr lang="en-US" b="1">
                <a:solidFill>
                  <a:srgbClr val="080808"/>
                </a:solidFill>
                <a:effectLst/>
                <a:highlight>
                  <a:srgbClr val="FFFFFF"/>
                </a:highlight>
              </a:rPr>
              <a:t>    </a:t>
            </a:r>
            <a:r>
              <a:rPr lang="en-US">
                <a:solidFill>
                  <a:srgbClr val="009900"/>
                </a:solidFill>
                <a:effectLst/>
                <a:highlight>
                  <a:srgbClr val="FFFFFF"/>
                </a:highlight>
              </a:rPr>
              <a:t>Button</a:t>
            </a:r>
            <a:r>
              <a:rPr lang="en-US">
                <a:solidFill>
                  <a:srgbClr val="080808"/>
                </a:solidFill>
                <a:effectLst/>
                <a:highlight>
                  <a:srgbClr val="FFFFFF"/>
                </a:highlight>
              </a:rPr>
              <a:t>(</a:t>
            </a:r>
            <a:r>
              <a:rPr lang="en-US" err="1">
                <a:solidFill>
                  <a:srgbClr val="4A86E8"/>
                </a:solidFill>
                <a:effectLst/>
                <a:highlight>
                  <a:srgbClr val="FFFFFF"/>
                </a:highlight>
              </a:rPr>
              <a:t>onClick</a:t>
            </a:r>
            <a:r>
              <a:rPr lang="en-US">
                <a:solidFill>
                  <a:srgbClr val="4A86E8"/>
                </a:solidFill>
                <a:effectLst/>
                <a:highlight>
                  <a:srgbClr val="FFFFFF"/>
                </a:highlight>
              </a:rPr>
              <a:t> = </a:t>
            </a:r>
            <a:r>
              <a:rPr lang="en-US" b="1">
                <a:solidFill>
                  <a:srgbClr val="080808"/>
                </a:solidFill>
                <a:effectLst/>
                <a:highlight>
                  <a:srgbClr val="FFFFFF"/>
                </a:highlight>
              </a:rPr>
              <a:t>{ </a:t>
            </a:r>
            <a:r>
              <a:rPr lang="en-US">
                <a:solidFill>
                  <a:srgbClr val="000000"/>
                </a:solidFill>
                <a:effectLst/>
                <a:highlight>
                  <a:srgbClr val="FFFFFF"/>
                </a:highlight>
              </a:rPr>
              <a:t>/*…*/</a:t>
            </a:r>
            <a:r>
              <a:rPr lang="en-US">
                <a:solidFill>
                  <a:srgbClr val="080808"/>
                </a:solidFill>
                <a:effectLst/>
                <a:highlight>
                  <a:srgbClr val="FFFFFF"/>
                </a:highlight>
              </a:rPr>
              <a:t> </a:t>
            </a:r>
            <a:r>
              <a:rPr lang="en-US" b="1">
                <a:solidFill>
                  <a:srgbClr val="080808"/>
                </a:solidFill>
                <a:effectLst/>
                <a:highlight>
                  <a:srgbClr val="FFFFFF"/>
                </a:highlight>
              </a:rPr>
              <a:t>}</a:t>
            </a:r>
            <a:r>
              <a:rPr lang="en-US">
                <a:solidFill>
                  <a:srgbClr val="080808"/>
                </a:solidFill>
                <a:effectLst/>
                <a:highlight>
                  <a:srgbClr val="FFFFFF"/>
                </a:highlight>
              </a:rPr>
              <a:t>) </a:t>
            </a:r>
            <a:r>
              <a:rPr lang="en-US" b="1">
                <a:solidFill>
                  <a:srgbClr val="080808"/>
                </a:solidFill>
                <a:effectLst/>
                <a:highlight>
                  <a:srgbClr val="FFFFFF"/>
                </a:highlight>
              </a:rPr>
              <a:t>{</a:t>
            </a:r>
            <a:br>
              <a:rPr lang="en-US" b="1">
                <a:solidFill>
                  <a:srgbClr val="080808"/>
                </a:solidFill>
                <a:effectLst/>
                <a:highlight>
                  <a:srgbClr val="FFFFFF"/>
                </a:highlight>
              </a:rPr>
            </a:br>
            <a:r>
              <a:rPr lang="en-US" b="1">
                <a:solidFill>
                  <a:srgbClr val="080808"/>
                </a:solidFill>
                <a:effectLst/>
                <a:highlight>
                  <a:srgbClr val="FFFFFF"/>
                </a:highlight>
              </a:rPr>
              <a:t>        </a:t>
            </a:r>
            <a:r>
              <a:rPr lang="en-US">
                <a:solidFill>
                  <a:srgbClr val="009900"/>
                </a:solidFill>
                <a:effectLst/>
                <a:highlight>
                  <a:srgbClr val="FFFFFF"/>
                </a:highlight>
              </a:rPr>
              <a:t>Text</a:t>
            </a:r>
            <a:r>
              <a:rPr lang="en-US">
                <a:solidFill>
                  <a:srgbClr val="080808"/>
                </a:solidFill>
                <a:effectLst/>
                <a:highlight>
                  <a:srgbClr val="FFFFFF"/>
                </a:highlight>
              </a:rPr>
              <a:t>(</a:t>
            </a:r>
            <a:r>
              <a:rPr lang="en-US">
                <a:solidFill>
                  <a:srgbClr val="4A86E8"/>
                </a:solidFill>
                <a:effectLst/>
                <a:highlight>
                  <a:srgbClr val="FFFFFF"/>
                </a:highlight>
              </a:rPr>
              <a:t>text = </a:t>
            </a:r>
            <a:r>
              <a:rPr lang="en-US">
                <a:solidFill>
                  <a:srgbClr val="067D17"/>
                </a:solidFill>
                <a:effectLst/>
                <a:highlight>
                  <a:srgbClr val="FFFFFF"/>
                </a:highlight>
              </a:rPr>
              <a:t>"Increment"</a:t>
            </a:r>
            <a:r>
              <a:rPr lang="en-US">
                <a:solidFill>
                  <a:srgbClr val="080808"/>
                </a:solidFill>
                <a:effectLst/>
                <a:highlight>
                  <a:srgbClr val="FFFFFF"/>
                </a:highlight>
              </a:rPr>
              <a:t>)</a:t>
            </a:r>
            <a:br>
              <a:rPr lang="en-US">
                <a:solidFill>
                  <a:srgbClr val="080808"/>
                </a:solidFill>
                <a:effectLst/>
                <a:highlight>
                  <a:srgbClr val="FFFFFF"/>
                </a:highlight>
              </a:rPr>
            </a:br>
            <a:r>
              <a:rPr lang="en-US">
                <a:solidFill>
                  <a:srgbClr val="080808"/>
                </a:solidFill>
                <a:effectLst/>
                <a:highlight>
                  <a:srgbClr val="FFFFFF"/>
                </a:highlight>
              </a:rPr>
              <a:t>    </a:t>
            </a:r>
            <a:r>
              <a:rPr lang="en-US" b="1">
                <a:solidFill>
                  <a:srgbClr val="080808"/>
                </a:solidFill>
                <a:effectLst/>
                <a:highlight>
                  <a:srgbClr val="FFFFFF"/>
                </a:highlight>
              </a:rPr>
              <a:t>}</a:t>
            </a:r>
          </a:p>
          <a:p>
            <a:br>
              <a:rPr lang="en-US" b="1">
                <a:solidFill>
                  <a:srgbClr val="080808"/>
                </a:solidFill>
                <a:effectLst/>
                <a:highlight>
                  <a:srgbClr val="FFFFFF"/>
                </a:highlight>
              </a:rPr>
            </a:br>
            <a:r>
              <a:rPr lang="en-US" b="1">
                <a:solidFill>
                  <a:srgbClr val="080808"/>
                </a:solidFill>
                <a:effectLst/>
                <a:highlight>
                  <a:srgbClr val="FFFFFF"/>
                </a:highlight>
              </a:rPr>
              <a:t>    </a:t>
            </a:r>
            <a:r>
              <a:rPr lang="en-US">
                <a:solidFill>
                  <a:srgbClr val="009900"/>
                </a:solidFill>
                <a:effectLst/>
                <a:highlight>
                  <a:srgbClr val="FFFFFF"/>
                </a:highlight>
              </a:rPr>
              <a:t>Text</a:t>
            </a:r>
            <a:r>
              <a:rPr lang="en-US">
                <a:solidFill>
                  <a:srgbClr val="080808"/>
                </a:solidFill>
                <a:effectLst/>
                <a:highlight>
                  <a:srgbClr val="FFFFFF"/>
                </a:highlight>
              </a:rPr>
              <a:t>(</a:t>
            </a:r>
            <a:r>
              <a:rPr lang="en-US">
                <a:solidFill>
                  <a:srgbClr val="4A86E8"/>
                </a:solidFill>
                <a:effectLst/>
                <a:highlight>
                  <a:srgbClr val="FFFFFF"/>
                </a:highlight>
              </a:rPr>
              <a:t>text = </a:t>
            </a:r>
            <a:r>
              <a:rPr lang="en-US">
                <a:solidFill>
                  <a:srgbClr val="067D17"/>
                </a:solidFill>
                <a:effectLst/>
                <a:highlight>
                  <a:srgbClr val="FFFFFF"/>
                </a:highlight>
              </a:rPr>
              <a:t>"</a:t>
            </a:r>
            <a:r>
              <a:rPr lang="en-US">
                <a:solidFill>
                  <a:srgbClr val="0037A6"/>
                </a:solidFill>
                <a:effectLst/>
                <a:highlight>
                  <a:srgbClr val="FFFFFF"/>
                </a:highlight>
              </a:rPr>
              <a:t>${</a:t>
            </a:r>
            <a:r>
              <a:rPr lang="en-US" err="1">
                <a:solidFill>
                  <a:srgbClr val="000000"/>
                </a:solidFill>
                <a:effectLst/>
                <a:highlight>
                  <a:srgbClr val="FFFFFF"/>
                </a:highlight>
              </a:rPr>
              <a:t>countState</a:t>
            </a:r>
            <a:r>
              <a:rPr lang="en-US" err="1">
                <a:solidFill>
                  <a:srgbClr val="080808"/>
                </a:solidFill>
                <a:effectLst/>
                <a:highlight>
                  <a:srgbClr val="FFFFFF"/>
                </a:highlight>
              </a:rPr>
              <a:t>.</a:t>
            </a:r>
            <a:r>
              <a:rPr lang="en-US" err="1">
                <a:solidFill>
                  <a:srgbClr val="871094"/>
                </a:solidFill>
                <a:effectLst/>
                <a:highlight>
                  <a:srgbClr val="FFFFFF"/>
                </a:highlight>
              </a:rPr>
              <a:t>value</a:t>
            </a:r>
            <a:r>
              <a:rPr lang="en-US">
                <a:solidFill>
                  <a:srgbClr val="0037A6"/>
                </a:solidFill>
                <a:effectLst/>
                <a:highlight>
                  <a:srgbClr val="FFFFFF"/>
                </a:highlight>
              </a:rPr>
              <a:t>}</a:t>
            </a:r>
            <a:r>
              <a:rPr lang="en-US">
                <a:solidFill>
                  <a:srgbClr val="067D17"/>
                </a:solidFill>
                <a:effectLst/>
                <a:highlight>
                  <a:srgbClr val="FFFFFF"/>
                </a:highlight>
              </a:rPr>
              <a:t>"</a:t>
            </a:r>
            <a:r>
              <a:rPr lang="en-US">
                <a:solidFill>
                  <a:srgbClr val="080808"/>
                </a:solidFill>
                <a:effectLst/>
                <a:highlight>
                  <a:srgbClr val="FFFFFF"/>
                </a:highlight>
              </a:rPr>
              <a:t>)</a:t>
            </a:r>
          </a:p>
          <a:p>
            <a:br>
              <a:rPr lang="en-US">
                <a:solidFill>
                  <a:srgbClr val="080808"/>
                </a:solidFill>
                <a:effectLst/>
                <a:highlight>
                  <a:srgbClr val="FFFFFF"/>
                </a:highlight>
              </a:rPr>
            </a:br>
            <a:r>
              <a:rPr lang="en-US">
                <a:solidFill>
                  <a:srgbClr val="080808"/>
                </a:solidFill>
                <a:effectLst/>
                <a:highlight>
                  <a:srgbClr val="FFFFFF"/>
                </a:highlight>
              </a:rPr>
              <a:t>    </a:t>
            </a:r>
            <a:r>
              <a:rPr lang="en-US">
                <a:solidFill>
                  <a:srgbClr val="009900"/>
                </a:solidFill>
                <a:effectLst/>
                <a:highlight>
                  <a:srgbClr val="FFFFFF"/>
                </a:highlight>
              </a:rPr>
              <a:t>Button</a:t>
            </a:r>
            <a:r>
              <a:rPr lang="en-US">
                <a:solidFill>
                  <a:srgbClr val="080808"/>
                </a:solidFill>
                <a:effectLst/>
                <a:highlight>
                  <a:srgbClr val="FFFFFF"/>
                </a:highlight>
              </a:rPr>
              <a:t>(</a:t>
            </a:r>
            <a:r>
              <a:rPr lang="en-US" err="1">
                <a:solidFill>
                  <a:srgbClr val="4A86E8"/>
                </a:solidFill>
                <a:effectLst/>
                <a:highlight>
                  <a:srgbClr val="FFFFFF"/>
                </a:highlight>
              </a:rPr>
              <a:t>onClick</a:t>
            </a:r>
            <a:r>
              <a:rPr lang="en-US">
                <a:solidFill>
                  <a:srgbClr val="4A86E8"/>
                </a:solidFill>
                <a:effectLst/>
                <a:highlight>
                  <a:srgbClr val="FFFFFF"/>
                </a:highlight>
              </a:rPr>
              <a:t> = </a:t>
            </a:r>
            <a:r>
              <a:rPr lang="en-US" b="1">
                <a:solidFill>
                  <a:srgbClr val="080808"/>
                </a:solidFill>
                <a:effectLst/>
                <a:highlight>
                  <a:srgbClr val="FFFFFF"/>
                </a:highlight>
              </a:rPr>
              <a:t>{</a:t>
            </a:r>
            <a:r>
              <a:rPr lang="en-US">
                <a:solidFill>
                  <a:srgbClr val="000000"/>
                </a:solidFill>
                <a:effectLst/>
                <a:highlight>
                  <a:srgbClr val="FFFFFF"/>
                </a:highlight>
              </a:rPr>
              <a:t>/*…*/</a:t>
            </a:r>
            <a:r>
              <a:rPr lang="en-US">
                <a:solidFill>
                  <a:srgbClr val="080808"/>
                </a:solidFill>
                <a:effectLst/>
                <a:highlight>
                  <a:srgbClr val="FFFFFF"/>
                </a:highlight>
              </a:rPr>
              <a:t> </a:t>
            </a:r>
            <a:r>
              <a:rPr lang="en-US" b="1">
                <a:solidFill>
                  <a:srgbClr val="080808"/>
                </a:solidFill>
                <a:effectLst/>
                <a:highlight>
                  <a:srgbClr val="FFFFFF"/>
                </a:highlight>
              </a:rPr>
              <a:t>}</a:t>
            </a:r>
            <a:r>
              <a:rPr lang="en-US">
                <a:solidFill>
                  <a:srgbClr val="080808"/>
                </a:solidFill>
                <a:effectLst/>
                <a:highlight>
                  <a:srgbClr val="FFFFFF"/>
                </a:highlight>
              </a:rPr>
              <a:t>) </a:t>
            </a:r>
            <a:r>
              <a:rPr lang="en-US" b="1">
                <a:solidFill>
                  <a:srgbClr val="080808"/>
                </a:solidFill>
                <a:effectLst/>
                <a:highlight>
                  <a:srgbClr val="FFFFFF"/>
                </a:highlight>
              </a:rPr>
              <a:t>{</a:t>
            </a:r>
            <a:br>
              <a:rPr lang="en-US" b="1">
                <a:solidFill>
                  <a:srgbClr val="080808"/>
                </a:solidFill>
                <a:effectLst/>
                <a:highlight>
                  <a:srgbClr val="FFFFFF"/>
                </a:highlight>
              </a:rPr>
            </a:br>
            <a:r>
              <a:rPr lang="en-US" b="1">
                <a:solidFill>
                  <a:srgbClr val="080808"/>
                </a:solidFill>
                <a:effectLst/>
                <a:highlight>
                  <a:srgbClr val="FFFFFF"/>
                </a:highlight>
              </a:rPr>
              <a:t>        </a:t>
            </a:r>
            <a:r>
              <a:rPr lang="en-US">
                <a:solidFill>
                  <a:srgbClr val="009900"/>
                </a:solidFill>
                <a:effectLst/>
                <a:highlight>
                  <a:srgbClr val="FFFFFF"/>
                </a:highlight>
              </a:rPr>
              <a:t>Text</a:t>
            </a:r>
            <a:r>
              <a:rPr lang="en-US">
                <a:solidFill>
                  <a:srgbClr val="080808"/>
                </a:solidFill>
                <a:effectLst/>
                <a:highlight>
                  <a:srgbClr val="FFFFFF"/>
                </a:highlight>
              </a:rPr>
              <a:t>(</a:t>
            </a:r>
            <a:r>
              <a:rPr lang="en-US">
                <a:solidFill>
                  <a:srgbClr val="4A86E8"/>
                </a:solidFill>
                <a:effectLst/>
                <a:highlight>
                  <a:srgbClr val="FFFFFF"/>
                </a:highlight>
              </a:rPr>
              <a:t>text = </a:t>
            </a:r>
            <a:r>
              <a:rPr lang="en-US">
                <a:solidFill>
                  <a:srgbClr val="067D17"/>
                </a:solidFill>
                <a:effectLst/>
                <a:highlight>
                  <a:srgbClr val="FFFFFF"/>
                </a:highlight>
              </a:rPr>
              <a:t>"Decrement"</a:t>
            </a:r>
            <a:r>
              <a:rPr lang="en-US">
                <a:solidFill>
                  <a:srgbClr val="080808"/>
                </a:solidFill>
                <a:effectLst/>
                <a:highlight>
                  <a:srgbClr val="FFFFFF"/>
                </a:highlight>
              </a:rPr>
              <a:t>)</a:t>
            </a:r>
            <a:br>
              <a:rPr lang="en-US">
                <a:solidFill>
                  <a:srgbClr val="080808"/>
                </a:solidFill>
                <a:effectLst/>
                <a:highlight>
                  <a:srgbClr val="FFFFFF"/>
                </a:highlight>
              </a:rPr>
            </a:br>
            <a:r>
              <a:rPr lang="en-US">
                <a:solidFill>
                  <a:srgbClr val="080808"/>
                </a:solidFill>
                <a:effectLst/>
                <a:highlight>
                  <a:srgbClr val="FFFFFF"/>
                </a:highlight>
              </a:rPr>
              <a:t>    </a:t>
            </a:r>
            <a:r>
              <a:rPr lang="en-US" b="1">
                <a:solidFill>
                  <a:srgbClr val="080808"/>
                </a:solidFill>
                <a:effectLst/>
                <a:highlight>
                  <a:srgbClr val="FFFFFF"/>
                </a:highlight>
              </a:rPr>
              <a:t>}</a:t>
            </a:r>
            <a:br>
              <a:rPr lang="en-US" b="1">
                <a:solidFill>
                  <a:srgbClr val="080808"/>
                </a:solidFill>
                <a:effectLst/>
                <a:highlight>
                  <a:srgbClr val="FFFFFF"/>
                </a:highlight>
              </a:rPr>
            </a:br>
            <a:r>
              <a:rPr lang="en-US" b="1">
                <a:solidFill>
                  <a:srgbClr val="080808"/>
                </a:solidFill>
                <a:effectLst/>
                <a:highlight>
                  <a:srgbClr val="FFFFFF"/>
                </a:highlight>
              </a:rPr>
              <a:t>}</a:t>
            </a:r>
            <a:endParaRPr lang="en-US">
              <a:solidFill>
                <a:srgbClr val="080808"/>
              </a:solidFill>
              <a:effectLst/>
              <a:highlight>
                <a:srgbClr val="FFFFFF"/>
              </a:highlight>
            </a:endParaRPr>
          </a:p>
        </p:txBody>
      </p:sp>
      <p:sp>
        <p:nvSpPr>
          <p:cNvPr id="6" name="TextBox 5">
            <a:extLst>
              <a:ext uri="{FF2B5EF4-FFF2-40B4-BE49-F238E27FC236}">
                <a16:creationId xmlns:a16="http://schemas.microsoft.com/office/drawing/2014/main" id="{5441BC60-73BF-8D2F-96BF-8356132F58B1}"/>
              </a:ext>
            </a:extLst>
          </p:cNvPr>
          <p:cNvSpPr txBox="1"/>
          <p:nvPr/>
        </p:nvSpPr>
        <p:spPr>
          <a:xfrm>
            <a:off x="4911213" y="1886654"/>
            <a:ext cx="6518787" cy="4401205"/>
          </a:xfrm>
          <a:prstGeom prst="rect">
            <a:avLst/>
          </a:prstGeom>
          <a:noFill/>
          <a:ln>
            <a:noFill/>
            <a:extLst>
              <a:ext uri="{C807C97D-BFC1-408E-A445-0C87EB9F89A2}">
                <ask:lineSketchStyleProps xmlns:ask="http://schemas.microsoft.com/office/drawing/2018/sketchyshapes" sd="1219033472">
                  <a:custGeom>
                    <a:avLst/>
                    <a:gdLst>
                      <a:gd name="connsiteX0" fmla="*/ 0 w 6098458"/>
                      <a:gd name="connsiteY0" fmla="*/ 0 h 4247317"/>
                      <a:gd name="connsiteX1" fmla="*/ 616622 w 6098458"/>
                      <a:gd name="connsiteY1" fmla="*/ 0 h 4247317"/>
                      <a:gd name="connsiteX2" fmla="*/ 1111275 w 6098458"/>
                      <a:gd name="connsiteY2" fmla="*/ 0 h 4247317"/>
                      <a:gd name="connsiteX3" fmla="*/ 1910850 w 6098458"/>
                      <a:gd name="connsiteY3" fmla="*/ 0 h 4247317"/>
                      <a:gd name="connsiteX4" fmla="*/ 2527472 w 6098458"/>
                      <a:gd name="connsiteY4" fmla="*/ 0 h 4247317"/>
                      <a:gd name="connsiteX5" fmla="*/ 3144094 w 6098458"/>
                      <a:gd name="connsiteY5" fmla="*/ 0 h 4247317"/>
                      <a:gd name="connsiteX6" fmla="*/ 3943670 w 6098458"/>
                      <a:gd name="connsiteY6" fmla="*/ 0 h 4247317"/>
                      <a:gd name="connsiteX7" fmla="*/ 4499307 w 6098458"/>
                      <a:gd name="connsiteY7" fmla="*/ 0 h 4247317"/>
                      <a:gd name="connsiteX8" fmla="*/ 5298882 w 6098458"/>
                      <a:gd name="connsiteY8" fmla="*/ 0 h 4247317"/>
                      <a:gd name="connsiteX9" fmla="*/ 6098458 w 6098458"/>
                      <a:gd name="connsiteY9" fmla="*/ 0 h 4247317"/>
                      <a:gd name="connsiteX10" fmla="*/ 6098458 w 6098458"/>
                      <a:gd name="connsiteY10" fmla="*/ 606760 h 4247317"/>
                      <a:gd name="connsiteX11" fmla="*/ 6098458 w 6098458"/>
                      <a:gd name="connsiteY11" fmla="*/ 1213519 h 4247317"/>
                      <a:gd name="connsiteX12" fmla="*/ 6098458 w 6098458"/>
                      <a:gd name="connsiteY12" fmla="*/ 1862752 h 4247317"/>
                      <a:gd name="connsiteX13" fmla="*/ 6098458 w 6098458"/>
                      <a:gd name="connsiteY13" fmla="*/ 2342092 h 4247317"/>
                      <a:gd name="connsiteX14" fmla="*/ 6098458 w 6098458"/>
                      <a:gd name="connsiteY14" fmla="*/ 2948852 h 4247317"/>
                      <a:gd name="connsiteX15" fmla="*/ 6098458 w 6098458"/>
                      <a:gd name="connsiteY15" fmla="*/ 3555611 h 4247317"/>
                      <a:gd name="connsiteX16" fmla="*/ 6098458 w 6098458"/>
                      <a:gd name="connsiteY16" fmla="*/ 4247317 h 4247317"/>
                      <a:gd name="connsiteX17" fmla="*/ 5359867 w 6098458"/>
                      <a:gd name="connsiteY17" fmla="*/ 4247317 h 4247317"/>
                      <a:gd name="connsiteX18" fmla="*/ 4682261 w 6098458"/>
                      <a:gd name="connsiteY18" fmla="*/ 4247317 h 4247317"/>
                      <a:gd name="connsiteX19" fmla="*/ 4187608 w 6098458"/>
                      <a:gd name="connsiteY19" fmla="*/ 4247317 h 4247317"/>
                      <a:gd name="connsiteX20" fmla="*/ 3631971 w 6098458"/>
                      <a:gd name="connsiteY20" fmla="*/ 4247317 h 4247317"/>
                      <a:gd name="connsiteX21" fmla="*/ 2832395 w 6098458"/>
                      <a:gd name="connsiteY21" fmla="*/ 4247317 h 4247317"/>
                      <a:gd name="connsiteX22" fmla="*/ 2154788 w 6098458"/>
                      <a:gd name="connsiteY22" fmla="*/ 4247317 h 4247317"/>
                      <a:gd name="connsiteX23" fmla="*/ 1599151 w 6098458"/>
                      <a:gd name="connsiteY23" fmla="*/ 4247317 h 4247317"/>
                      <a:gd name="connsiteX24" fmla="*/ 921545 w 6098458"/>
                      <a:gd name="connsiteY24" fmla="*/ 4247317 h 4247317"/>
                      <a:gd name="connsiteX25" fmla="*/ 0 w 6098458"/>
                      <a:gd name="connsiteY25" fmla="*/ 4247317 h 4247317"/>
                      <a:gd name="connsiteX26" fmla="*/ 0 w 6098458"/>
                      <a:gd name="connsiteY26" fmla="*/ 3767977 h 4247317"/>
                      <a:gd name="connsiteX27" fmla="*/ 0 w 6098458"/>
                      <a:gd name="connsiteY27" fmla="*/ 3118744 h 4247317"/>
                      <a:gd name="connsiteX28" fmla="*/ 0 w 6098458"/>
                      <a:gd name="connsiteY28" fmla="*/ 2596931 h 4247317"/>
                      <a:gd name="connsiteX29" fmla="*/ 0 w 6098458"/>
                      <a:gd name="connsiteY29" fmla="*/ 1905225 h 4247317"/>
                      <a:gd name="connsiteX30" fmla="*/ 0 w 6098458"/>
                      <a:gd name="connsiteY30" fmla="*/ 1340939 h 4247317"/>
                      <a:gd name="connsiteX31" fmla="*/ 0 w 6098458"/>
                      <a:gd name="connsiteY31" fmla="*/ 861599 h 4247317"/>
                      <a:gd name="connsiteX32" fmla="*/ 0 w 6098458"/>
                      <a:gd name="connsiteY32" fmla="*/ 0 h 4247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98458" h="4247317" extrusionOk="0">
                        <a:moveTo>
                          <a:pt x="0" y="0"/>
                        </a:moveTo>
                        <a:cubicBezTo>
                          <a:pt x="130607" y="-6187"/>
                          <a:pt x="382798" y="14188"/>
                          <a:pt x="616622" y="0"/>
                        </a:cubicBezTo>
                        <a:cubicBezTo>
                          <a:pt x="850446" y="-14188"/>
                          <a:pt x="954755" y="3407"/>
                          <a:pt x="1111275" y="0"/>
                        </a:cubicBezTo>
                        <a:cubicBezTo>
                          <a:pt x="1267795" y="-3407"/>
                          <a:pt x="1593659" y="4950"/>
                          <a:pt x="1910850" y="0"/>
                        </a:cubicBezTo>
                        <a:cubicBezTo>
                          <a:pt x="2228041" y="-4950"/>
                          <a:pt x="2398386" y="-8579"/>
                          <a:pt x="2527472" y="0"/>
                        </a:cubicBezTo>
                        <a:cubicBezTo>
                          <a:pt x="2656558" y="8579"/>
                          <a:pt x="2896763" y="6468"/>
                          <a:pt x="3144094" y="0"/>
                        </a:cubicBezTo>
                        <a:cubicBezTo>
                          <a:pt x="3391425" y="-6468"/>
                          <a:pt x="3645782" y="27603"/>
                          <a:pt x="3943670" y="0"/>
                        </a:cubicBezTo>
                        <a:cubicBezTo>
                          <a:pt x="4241558" y="-27603"/>
                          <a:pt x="4388060" y="-12644"/>
                          <a:pt x="4499307" y="0"/>
                        </a:cubicBezTo>
                        <a:cubicBezTo>
                          <a:pt x="4610554" y="12644"/>
                          <a:pt x="4929388" y="-21943"/>
                          <a:pt x="5298882" y="0"/>
                        </a:cubicBezTo>
                        <a:cubicBezTo>
                          <a:pt x="5668377" y="21943"/>
                          <a:pt x="5776296" y="34785"/>
                          <a:pt x="6098458" y="0"/>
                        </a:cubicBezTo>
                        <a:cubicBezTo>
                          <a:pt x="6108471" y="250322"/>
                          <a:pt x="6115397" y="386690"/>
                          <a:pt x="6098458" y="606760"/>
                        </a:cubicBezTo>
                        <a:cubicBezTo>
                          <a:pt x="6081519" y="826830"/>
                          <a:pt x="6103996" y="969430"/>
                          <a:pt x="6098458" y="1213519"/>
                        </a:cubicBezTo>
                        <a:cubicBezTo>
                          <a:pt x="6092920" y="1457608"/>
                          <a:pt x="6104699" y="1660216"/>
                          <a:pt x="6098458" y="1862752"/>
                        </a:cubicBezTo>
                        <a:cubicBezTo>
                          <a:pt x="6092217" y="2065288"/>
                          <a:pt x="6116732" y="2107545"/>
                          <a:pt x="6098458" y="2342092"/>
                        </a:cubicBezTo>
                        <a:cubicBezTo>
                          <a:pt x="6080184" y="2576639"/>
                          <a:pt x="6087573" y="2773139"/>
                          <a:pt x="6098458" y="2948852"/>
                        </a:cubicBezTo>
                        <a:cubicBezTo>
                          <a:pt x="6109343" y="3124565"/>
                          <a:pt x="6125152" y="3274943"/>
                          <a:pt x="6098458" y="3555611"/>
                        </a:cubicBezTo>
                        <a:cubicBezTo>
                          <a:pt x="6071764" y="3836279"/>
                          <a:pt x="6071361" y="4055382"/>
                          <a:pt x="6098458" y="4247317"/>
                        </a:cubicBezTo>
                        <a:cubicBezTo>
                          <a:pt x="5799294" y="4268987"/>
                          <a:pt x="5650847" y="4278467"/>
                          <a:pt x="5359867" y="4247317"/>
                        </a:cubicBezTo>
                        <a:cubicBezTo>
                          <a:pt x="5068887" y="4216167"/>
                          <a:pt x="4955092" y="4256654"/>
                          <a:pt x="4682261" y="4247317"/>
                        </a:cubicBezTo>
                        <a:cubicBezTo>
                          <a:pt x="4409430" y="4237980"/>
                          <a:pt x="4413202" y="4225714"/>
                          <a:pt x="4187608" y="4247317"/>
                        </a:cubicBezTo>
                        <a:cubicBezTo>
                          <a:pt x="3962014" y="4268920"/>
                          <a:pt x="3851884" y="4234041"/>
                          <a:pt x="3631971" y="4247317"/>
                        </a:cubicBezTo>
                        <a:cubicBezTo>
                          <a:pt x="3412058" y="4260593"/>
                          <a:pt x="3087556" y="4212170"/>
                          <a:pt x="2832395" y="4247317"/>
                        </a:cubicBezTo>
                        <a:cubicBezTo>
                          <a:pt x="2577234" y="4282464"/>
                          <a:pt x="2316549" y="4262893"/>
                          <a:pt x="2154788" y="4247317"/>
                        </a:cubicBezTo>
                        <a:cubicBezTo>
                          <a:pt x="1993027" y="4231741"/>
                          <a:pt x="1827709" y="4226766"/>
                          <a:pt x="1599151" y="4247317"/>
                        </a:cubicBezTo>
                        <a:cubicBezTo>
                          <a:pt x="1370593" y="4267868"/>
                          <a:pt x="1197678" y="4266964"/>
                          <a:pt x="921545" y="4247317"/>
                        </a:cubicBezTo>
                        <a:cubicBezTo>
                          <a:pt x="645412" y="4227670"/>
                          <a:pt x="192253" y="4273417"/>
                          <a:pt x="0" y="4247317"/>
                        </a:cubicBezTo>
                        <a:cubicBezTo>
                          <a:pt x="17709" y="4130923"/>
                          <a:pt x="10274" y="3924242"/>
                          <a:pt x="0" y="3767977"/>
                        </a:cubicBezTo>
                        <a:cubicBezTo>
                          <a:pt x="-10274" y="3611712"/>
                          <a:pt x="8559" y="3268401"/>
                          <a:pt x="0" y="3118744"/>
                        </a:cubicBezTo>
                        <a:cubicBezTo>
                          <a:pt x="-8559" y="2969087"/>
                          <a:pt x="-23535" y="2796235"/>
                          <a:pt x="0" y="2596931"/>
                        </a:cubicBezTo>
                        <a:cubicBezTo>
                          <a:pt x="23535" y="2397627"/>
                          <a:pt x="17875" y="2192733"/>
                          <a:pt x="0" y="1905225"/>
                        </a:cubicBezTo>
                        <a:cubicBezTo>
                          <a:pt x="-17875" y="1617717"/>
                          <a:pt x="11171" y="1477804"/>
                          <a:pt x="0" y="1340939"/>
                        </a:cubicBezTo>
                        <a:cubicBezTo>
                          <a:pt x="-11171" y="1204074"/>
                          <a:pt x="6018" y="1082342"/>
                          <a:pt x="0" y="861599"/>
                        </a:cubicBezTo>
                        <a:cubicBezTo>
                          <a:pt x="-6018" y="640856"/>
                          <a:pt x="-5617" y="236157"/>
                          <a:pt x="0" y="0"/>
                        </a:cubicBezTo>
                        <a:close/>
                      </a:path>
                    </a:pathLst>
                  </a:custGeom>
                  <ask:type>
                    <ask:lineSketchNone/>
                  </ask:type>
                </ask:lineSketchStyleProps>
              </a:ext>
            </a:extLst>
          </a:ln>
        </p:spPr>
        <p:txBody>
          <a:bodyPr wrap="square">
            <a:spAutoFit/>
          </a:bodyPr>
          <a:lstStyle/>
          <a:p>
            <a:br>
              <a:rPr lang="en-US" sz="2000" b="1">
                <a:solidFill>
                  <a:srgbClr val="080808"/>
                </a:solidFill>
                <a:effectLst/>
                <a:highlight>
                  <a:srgbClr val="FFFFFF"/>
                </a:highlight>
              </a:rPr>
            </a:b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a:solidFill>
                  <a:srgbClr val="000000"/>
                </a:solidFill>
                <a:effectLst/>
                <a:highlight>
                  <a:srgbClr val="FFFFFF"/>
                </a:highlight>
              </a:rPr>
              <a:t>state </a:t>
            </a:r>
            <a:r>
              <a:rPr lang="en-US" sz="2000">
                <a:solidFill>
                  <a:srgbClr val="080808"/>
                </a:solidFill>
                <a:effectLst/>
                <a:highlight>
                  <a:srgbClr val="FFFFFF"/>
                </a:highlight>
              </a:rPr>
              <a:t>= </a:t>
            </a:r>
            <a:r>
              <a:rPr lang="en-US" sz="2000" err="1">
                <a:solidFill>
                  <a:srgbClr val="000000"/>
                </a:solidFill>
                <a:effectLst/>
                <a:highlight>
                  <a:srgbClr val="FFFFFF"/>
                </a:highlight>
              </a:rPr>
              <a:t>countState</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br>
              <a:rPr lang="en-US" sz="2000">
                <a:solidFill>
                  <a:srgbClr val="871094"/>
                </a:solidFill>
                <a:effectLst/>
                <a:highlight>
                  <a:srgbClr val="FFFFFF"/>
                </a:highlight>
              </a:rPr>
            </a:br>
            <a:r>
              <a:rPr lang="en-US" sz="2000">
                <a:solidFill>
                  <a:srgbClr val="0033B3"/>
                </a:solidFill>
                <a:effectLst/>
                <a:highlight>
                  <a:srgbClr val="FFFFFF"/>
                </a:highlight>
              </a:rPr>
              <a:t>when </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0000"/>
                </a:solidFill>
                <a:effectLst/>
                <a:highlight>
                  <a:srgbClr val="FFFFFF"/>
                </a:highlight>
              </a:rPr>
              <a:t>state</a:t>
            </a:r>
            <a:r>
              <a:rPr lang="en-US" sz="2000" err="1">
                <a:solidFill>
                  <a:srgbClr val="080808"/>
                </a:solidFill>
                <a:effectLst/>
                <a:highlight>
                  <a:srgbClr val="FFFFFF"/>
                </a:highlight>
              </a:rPr>
              <a:t>.</a:t>
            </a:r>
            <a:r>
              <a:rPr lang="en-US" sz="2000" err="1">
                <a:solidFill>
                  <a:srgbClr val="871094"/>
                </a:solidFill>
                <a:effectLst/>
                <a:highlight>
                  <a:srgbClr val="FFFFFF"/>
                </a:highlight>
              </a:rPr>
              <a:t>isLoading</a:t>
            </a:r>
            <a:r>
              <a:rPr lang="en-US" sz="2000">
                <a:solidFill>
                  <a:srgbClr val="871094"/>
                </a:solidFill>
                <a:effectLst/>
                <a:highlight>
                  <a:srgbClr val="FFFFFF"/>
                </a:highlight>
              </a:rPr>
              <a:t> </a:t>
            </a:r>
            <a:r>
              <a:rPr lang="en-US" sz="2000">
                <a:solidFill>
                  <a:srgbClr val="080808"/>
                </a:solidFill>
                <a:effectLst/>
                <a:highlight>
                  <a:srgbClr val="FFFFFF"/>
                </a:highlight>
              </a:rPr>
              <a:t>-&gt; {</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9900"/>
                </a:solidFill>
                <a:effectLst/>
                <a:highlight>
                  <a:srgbClr val="FFFFFF"/>
                </a:highlight>
              </a:rPr>
              <a:t>CircularProgressIndicator</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0000"/>
                </a:solidFill>
                <a:effectLst/>
                <a:highlight>
                  <a:srgbClr val="FFFFFF"/>
                </a:highlight>
              </a:rPr>
              <a:t>state</a:t>
            </a:r>
            <a:r>
              <a:rPr lang="en-US" sz="2000" err="1">
                <a:solidFill>
                  <a:srgbClr val="080808"/>
                </a:solidFill>
                <a:effectLst/>
                <a:highlight>
                  <a:srgbClr val="FFFFFF"/>
                </a:highlight>
              </a:rPr>
              <a:t>.</a:t>
            </a:r>
            <a:r>
              <a:rPr lang="en-US" sz="2000" err="1">
                <a:solidFill>
                  <a:srgbClr val="871094"/>
                </a:solidFill>
                <a:effectLst/>
                <a:highlight>
                  <a:srgbClr val="FFFFFF"/>
                </a:highlight>
              </a:rPr>
              <a:t>errorMessage</a:t>
            </a: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a:solidFill>
                  <a:srgbClr val="0033B3"/>
                </a:solidFill>
                <a:effectLst/>
                <a:highlight>
                  <a:srgbClr val="FFFFFF"/>
                </a:highlight>
              </a:rPr>
              <a:t>null </a:t>
            </a:r>
            <a:r>
              <a:rPr lang="en-US" sz="2000">
                <a:solidFill>
                  <a:srgbClr val="080808"/>
                </a:solidFill>
                <a:effectLst/>
                <a:highlight>
                  <a:srgbClr val="FFFFFF"/>
                </a:highlight>
              </a:rPr>
              <a:t>-&gt; {</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err="1">
                <a:solidFill>
                  <a:srgbClr val="000000"/>
                </a:solidFill>
                <a:effectLst/>
                <a:highlight>
                  <a:srgbClr val="FFFFFF"/>
                </a:highlight>
              </a:rPr>
              <a:t>state</a:t>
            </a:r>
            <a:r>
              <a:rPr lang="en-US" sz="2000" err="1">
                <a:solidFill>
                  <a:srgbClr val="080808"/>
                </a:solidFill>
                <a:effectLst/>
                <a:highlight>
                  <a:srgbClr val="FFFFFF"/>
                </a:highlight>
              </a:rPr>
              <a:t>.</a:t>
            </a:r>
            <a:r>
              <a:rPr lang="en-US" sz="2000" err="1">
                <a:solidFill>
                  <a:srgbClr val="871094"/>
                </a:solidFill>
                <a:effectLst/>
                <a:highlight>
                  <a:srgbClr val="FFFFFF"/>
                </a:highlight>
              </a:rPr>
              <a:t>errorMessage</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33B3"/>
                </a:solidFill>
                <a:effectLst/>
                <a:highlight>
                  <a:srgbClr val="FFFFFF"/>
                </a:highlight>
              </a:rPr>
              <a:t>else </a:t>
            </a:r>
            <a:r>
              <a:rPr lang="en-US" sz="2000">
                <a:solidFill>
                  <a:srgbClr val="080808"/>
                </a:solidFill>
                <a:effectLst/>
                <a:highlight>
                  <a:srgbClr val="FFFFFF"/>
                </a:highlight>
              </a:rPr>
              <a:t>-&gt; {</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a:solidFill>
                  <a:srgbClr val="067D17"/>
                </a:solidFill>
                <a:effectLst/>
                <a:highlight>
                  <a:srgbClr val="FFFFFF"/>
                </a:highlight>
              </a:rPr>
              <a:t>"</a:t>
            </a:r>
            <a:r>
              <a:rPr lang="en-US" sz="2000">
                <a:solidFill>
                  <a:srgbClr val="0037A6"/>
                </a:solidFill>
                <a:effectLst/>
                <a:highlight>
                  <a:srgbClr val="FFFFFF"/>
                </a:highlight>
              </a:rPr>
              <a:t>${</a:t>
            </a:r>
            <a:r>
              <a:rPr lang="en-US" sz="2000" err="1">
                <a:solidFill>
                  <a:srgbClr val="000000"/>
                </a:solidFill>
                <a:effectLst/>
                <a:highlight>
                  <a:srgbClr val="FFFFFF"/>
                </a:highlight>
              </a:rPr>
              <a:t>state</a:t>
            </a:r>
            <a:r>
              <a:rPr lang="en-US" sz="2000" err="1">
                <a:solidFill>
                  <a:srgbClr val="080808"/>
                </a:solidFill>
                <a:effectLst/>
                <a:highlight>
                  <a:srgbClr val="FFFFFF"/>
                </a:highlight>
              </a:rPr>
              <a:t>.</a:t>
            </a:r>
            <a:r>
              <a:rPr lang="en-US" sz="2000" err="1">
                <a:solidFill>
                  <a:srgbClr val="871094"/>
                </a:solidFill>
                <a:effectLst/>
                <a:highlight>
                  <a:srgbClr val="FFFFFF"/>
                </a:highlight>
              </a:rPr>
              <a:t>counter</a:t>
            </a:r>
            <a:r>
              <a:rPr lang="en-US" sz="2000">
                <a:solidFill>
                  <a:srgbClr val="0037A6"/>
                </a:solidFill>
                <a:effectLst/>
                <a:highlight>
                  <a:srgbClr val="FFFFFF"/>
                </a:highlight>
              </a:rPr>
              <a:t>}</a:t>
            </a:r>
            <a:r>
              <a:rPr lang="en-US" sz="2000">
                <a:solidFill>
                  <a:srgbClr val="067D17"/>
                </a:solidFill>
                <a:effectLst/>
                <a:highlight>
                  <a:srgbClr val="FFFFFF"/>
                </a:highlight>
              </a:rPr>
              <a:t>"</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br>
              <a:rPr lang="en-US" sz="2000">
                <a:solidFill>
                  <a:srgbClr val="080808"/>
                </a:solidFill>
                <a:effectLst/>
                <a:highlight>
                  <a:srgbClr val="FFFFFF"/>
                </a:highlight>
              </a:rPr>
            </a:br>
            <a:r>
              <a:rPr lang="en-US" sz="2000">
                <a:solidFill>
                  <a:srgbClr val="080808"/>
                </a:solidFill>
                <a:effectLst/>
                <a:highlight>
                  <a:srgbClr val="FFFFFF"/>
                </a:highlight>
              </a:rPr>
              <a:t>}</a:t>
            </a:r>
            <a:br>
              <a:rPr lang="en-US" sz="2000">
                <a:solidFill>
                  <a:srgbClr val="080808"/>
                </a:solidFill>
                <a:effectLst/>
                <a:highlight>
                  <a:srgbClr val="FFFFFF"/>
                </a:highlight>
              </a:rPr>
            </a:br>
            <a:endParaRPr lang="en-US" sz="2000">
              <a:solidFill>
                <a:srgbClr val="080808"/>
              </a:solidFill>
              <a:effectLst/>
              <a:highlight>
                <a:srgbClr val="FFFFFF"/>
              </a:highlight>
            </a:endParaRPr>
          </a:p>
        </p:txBody>
      </p:sp>
      <p:sp>
        <p:nvSpPr>
          <p:cNvPr id="11" name="Rectangle 10">
            <a:extLst>
              <a:ext uri="{FF2B5EF4-FFF2-40B4-BE49-F238E27FC236}">
                <a16:creationId xmlns:a16="http://schemas.microsoft.com/office/drawing/2014/main" id="{EED67F47-EB7E-56BD-54B0-452DF562CCFC}"/>
              </a:ext>
            </a:extLst>
          </p:cNvPr>
          <p:cNvSpPr/>
          <p:nvPr/>
        </p:nvSpPr>
        <p:spPr>
          <a:xfrm>
            <a:off x="155010" y="3797364"/>
            <a:ext cx="3404268" cy="542925"/>
          </a:xfrm>
          <a:prstGeom prst="rect">
            <a:avLst/>
          </a:prstGeom>
          <a:noFill/>
          <a:ln cap="rnd">
            <a:solidFill>
              <a:srgbClr val="0070C0"/>
            </a:solidFill>
            <a:prstDash val="sysDot"/>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ular Callout 11">
            <a:extLst>
              <a:ext uri="{FF2B5EF4-FFF2-40B4-BE49-F238E27FC236}">
                <a16:creationId xmlns:a16="http://schemas.microsoft.com/office/drawing/2014/main" id="{35706119-8EBB-ABC9-B720-59A6AE2F3310}"/>
              </a:ext>
            </a:extLst>
          </p:cNvPr>
          <p:cNvSpPr/>
          <p:nvPr/>
        </p:nvSpPr>
        <p:spPr>
          <a:xfrm>
            <a:off x="4911213" y="2240598"/>
            <a:ext cx="3923072" cy="3693318"/>
          </a:xfrm>
          <a:prstGeom prst="wedgeRectCallout">
            <a:avLst>
              <a:gd name="adj1" fmla="val -84657"/>
              <a:gd name="adj2" fmla="val -8106"/>
            </a:avLst>
          </a:prstGeom>
          <a:noFill/>
          <a:ln w="25400">
            <a:solidFill>
              <a:srgbClr val="3A86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green circle with a white logo&#10;&#10;Description automatically generated">
            <a:extLst>
              <a:ext uri="{FF2B5EF4-FFF2-40B4-BE49-F238E27FC236}">
                <a16:creationId xmlns:a16="http://schemas.microsoft.com/office/drawing/2014/main" id="{4EE3B738-24DC-727F-58A9-BB93191906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02811" y="0"/>
            <a:ext cx="3089189" cy="6858000"/>
          </a:xfrm>
          <a:prstGeom prst="rect">
            <a:avLst/>
          </a:prstGeom>
        </p:spPr>
      </p:pic>
      <p:sp>
        <p:nvSpPr>
          <p:cNvPr id="4" name="Slide Number Placeholder 3">
            <a:extLst>
              <a:ext uri="{FF2B5EF4-FFF2-40B4-BE49-F238E27FC236}">
                <a16:creationId xmlns:a16="http://schemas.microsoft.com/office/drawing/2014/main" id="{3C654336-F9D3-E6CC-E3B8-777EC7462069}"/>
              </a:ext>
            </a:extLst>
          </p:cNvPr>
          <p:cNvSpPr>
            <a:spLocks noGrp="1"/>
          </p:cNvSpPr>
          <p:nvPr>
            <p:ph type="sldNum" sz="quarter" idx="12"/>
          </p:nvPr>
        </p:nvSpPr>
        <p:spPr/>
        <p:txBody>
          <a:bodyPr/>
          <a:lstStyle/>
          <a:p>
            <a:fld id="{330EA680-D336-4FF7-8B7A-9848BB0A1C32}" type="slidenum">
              <a:rPr lang="en-US" smtClean="0"/>
              <a:t>32</a:t>
            </a:fld>
            <a:endParaRPr lang="en-US"/>
          </a:p>
        </p:txBody>
      </p:sp>
    </p:spTree>
    <p:extLst>
      <p:ext uri="{BB962C8B-B14F-4D97-AF65-F5344CB8AC3E}">
        <p14:creationId xmlns:p14="http://schemas.microsoft.com/office/powerpoint/2010/main" val="20474151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53AD335-F64C-1B6F-0326-E4B74966C481}"/>
              </a:ext>
            </a:extLst>
          </p:cNvPr>
          <p:cNvSpPr>
            <a:spLocks noGrp="1"/>
          </p:cNvSpPr>
          <p:nvPr>
            <p:ph type="title"/>
          </p:nvPr>
        </p:nvSpPr>
        <p:spPr>
          <a:xfrm>
            <a:off x="1320365" y="-183970"/>
            <a:ext cx="6897936" cy="1204923"/>
          </a:xfrm>
        </p:spPr>
        <p:txBody>
          <a:bodyPr vert="horz" lIns="91440" tIns="45720" rIns="91440" bIns="45720" rtlCol="0" anchor="b">
            <a:normAutofit fontScale="90000"/>
          </a:bodyPr>
          <a:lstStyle/>
          <a:p>
            <a:r>
              <a:rPr lang="en-US" sz="4800" kern="1200">
                <a:solidFill>
                  <a:schemeClr val="tx1"/>
                </a:solidFill>
                <a:latin typeface="+mj-lt"/>
                <a:ea typeface="+mj-ea"/>
                <a:cs typeface="+mj-cs"/>
              </a:rPr>
              <a:t>Package Hierarchy &amp; Output</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221B3E14-2218-1F57-52BD-E151E0890AE3}"/>
              </a:ext>
            </a:extLst>
          </p:cNvPr>
          <p:cNvPicPr>
            <a:picLocks noChangeAspect="1"/>
          </p:cNvPicPr>
          <p:nvPr/>
        </p:nvPicPr>
        <p:blipFill>
          <a:blip r:embed="rId2"/>
          <a:stretch>
            <a:fillRect/>
          </a:stretch>
        </p:blipFill>
        <p:spPr>
          <a:xfrm>
            <a:off x="428990" y="980685"/>
            <a:ext cx="4194140" cy="3474250"/>
          </a:xfrm>
          <a:prstGeom prst="rect">
            <a:avLst/>
          </a:prstGeom>
        </p:spPr>
      </p:pic>
      <p:sp>
        <p:nvSpPr>
          <p:cNvPr id="5" name="TextBox 4">
            <a:extLst>
              <a:ext uri="{FF2B5EF4-FFF2-40B4-BE49-F238E27FC236}">
                <a16:creationId xmlns:a16="http://schemas.microsoft.com/office/drawing/2014/main" id="{AF6BE673-2020-2AF2-F519-95243A9066AB}"/>
              </a:ext>
            </a:extLst>
          </p:cNvPr>
          <p:cNvSpPr txBox="1"/>
          <p:nvPr/>
        </p:nvSpPr>
        <p:spPr>
          <a:xfrm>
            <a:off x="477981" y="4894844"/>
            <a:ext cx="6120580" cy="369332"/>
          </a:xfrm>
          <a:prstGeom prst="rect">
            <a:avLst/>
          </a:prstGeom>
          <a:noFill/>
        </p:spPr>
        <p:txBody>
          <a:bodyPr wrap="square">
            <a:spAutoFit/>
          </a:bodyPr>
          <a:lstStyle/>
          <a:p>
            <a:r>
              <a:rPr lang="en-US">
                <a:hlinkClick r:id="rId3"/>
              </a:rPr>
              <a:t>https://github.com/brightgeevarghese/CounterDemo.git</a:t>
            </a:r>
            <a:r>
              <a:rPr lang="en-US"/>
              <a:t> </a:t>
            </a:r>
          </a:p>
        </p:txBody>
      </p:sp>
      <p:pic>
        <p:nvPicPr>
          <p:cNvPr id="6" name="Picture 5" descr="A screenshot of a phone&#10;&#10;Description automatically generated">
            <a:extLst>
              <a:ext uri="{FF2B5EF4-FFF2-40B4-BE49-F238E27FC236}">
                <a16:creationId xmlns:a16="http://schemas.microsoft.com/office/drawing/2014/main" id="{BA401F38-4693-E8DC-B5F5-588FDB7E07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95704" y="0"/>
            <a:ext cx="3089189" cy="6858000"/>
          </a:xfrm>
          <a:prstGeom prst="rect">
            <a:avLst/>
          </a:prstGeom>
        </p:spPr>
      </p:pic>
      <p:sp>
        <p:nvSpPr>
          <p:cNvPr id="4" name="Slide Number Placeholder 3">
            <a:extLst>
              <a:ext uri="{FF2B5EF4-FFF2-40B4-BE49-F238E27FC236}">
                <a16:creationId xmlns:a16="http://schemas.microsoft.com/office/drawing/2014/main" id="{C2D370A1-61C0-49D3-5885-CFE152F542C7}"/>
              </a:ext>
            </a:extLst>
          </p:cNvPr>
          <p:cNvSpPr>
            <a:spLocks noGrp="1"/>
          </p:cNvSpPr>
          <p:nvPr>
            <p:ph type="sldNum" sz="quarter" idx="12"/>
          </p:nvPr>
        </p:nvSpPr>
        <p:spPr/>
        <p:txBody>
          <a:bodyPr/>
          <a:lstStyle/>
          <a:p>
            <a:fld id="{330EA680-D336-4FF7-8B7A-9848BB0A1C32}" type="slidenum">
              <a:rPr lang="en-US" smtClean="0"/>
              <a:t>33</a:t>
            </a:fld>
            <a:endParaRPr lang="en-US"/>
          </a:p>
        </p:txBody>
      </p:sp>
    </p:spTree>
    <p:extLst>
      <p:ext uri="{BB962C8B-B14F-4D97-AF65-F5344CB8AC3E}">
        <p14:creationId xmlns:p14="http://schemas.microsoft.com/office/powerpoint/2010/main" val="38081314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ECAF5D-4F0E-0904-AFD1-70479F39B9C1}"/>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4600"/>
              <a:t>Create an alphabet explorer app which incorporates the recommended architecture</a:t>
            </a:r>
          </a:p>
        </p:txBody>
      </p:sp>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A diagram of data layer&#10;&#10;Description automatically generated">
            <a:extLst>
              <a:ext uri="{FF2B5EF4-FFF2-40B4-BE49-F238E27FC236}">
                <a16:creationId xmlns:a16="http://schemas.microsoft.com/office/drawing/2014/main" id="{90250411-99D6-7BFA-FCEE-56AAC93CD3E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86143" y="2642616"/>
            <a:ext cx="5151122" cy="360578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E3507A1-044D-D204-6EBE-FBEFFACAFC64}"/>
              </a:ext>
            </a:extLst>
          </p:cNvPr>
          <p:cNvPicPr>
            <a:picLocks noChangeAspect="1"/>
          </p:cNvPicPr>
          <p:nvPr/>
        </p:nvPicPr>
        <p:blipFill>
          <a:blip r:embed="rId3"/>
          <a:stretch>
            <a:fillRect/>
          </a:stretch>
        </p:blipFill>
        <p:spPr>
          <a:xfrm>
            <a:off x="1287938" y="2578100"/>
            <a:ext cx="3835400" cy="3670300"/>
          </a:xfrm>
          <a:prstGeom prst="rect">
            <a:avLst/>
          </a:prstGeom>
        </p:spPr>
      </p:pic>
      <p:sp>
        <p:nvSpPr>
          <p:cNvPr id="6" name="Rectangular Callout 5">
            <a:extLst>
              <a:ext uri="{FF2B5EF4-FFF2-40B4-BE49-F238E27FC236}">
                <a16:creationId xmlns:a16="http://schemas.microsoft.com/office/drawing/2014/main" id="{8D88C034-33CD-7738-6720-4F024C169B75}"/>
              </a:ext>
            </a:extLst>
          </p:cNvPr>
          <p:cNvSpPr/>
          <p:nvPr/>
        </p:nvSpPr>
        <p:spPr>
          <a:xfrm>
            <a:off x="1858297" y="4475004"/>
            <a:ext cx="3265041" cy="1439098"/>
          </a:xfrm>
          <a:prstGeom prst="wedgeRectCallout">
            <a:avLst>
              <a:gd name="adj1" fmla="val 98811"/>
              <a:gd name="adj2" fmla="val -67654"/>
            </a:avLst>
          </a:prstGeom>
          <a:noFill/>
          <a:ln w="38100" cap="rnd">
            <a:solidFill>
              <a:srgbClr val="71D8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ular Callout 6">
            <a:extLst>
              <a:ext uri="{FF2B5EF4-FFF2-40B4-BE49-F238E27FC236}">
                <a16:creationId xmlns:a16="http://schemas.microsoft.com/office/drawing/2014/main" id="{B9D819F9-BB3C-D578-8C48-E9A919AC0DDA}"/>
              </a:ext>
            </a:extLst>
          </p:cNvPr>
          <p:cNvSpPr/>
          <p:nvPr/>
        </p:nvSpPr>
        <p:spPr>
          <a:xfrm>
            <a:off x="1856723" y="3835908"/>
            <a:ext cx="3266615" cy="609600"/>
          </a:xfrm>
          <a:prstGeom prst="wedgeRectCallout">
            <a:avLst>
              <a:gd name="adj1" fmla="val 99262"/>
              <a:gd name="adj2" fmla="val -191041"/>
            </a:avLst>
          </a:prstGeom>
          <a:noFill/>
          <a:ln w="25400" cap="sq">
            <a:solidFill>
              <a:srgbClr val="142F3F"/>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368BC7D7-6117-2289-274E-7CCBF82A5F4D}"/>
              </a:ext>
            </a:extLst>
          </p:cNvPr>
          <p:cNvSpPr>
            <a:spLocks noGrp="1"/>
          </p:cNvSpPr>
          <p:nvPr>
            <p:ph type="sldNum" sz="quarter" idx="12"/>
          </p:nvPr>
        </p:nvSpPr>
        <p:spPr/>
        <p:txBody>
          <a:bodyPr/>
          <a:lstStyle/>
          <a:p>
            <a:fld id="{330EA680-D336-4FF7-8B7A-9848BB0A1C32}" type="slidenum">
              <a:rPr lang="en-US" smtClean="0"/>
              <a:t>34</a:t>
            </a:fld>
            <a:endParaRPr lang="en-US"/>
          </a:p>
        </p:txBody>
      </p:sp>
    </p:spTree>
    <p:extLst>
      <p:ext uri="{BB962C8B-B14F-4D97-AF65-F5344CB8AC3E}">
        <p14:creationId xmlns:p14="http://schemas.microsoft.com/office/powerpoint/2010/main" val="23484131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ECAF5D-4F0E-0904-AFD1-70479F39B9C1}"/>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3800" kern="1200">
                <a:solidFill>
                  <a:schemeClr val="tx1"/>
                </a:solidFill>
                <a:latin typeface="+mj-lt"/>
                <a:ea typeface="+mj-ea"/>
                <a:cs typeface="+mj-cs"/>
              </a:rPr>
              <a:t>Create a data package to hold the data source</a:t>
            </a:r>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5629DE4-EB38-7B07-C3C1-8C14C3EDEA6E}"/>
              </a:ext>
            </a:extLst>
          </p:cNvPr>
          <p:cNvSpPr txBox="1"/>
          <p:nvPr/>
        </p:nvSpPr>
        <p:spPr>
          <a:xfrm>
            <a:off x="5724191" y="914399"/>
            <a:ext cx="6097772" cy="4708981"/>
          </a:xfrm>
          <a:prstGeom prst="rect">
            <a:avLst/>
          </a:prstGeom>
          <a:noFill/>
          <a:ln>
            <a:solidFill>
              <a:schemeClr val="accent1"/>
            </a:solidFill>
          </a:ln>
        </p:spPr>
        <p:txBody>
          <a:bodyPr wrap="square">
            <a:spAutoFit/>
          </a:bodyPr>
          <a:lstStyle/>
          <a:p>
            <a:pPr>
              <a:buNone/>
            </a:pPr>
            <a:r>
              <a:rPr lang="en-US" sz="2000">
                <a:solidFill>
                  <a:srgbClr val="0033B3"/>
                </a:solidFill>
                <a:effectLst/>
                <a:latin typeface="JetBrains Mono"/>
              </a:rPr>
              <a:t>object </a:t>
            </a:r>
            <a:r>
              <a:rPr lang="en-US" sz="2000" err="1">
                <a:solidFill>
                  <a:srgbClr val="000000"/>
                </a:solidFill>
                <a:effectLst/>
                <a:latin typeface="JetBrains Mono"/>
              </a:rPr>
              <a:t>AlphabetData</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err="1">
                <a:solidFill>
                  <a:srgbClr val="0033B3"/>
                </a:solidFill>
                <a:effectLst/>
                <a:latin typeface="JetBrains Mono"/>
              </a:rPr>
              <a:t>val</a:t>
            </a:r>
            <a:r>
              <a:rPr lang="en-US" sz="2000">
                <a:solidFill>
                  <a:srgbClr val="0033B3"/>
                </a:solidFill>
                <a:effectLst/>
                <a:latin typeface="JetBrains Mono"/>
              </a:rPr>
              <a:t> </a:t>
            </a:r>
            <a:r>
              <a:rPr lang="en-US" sz="2000">
                <a:solidFill>
                  <a:srgbClr val="871094"/>
                </a:solidFill>
                <a:effectLst/>
                <a:latin typeface="JetBrains Mono"/>
              </a:rPr>
              <a:t>alphabets </a:t>
            </a:r>
            <a:r>
              <a:rPr lang="en-US" sz="2000">
                <a:solidFill>
                  <a:srgbClr val="080808"/>
                </a:solidFill>
                <a:effectLst/>
                <a:latin typeface="JetBrains Mono"/>
              </a:rPr>
              <a:t>= </a:t>
            </a:r>
            <a:r>
              <a:rPr lang="en-US" sz="2000" i="1" err="1">
                <a:solidFill>
                  <a:srgbClr val="00627A"/>
                </a:solidFill>
                <a:effectLst/>
                <a:latin typeface="JetBrains Mono"/>
              </a:rPr>
              <a:t>listOf</a:t>
            </a:r>
            <a:r>
              <a:rPr lang="en-US" sz="2000">
                <a:solidFill>
                  <a:srgbClr val="808080"/>
                </a:solidFill>
                <a:effectLst/>
                <a:latin typeface="JetBrains Mono"/>
              </a:rPr>
              <a:t>&lt;Pair&lt;Char, String&gt;&gt;</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67D17"/>
                </a:solidFill>
                <a:effectLst/>
                <a:latin typeface="JetBrains Mono"/>
              </a:rPr>
              <a:t>'A' </a:t>
            </a:r>
            <a:r>
              <a:rPr lang="en-US" sz="2000" i="1">
                <a:solidFill>
                  <a:srgbClr val="00627A"/>
                </a:solidFill>
                <a:effectLst/>
                <a:latin typeface="JetBrains Mono"/>
              </a:rPr>
              <a:t>to </a:t>
            </a:r>
            <a:r>
              <a:rPr lang="en-US" sz="2000">
                <a:solidFill>
                  <a:srgbClr val="067D17"/>
                </a:solidFill>
                <a:effectLst/>
                <a:latin typeface="JetBrains Mono"/>
              </a:rPr>
              <a:t>"Alpha"</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67D17"/>
                </a:solidFill>
                <a:effectLst/>
                <a:latin typeface="JetBrains Mono"/>
              </a:rPr>
              <a:t>'B' </a:t>
            </a:r>
            <a:r>
              <a:rPr lang="en-US" sz="2000" i="1">
                <a:solidFill>
                  <a:srgbClr val="00627A"/>
                </a:solidFill>
                <a:effectLst/>
                <a:latin typeface="JetBrains Mono"/>
              </a:rPr>
              <a:t>to </a:t>
            </a:r>
            <a:r>
              <a:rPr lang="en-US" sz="2000">
                <a:solidFill>
                  <a:srgbClr val="067D17"/>
                </a:solidFill>
                <a:effectLst/>
                <a:latin typeface="JetBrains Mono"/>
              </a:rPr>
              <a:t>"Bravo"</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67D17"/>
                </a:solidFill>
                <a:effectLst/>
                <a:latin typeface="JetBrains Mono"/>
              </a:rPr>
              <a:t>'C' </a:t>
            </a:r>
            <a:r>
              <a:rPr lang="en-US" sz="2000" i="1">
                <a:solidFill>
                  <a:srgbClr val="00627A"/>
                </a:solidFill>
                <a:effectLst/>
                <a:latin typeface="JetBrains Mono"/>
              </a:rPr>
              <a:t>to </a:t>
            </a:r>
            <a:r>
              <a:rPr lang="en-US" sz="2000">
                <a:solidFill>
                  <a:srgbClr val="067D17"/>
                </a:solidFill>
                <a:effectLst/>
                <a:latin typeface="JetBrains Mono"/>
              </a:rPr>
              <a:t>"Charlie"</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67D17"/>
                </a:solidFill>
                <a:effectLst/>
                <a:latin typeface="JetBrains Mono"/>
              </a:rPr>
              <a:t>'D' </a:t>
            </a:r>
            <a:r>
              <a:rPr lang="en-US" sz="2000" i="1">
                <a:solidFill>
                  <a:srgbClr val="00627A"/>
                </a:solidFill>
                <a:effectLst/>
                <a:latin typeface="JetBrains Mono"/>
              </a:rPr>
              <a:t>to </a:t>
            </a:r>
            <a:r>
              <a:rPr lang="en-US" sz="2000">
                <a:solidFill>
                  <a:srgbClr val="067D17"/>
                </a:solidFill>
                <a:effectLst/>
                <a:latin typeface="JetBrains Mono"/>
              </a:rPr>
              <a:t>"Delta"</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67D17"/>
                </a:solidFill>
                <a:effectLst/>
                <a:latin typeface="JetBrains Mono"/>
              </a:rPr>
              <a:t>'E' </a:t>
            </a:r>
            <a:r>
              <a:rPr lang="en-US" sz="2000" i="1">
                <a:solidFill>
                  <a:srgbClr val="00627A"/>
                </a:solidFill>
                <a:effectLst/>
                <a:latin typeface="JetBrains Mono"/>
              </a:rPr>
              <a:t>to </a:t>
            </a:r>
            <a:r>
              <a:rPr lang="en-US" sz="2000">
                <a:solidFill>
                  <a:srgbClr val="067D17"/>
                </a:solidFill>
                <a:effectLst/>
                <a:latin typeface="JetBrains Mono"/>
              </a:rPr>
              <a:t>"Echo"</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67D17"/>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67D17"/>
                </a:solidFill>
                <a:effectLst/>
                <a:latin typeface="JetBrains Mono"/>
              </a:rPr>
              <a:t>'V' </a:t>
            </a:r>
            <a:r>
              <a:rPr lang="en-US" sz="2000" i="1">
                <a:solidFill>
                  <a:srgbClr val="00627A"/>
                </a:solidFill>
                <a:effectLst/>
                <a:latin typeface="JetBrains Mono"/>
              </a:rPr>
              <a:t>to </a:t>
            </a:r>
            <a:r>
              <a:rPr lang="en-US" sz="2000">
                <a:solidFill>
                  <a:srgbClr val="067D17"/>
                </a:solidFill>
                <a:effectLst/>
                <a:latin typeface="JetBrains Mono"/>
              </a:rPr>
              <a:t>"Victor"</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67D17"/>
                </a:solidFill>
                <a:effectLst/>
                <a:latin typeface="JetBrains Mono"/>
              </a:rPr>
              <a:t>'W' </a:t>
            </a:r>
            <a:r>
              <a:rPr lang="en-US" sz="2000" i="1">
                <a:solidFill>
                  <a:srgbClr val="00627A"/>
                </a:solidFill>
                <a:effectLst/>
                <a:latin typeface="JetBrains Mono"/>
              </a:rPr>
              <a:t>to </a:t>
            </a:r>
            <a:r>
              <a:rPr lang="en-US" sz="2000">
                <a:solidFill>
                  <a:srgbClr val="067D17"/>
                </a:solidFill>
                <a:effectLst/>
                <a:latin typeface="JetBrains Mono"/>
              </a:rPr>
              <a:t>"Whiskey"</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67D17"/>
                </a:solidFill>
                <a:effectLst/>
                <a:latin typeface="JetBrains Mono"/>
              </a:rPr>
              <a:t>'X' </a:t>
            </a:r>
            <a:r>
              <a:rPr lang="en-US" sz="2000" i="1">
                <a:solidFill>
                  <a:srgbClr val="00627A"/>
                </a:solidFill>
                <a:effectLst/>
                <a:latin typeface="JetBrains Mono"/>
              </a:rPr>
              <a:t>to </a:t>
            </a:r>
            <a:r>
              <a:rPr lang="en-US" sz="2000">
                <a:solidFill>
                  <a:srgbClr val="067D17"/>
                </a:solidFill>
                <a:effectLst/>
                <a:latin typeface="JetBrains Mono"/>
              </a:rPr>
              <a:t>"X-ray"</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67D17"/>
                </a:solidFill>
                <a:effectLst/>
                <a:latin typeface="JetBrains Mono"/>
              </a:rPr>
              <a:t>'Y' </a:t>
            </a:r>
            <a:r>
              <a:rPr lang="en-US" sz="2000" i="1">
                <a:solidFill>
                  <a:srgbClr val="00627A"/>
                </a:solidFill>
                <a:effectLst/>
                <a:latin typeface="JetBrains Mono"/>
              </a:rPr>
              <a:t>to </a:t>
            </a:r>
            <a:r>
              <a:rPr lang="en-US" sz="2000">
                <a:solidFill>
                  <a:srgbClr val="067D17"/>
                </a:solidFill>
                <a:effectLst/>
                <a:latin typeface="JetBrains Mono"/>
              </a:rPr>
              <a:t>"Yankee"</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67D17"/>
                </a:solidFill>
                <a:effectLst/>
                <a:latin typeface="JetBrains Mono"/>
              </a:rPr>
              <a:t>'Z' </a:t>
            </a:r>
            <a:r>
              <a:rPr lang="en-US" sz="2000" i="1">
                <a:solidFill>
                  <a:srgbClr val="00627A"/>
                </a:solidFill>
                <a:effectLst/>
                <a:latin typeface="JetBrains Mono"/>
              </a:rPr>
              <a:t>to </a:t>
            </a:r>
            <a:r>
              <a:rPr lang="en-US" sz="2000">
                <a:solidFill>
                  <a:srgbClr val="067D17"/>
                </a:solidFill>
                <a:effectLst/>
                <a:latin typeface="JetBrains Mono"/>
              </a:rPr>
              <a:t>"Zulu"</a:t>
            </a:r>
            <a:br>
              <a:rPr lang="en-US" sz="2000">
                <a:solidFill>
                  <a:srgbClr val="067D17"/>
                </a:solidFill>
                <a:effectLst/>
                <a:latin typeface="JetBrains Mono"/>
              </a:rPr>
            </a:br>
            <a:r>
              <a:rPr lang="en-US" sz="2000">
                <a:solidFill>
                  <a:srgbClr val="067D17"/>
                </a:solidFill>
                <a:effectLst/>
                <a:latin typeface="JetBrains Mono"/>
              </a:rPr>
              <a:t>    </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a:t>
            </a:r>
          </a:p>
        </p:txBody>
      </p:sp>
      <p:pic>
        <p:nvPicPr>
          <p:cNvPr id="5" name="Picture 4">
            <a:extLst>
              <a:ext uri="{FF2B5EF4-FFF2-40B4-BE49-F238E27FC236}">
                <a16:creationId xmlns:a16="http://schemas.microsoft.com/office/drawing/2014/main" id="{053A215B-B7F5-C229-E42F-9F745BBAF41A}"/>
              </a:ext>
            </a:extLst>
          </p:cNvPr>
          <p:cNvPicPr>
            <a:picLocks noChangeAspect="1"/>
          </p:cNvPicPr>
          <p:nvPr/>
        </p:nvPicPr>
        <p:blipFill>
          <a:blip r:embed="rId2"/>
          <a:stretch>
            <a:fillRect/>
          </a:stretch>
        </p:blipFill>
        <p:spPr>
          <a:xfrm>
            <a:off x="630936" y="2642616"/>
            <a:ext cx="4344798" cy="3069694"/>
          </a:xfrm>
          <a:prstGeom prst="rect">
            <a:avLst/>
          </a:prstGeom>
        </p:spPr>
      </p:pic>
      <p:sp>
        <p:nvSpPr>
          <p:cNvPr id="8" name="Rectangular Callout 7">
            <a:extLst>
              <a:ext uri="{FF2B5EF4-FFF2-40B4-BE49-F238E27FC236}">
                <a16:creationId xmlns:a16="http://schemas.microsoft.com/office/drawing/2014/main" id="{387D3FEB-3248-DBEB-A20C-501D27BE17DA}"/>
              </a:ext>
            </a:extLst>
          </p:cNvPr>
          <p:cNvSpPr/>
          <p:nvPr/>
        </p:nvSpPr>
        <p:spPr>
          <a:xfrm>
            <a:off x="1228617" y="4222376"/>
            <a:ext cx="3504748" cy="685800"/>
          </a:xfrm>
          <a:prstGeom prst="wedgeRectCallout">
            <a:avLst>
              <a:gd name="adj1" fmla="val 77795"/>
              <a:gd name="adj2" fmla="val -44728"/>
            </a:avLst>
          </a:prstGeom>
          <a:noFill/>
          <a:ln w="25400" cap="sq">
            <a:solidFill>
              <a:srgbClr val="142F3F"/>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E710D5AA-7A02-F8D4-F3E1-E4FD3D16B255}"/>
              </a:ext>
            </a:extLst>
          </p:cNvPr>
          <p:cNvSpPr>
            <a:spLocks noGrp="1"/>
          </p:cNvSpPr>
          <p:nvPr>
            <p:ph type="sldNum" sz="quarter" idx="12"/>
          </p:nvPr>
        </p:nvSpPr>
        <p:spPr/>
        <p:txBody>
          <a:bodyPr/>
          <a:lstStyle/>
          <a:p>
            <a:fld id="{330EA680-D336-4FF7-8B7A-9848BB0A1C32}" type="slidenum">
              <a:rPr lang="en-US" smtClean="0"/>
              <a:t>35</a:t>
            </a:fld>
            <a:endParaRPr lang="en-US"/>
          </a:p>
        </p:txBody>
      </p:sp>
    </p:spTree>
    <p:extLst>
      <p:ext uri="{BB962C8B-B14F-4D97-AF65-F5344CB8AC3E}">
        <p14:creationId xmlns:p14="http://schemas.microsoft.com/office/powerpoint/2010/main" val="7960213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4B316C0-9F0F-9A63-294E-7981B4CA8F30}"/>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3700" kern="1200">
                <a:solidFill>
                  <a:schemeClr val="tx1"/>
                </a:solidFill>
                <a:latin typeface="+mj-lt"/>
                <a:ea typeface="+mj-ea"/>
                <a:cs typeface="+mj-cs"/>
              </a:rPr>
              <a:t>Use the </a:t>
            </a:r>
            <a:r>
              <a:rPr lang="en-US" sz="3700" b="1" kern="1200" err="1">
                <a:solidFill>
                  <a:srgbClr val="0070C0"/>
                </a:solidFill>
                <a:latin typeface="+mj-lt"/>
                <a:ea typeface="+mj-ea"/>
                <a:cs typeface="+mj-cs"/>
              </a:rPr>
              <a:t>ui</a:t>
            </a:r>
            <a:r>
              <a:rPr lang="en-US" sz="3700" kern="1200">
                <a:solidFill>
                  <a:schemeClr val="tx1"/>
                </a:solidFill>
                <a:latin typeface="+mj-lt"/>
                <a:ea typeface="+mj-ea"/>
                <a:cs typeface="+mj-cs"/>
              </a:rPr>
              <a:t> package to hold the </a:t>
            </a:r>
            <a:r>
              <a:rPr lang="en-US" sz="3700" kern="1200" err="1">
                <a:solidFill>
                  <a:schemeClr val="tx1"/>
                </a:solidFill>
                <a:latin typeface="+mj-lt"/>
                <a:ea typeface="+mj-ea"/>
                <a:cs typeface="+mj-cs"/>
              </a:rPr>
              <a:t>ViewModel</a:t>
            </a:r>
            <a:r>
              <a:rPr lang="en-US" sz="3700" kern="1200">
                <a:solidFill>
                  <a:schemeClr val="tx1"/>
                </a:solidFill>
                <a:latin typeface="+mj-lt"/>
                <a:ea typeface="+mj-ea"/>
                <a:cs typeface="+mj-cs"/>
              </a:rPr>
              <a:t>, </a:t>
            </a:r>
            <a:r>
              <a:rPr lang="en-US" sz="3700" kern="1200" err="1">
                <a:solidFill>
                  <a:schemeClr val="tx1"/>
                </a:solidFill>
                <a:latin typeface="+mj-lt"/>
                <a:ea typeface="+mj-ea"/>
                <a:cs typeface="+mj-cs"/>
              </a:rPr>
              <a:t>UIState</a:t>
            </a:r>
            <a:r>
              <a:rPr lang="en-US" sz="3700" kern="1200">
                <a:solidFill>
                  <a:schemeClr val="tx1"/>
                </a:solidFill>
                <a:latin typeface="+mj-lt"/>
                <a:ea typeface="+mj-ea"/>
                <a:cs typeface="+mj-cs"/>
              </a:rPr>
              <a:t>, and Composable function</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6E292027-263F-2F5C-CBD5-D71DD338CD6B}"/>
              </a:ext>
            </a:extLst>
          </p:cNvPr>
          <p:cNvPicPr>
            <a:picLocks noChangeAspect="1"/>
          </p:cNvPicPr>
          <p:nvPr/>
        </p:nvPicPr>
        <p:blipFill>
          <a:blip r:embed="rId2"/>
          <a:stretch>
            <a:fillRect/>
          </a:stretch>
        </p:blipFill>
        <p:spPr>
          <a:xfrm>
            <a:off x="5225162" y="338418"/>
            <a:ext cx="5801426" cy="5762227"/>
          </a:xfrm>
          <a:prstGeom prst="rect">
            <a:avLst/>
          </a:prstGeom>
          <a:ln>
            <a:noFill/>
          </a:ln>
          <a:effectLst>
            <a:outerShdw blurRad="292100" dist="139700" dir="2700000" algn="tl" rotWithShape="0">
              <a:srgbClr val="333333">
                <a:alpha val="65000"/>
              </a:srgbClr>
            </a:outerShdw>
          </a:effectLst>
        </p:spPr>
      </p:pic>
      <p:sp>
        <p:nvSpPr>
          <p:cNvPr id="3" name="Slide Number Placeholder 2">
            <a:extLst>
              <a:ext uri="{FF2B5EF4-FFF2-40B4-BE49-F238E27FC236}">
                <a16:creationId xmlns:a16="http://schemas.microsoft.com/office/drawing/2014/main" id="{1F00EC18-C705-559B-0BE2-9D0559E822A4}"/>
              </a:ext>
            </a:extLst>
          </p:cNvPr>
          <p:cNvSpPr>
            <a:spLocks noGrp="1"/>
          </p:cNvSpPr>
          <p:nvPr>
            <p:ph type="sldNum" sz="quarter" idx="12"/>
          </p:nvPr>
        </p:nvSpPr>
        <p:spPr/>
        <p:txBody>
          <a:bodyPr/>
          <a:lstStyle/>
          <a:p>
            <a:fld id="{330EA680-D336-4FF7-8B7A-9848BB0A1C32}" type="slidenum">
              <a:rPr lang="en-US" smtClean="0"/>
              <a:t>36</a:t>
            </a:fld>
            <a:endParaRPr lang="en-US"/>
          </a:p>
        </p:txBody>
      </p:sp>
    </p:spTree>
    <p:extLst>
      <p:ext uri="{BB962C8B-B14F-4D97-AF65-F5344CB8AC3E}">
        <p14:creationId xmlns:p14="http://schemas.microsoft.com/office/powerpoint/2010/main" val="11465248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E50FEA-5AFE-F964-D70B-ABF7B3A33B76}"/>
              </a:ext>
            </a:extLst>
          </p:cNvPr>
          <p:cNvSpPr>
            <a:spLocks noGrp="1"/>
          </p:cNvSpPr>
          <p:nvPr>
            <p:ph type="title"/>
          </p:nvPr>
        </p:nvSpPr>
        <p:spPr>
          <a:xfrm>
            <a:off x="411480" y="991443"/>
            <a:ext cx="5684520" cy="1087819"/>
          </a:xfrm>
        </p:spPr>
        <p:txBody>
          <a:bodyPr vert="horz" lIns="91440" tIns="45720" rIns="91440" bIns="45720" rtlCol="0" anchor="b">
            <a:normAutofit/>
          </a:bodyPr>
          <a:lstStyle/>
          <a:p>
            <a:r>
              <a:rPr lang="en-US" sz="3400" kern="1200">
                <a:solidFill>
                  <a:schemeClr val="tx1"/>
                </a:solidFill>
                <a:latin typeface="+mj-lt"/>
                <a:ea typeface="+mj-ea"/>
                <a:cs typeface="+mj-cs"/>
              </a:rPr>
              <a:t>Create a class for </a:t>
            </a:r>
            <a:r>
              <a:rPr lang="en-US" sz="3400" kern="1200" err="1">
                <a:solidFill>
                  <a:schemeClr val="tx1"/>
                </a:solidFill>
                <a:latin typeface="+mj-lt"/>
                <a:ea typeface="+mj-ea"/>
                <a:cs typeface="+mj-cs"/>
              </a:rPr>
              <a:t>UIState</a:t>
            </a:r>
            <a:endParaRPr lang="en-US" sz="3400" kern="1200">
              <a:solidFill>
                <a:schemeClr val="tx1"/>
              </a:solidFill>
              <a:latin typeface="+mj-lt"/>
              <a:ea typeface="+mj-ea"/>
              <a:cs typeface="+mj-cs"/>
            </a:endParaRPr>
          </a:p>
        </p:txBody>
      </p:sp>
      <p:sp>
        <p:nvSpPr>
          <p:cNvPr id="12" name="Rectangle 11">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E67B5C1A-BF01-03A8-AA90-933633447A48}"/>
              </a:ext>
            </a:extLst>
          </p:cNvPr>
          <p:cNvSpPr txBox="1"/>
          <p:nvPr/>
        </p:nvSpPr>
        <p:spPr>
          <a:xfrm>
            <a:off x="5384391" y="2156305"/>
            <a:ext cx="6098458" cy="3279552"/>
          </a:xfrm>
          <a:prstGeom prst="rect">
            <a:avLst/>
          </a:prstGeom>
          <a:noFill/>
        </p:spPr>
        <p:txBody>
          <a:bodyPr wrap="square">
            <a:spAutoFit/>
          </a:bodyPr>
          <a:lstStyle/>
          <a:p>
            <a:pPr>
              <a:lnSpc>
                <a:spcPct val="150000"/>
              </a:lnSpc>
            </a:pPr>
            <a:r>
              <a:rPr lang="en-US" sz="2000">
                <a:solidFill>
                  <a:srgbClr val="0033B3"/>
                </a:solidFill>
                <a:effectLst/>
                <a:highlight>
                  <a:srgbClr val="FFFFFF"/>
                </a:highlight>
              </a:rPr>
              <a:t>data class </a:t>
            </a:r>
            <a:r>
              <a:rPr lang="en-US" sz="2000" err="1">
                <a:solidFill>
                  <a:srgbClr val="000000"/>
                </a:solidFill>
                <a:effectLst/>
                <a:highlight>
                  <a:srgbClr val="FFFFFF"/>
                </a:highlight>
              </a:rPr>
              <a:t>AlphabetUIState</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err="1">
                <a:solidFill>
                  <a:srgbClr val="871094"/>
                </a:solidFill>
                <a:effectLst/>
                <a:highlight>
                  <a:srgbClr val="FFFFFF"/>
                </a:highlight>
              </a:rPr>
              <a:t>currentAlphabet</a:t>
            </a:r>
            <a:r>
              <a:rPr lang="en-US" sz="2000">
                <a:solidFill>
                  <a:srgbClr val="080808"/>
                </a:solidFill>
                <a:effectLst/>
                <a:highlight>
                  <a:srgbClr val="FFFFFF"/>
                </a:highlight>
              </a:rPr>
              <a:t>: </a:t>
            </a:r>
            <a:r>
              <a:rPr lang="en-US" sz="2000">
                <a:solidFill>
                  <a:srgbClr val="000000"/>
                </a:solidFill>
                <a:effectLst/>
                <a:highlight>
                  <a:srgbClr val="FFFFFF"/>
                </a:highlight>
              </a:rPr>
              <a:t>Char</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err="1">
                <a:solidFill>
                  <a:srgbClr val="871094"/>
                </a:solidFill>
                <a:effectLst/>
                <a:highlight>
                  <a:srgbClr val="FFFFFF"/>
                </a:highlight>
              </a:rPr>
              <a:t>currentWord</a:t>
            </a:r>
            <a:r>
              <a:rPr lang="en-US" sz="2000">
                <a:solidFill>
                  <a:srgbClr val="080808"/>
                </a:solidFill>
                <a:effectLst/>
                <a:highlight>
                  <a:srgbClr val="FFFFFF"/>
                </a:highlight>
              </a:rPr>
              <a:t>: </a:t>
            </a:r>
            <a:r>
              <a:rPr lang="en-US" sz="2000">
                <a:solidFill>
                  <a:srgbClr val="000000"/>
                </a:solidFill>
                <a:effectLst/>
                <a:highlight>
                  <a:srgbClr val="FFFFFF"/>
                </a:highlight>
              </a:rPr>
              <a:t>String</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err="1">
                <a:solidFill>
                  <a:srgbClr val="871094"/>
                </a:solidFill>
                <a:effectLst/>
                <a:highlight>
                  <a:srgbClr val="FFFFFF"/>
                </a:highlight>
              </a:rPr>
              <a:t>isLoading</a:t>
            </a:r>
            <a:r>
              <a:rPr lang="en-US" sz="2000">
                <a:solidFill>
                  <a:srgbClr val="080808"/>
                </a:solidFill>
                <a:effectLst/>
                <a:highlight>
                  <a:srgbClr val="FFFFFF"/>
                </a:highlight>
              </a:rPr>
              <a:t>: </a:t>
            </a:r>
            <a:r>
              <a:rPr lang="en-US" sz="2000">
                <a:solidFill>
                  <a:srgbClr val="000000"/>
                </a:solidFill>
                <a:effectLst/>
                <a:highlight>
                  <a:srgbClr val="FFFFFF"/>
                </a:highlight>
              </a:rPr>
              <a:t>Boolean </a:t>
            </a:r>
            <a:r>
              <a:rPr lang="en-US" sz="2000">
                <a:solidFill>
                  <a:srgbClr val="080808"/>
                </a:solidFill>
                <a:effectLst/>
                <a:highlight>
                  <a:srgbClr val="FFFFFF"/>
                </a:highlight>
              </a:rPr>
              <a:t>= </a:t>
            </a:r>
            <a:r>
              <a:rPr lang="en-US" sz="2000">
                <a:solidFill>
                  <a:srgbClr val="0033B3"/>
                </a:solidFill>
                <a:effectLst/>
                <a:highlight>
                  <a:srgbClr val="FFFFFF"/>
                </a:highlight>
              </a:rPr>
              <a:t>false</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err="1">
                <a:solidFill>
                  <a:srgbClr val="871094"/>
                </a:solidFill>
                <a:effectLst/>
                <a:highlight>
                  <a:srgbClr val="FFFFFF"/>
                </a:highlight>
              </a:rPr>
              <a:t>isError</a:t>
            </a:r>
            <a:r>
              <a:rPr lang="en-US" sz="2000">
                <a:solidFill>
                  <a:srgbClr val="080808"/>
                </a:solidFill>
                <a:effectLst/>
                <a:highlight>
                  <a:srgbClr val="FFFFFF"/>
                </a:highlight>
              </a:rPr>
              <a:t>: </a:t>
            </a:r>
            <a:r>
              <a:rPr lang="en-US" sz="2000">
                <a:solidFill>
                  <a:srgbClr val="000000"/>
                </a:solidFill>
                <a:effectLst/>
                <a:highlight>
                  <a:srgbClr val="FFFFFF"/>
                </a:highlight>
              </a:rPr>
              <a:t>Boolean </a:t>
            </a:r>
            <a:r>
              <a:rPr lang="en-US" sz="2000">
                <a:solidFill>
                  <a:srgbClr val="080808"/>
                </a:solidFill>
                <a:effectLst/>
                <a:highlight>
                  <a:srgbClr val="FFFFFF"/>
                </a:highlight>
              </a:rPr>
              <a:t>= </a:t>
            </a:r>
            <a:r>
              <a:rPr lang="en-US" sz="2000">
                <a:solidFill>
                  <a:srgbClr val="0033B3"/>
                </a:solidFill>
                <a:effectLst/>
                <a:highlight>
                  <a:srgbClr val="FFFFFF"/>
                </a:highlight>
              </a:rPr>
              <a:t>false</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err="1">
                <a:solidFill>
                  <a:srgbClr val="871094"/>
                </a:solidFill>
                <a:effectLst/>
                <a:highlight>
                  <a:srgbClr val="FFFFFF"/>
                </a:highlight>
              </a:rPr>
              <a:t>isCompleted</a:t>
            </a:r>
            <a:r>
              <a:rPr lang="en-US" sz="2000">
                <a:solidFill>
                  <a:srgbClr val="080808"/>
                </a:solidFill>
                <a:effectLst/>
                <a:highlight>
                  <a:srgbClr val="FFFFFF"/>
                </a:highlight>
              </a:rPr>
              <a:t>: </a:t>
            </a:r>
            <a:r>
              <a:rPr lang="en-US" sz="2000">
                <a:solidFill>
                  <a:srgbClr val="000000"/>
                </a:solidFill>
                <a:effectLst/>
                <a:highlight>
                  <a:srgbClr val="FFFFFF"/>
                </a:highlight>
              </a:rPr>
              <a:t>Boolean </a:t>
            </a:r>
            <a:r>
              <a:rPr lang="en-US" sz="2000">
                <a:solidFill>
                  <a:srgbClr val="080808"/>
                </a:solidFill>
                <a:effectLst/>
                <a:highlight>
                  <a:srgbClr val="FFFFFF"/>
                </a:highlight>
              </a:rPr>
              <a:t>= </a:t>
            </a:r>
            <a:r>
              <a:rPr lang="en-US" sz="2000">
                <a:solidFill>
                  <a:srgbClr val="0033B3"/>
                </a:solidFill>
                <a:effectLst/>
                <a:highlight>
                  <a:srgbClr val="FFFFFF"/>
                </a:highlight>
              </a:rPr>
              <a:t>false</a:t>
            </a:r>
            <a:br>
              <a:rPr lang="en-US" sz="2000">
                <a:solidFill>
                  <a:srgbClr val="0033B3"/>
                </a:solidFill>
                <a:effectLst/>
                <a:highlight>
                  <a:srgbClr val="FFFFFF"/>
                </a:highlight>
              </a:rPr>
            </a:br>
            <a:r>
              <a:rPr lang="en-US" sz="2000">
                <a:solidFill>
                  <a:srgbClr val="080808"/>
                </a:solidFill>
                <a:effectLst/>
                <a:highlight>
                  <a:srgbClr val="FFFFFF"/>
                </a:highlight>
              </a:rPr>
              <a:t>)</a:t>
            </a:r>
          </a:p>
        </p:txBody>
      </p:sp>
      <p:pic>
        <p:nvPicPr>
          <p:cNvPr id="3" name="Picture 2">
            <a:extLst>
              <a:ext uri="{FF2B5EF4-FFF2-40B4-BE49-F238E27FC236}">
                <a16:creationId xmlns:a16="http://schemas.microsoft.com/office/drawing/2014/main" id="{A522BE60-69D6-AE2B-48A9-89606476ED64}"/>
              </a:ext>
            </a:extLst>
          </p:cNvPr>
          <p:cNvPicPr>
            <a:picLocks noChangeAspect="1"/>
          </p:cNvPicPr>
          <p:nvPr/>
        </p:nvPicPr>
        <p:blipFill>
          <a:blip r:embed="rId2"/>
          <a:stretch>
            <a:fillRect/>
          </a:stretch>
        </p:blipFill>
        <p:spPr>
          <a:xfrm>
            <a:off x="411479" y="2521197"/>
            <a:ext cx="3873500" cy="3670300"/>
          </a:xfrm>
          <a:prstGeom prst="rect">
            <a:avLst/>
          </a:prstGeom>
          <a:ln>
            <a:noFill/>
          </a:ln>
          <a:effectLst>
            <a:outerShdw blurRad="292100" dist="139700" dir="2700000" algn="tl" rotWithShape="0">
              <a:srgbClr val="333333">
                <a:alpha val="65000"/>
              </a:srgbClr>
            </a:outerShdw>
          </a:effectLst>
        </p:spPr>
      </p:pic>
      <p:sp>
        <p:nvSpPr>
          <p:cNvPr id="4" name="Slide Number Placeholder 3">
            <a:extLst>
              <a:ext uri="{FF2B5EF4-FFF2-40B4-BE49-F238E27FC236}">
                <a16:creationId xmlns:a16="http://schemas.microsoft.com/office/drawing/2014/main" id="{619F1842-31E8-DAF2-E9BA-6B6EAABDFF2E}"/>
              </a:ext>
            </a:extLst>
          </p:cNvPr>
          <p:cNvSpPr>
            <a:spLocks noGrp="1"/>
          </p:cNvSpPr>
          <p:nvPr>
            <p:ph type="sldNum" sz="quarter" idx="12"/>
          </p:nvPr>
        </p:nvSpPr>
        <p:spPr/>
        <p:txBody>
          <a:bodyPr/>
          <a:lstStyle/>
          <a:p>
            <a:fld id="{330EA680-D336-4FF7-8B7A-9848BB0A1C32}" type="slidenum">
              <a:rPr lang="en-US" smtClean="0"/>
              <a:t>37</a:t>
            </a:fld>
            <a:endParaRPr lang="en-US"/>
          </a:p>
        </p:txBody>
      </p:sp>
    </p:spTree>
    <p:extLst>
      <p:ext uri="{BB962C8B-B14F-4D97-AF65-F5344CB8AC3E}">
        <p14:creationId xmlns:p14="http://schemas.microsoft.com/office/powerpoint/2010/main" val="20102914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0">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2">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91D6CB1-CDAE-34EC-04B0-4828C31F0A93}"/>
              </a:ext>
            </a:extLst>
          </p:cNvPr>
          <p:cNvSpPr>
            <a:spLocks noGrp="1"/>
          </p:cNvSpPr>
          <p:nvPr>
            <p:ph type="title"/>
          </p:nvPr>
        </p:nvSpPr>
        <p:spPr>
          <a:xfrm>
            <a:off x="211837" y="1165860"/>
            <a:ext cx="3602736" cy="4526280"/>
          </a:xfrm>
        </p:spPr>
        <p:txBody>
          <a:bodyPr vert="horz" lIns="91440" tIns="45720" rIns="91440" bIns="45720" rtlCol="0" anchor="ctr">
            <a:normAutofit/>
          </a:bodyPr>
          <a:lstStyle/>
          <a:p>
            <a:r>
              <a:rPr lang="en-US" sz="3600" kern="1200">
                <a:solidFill>
                  <a:schemeClr val="tx1"/>
                </a:solidFill>
                <a:latin typeface="+mj-lt"/>
                <a:ea typeface="+mj-ea"/>
                <a:cs typeface="+mj-cs"/>
              </a:rPr>
              <a:t>Create </a:t>
            </a:r>
            <a:br>
              <a:rPr lang="en-US" sz="3600" kern="1200">
                <a:solidFill>
                  <a:schemeClr val="tx1"/>
                </a:solidFill>
                <a:latin typeface="+mj-lt"/>
                <a:ea typeface="+mj-ea"/>
                <a:cs typeface="+mj-cs"/>
              </a:rPr>
            </a:br>
            <a:r>
              <a:rPr lang="en-US" sz="3600" kern="1200" err="1">
                <a:solidFill>
                  <a:schemeClr val="tx1"/>
                </a:solidFill>
                <a:latin typeface="+mj-lt"/>
                <a:ea typeface="+mj-ea"/>
                <a:cs typeface="+mj-cs"/>
              </a:rPr>
              <a:t>ViewModel</a:t>
            </a:r>
            <a:r>
              <a:rPr lang="en-US" sz="3600" kern="1200">
                <a:solidFill>
                  <a:schemeClr val="tx1"/>
                </a:solidFill>
                <a:latin typeface="+mj-lt"/>
                <a:ea typeface="+mj-ea"/>
                <a:cs typeface="+mj-cs"/>
              </a:rPr>
              <a:t> </a:t>
            </a:r>
            <a:br>
              <a:rPr lang="en-US" sz="3600" kern="1200">
                <a:solidFill>
                  <a:schemeClr val="tx1"/>
                </a:solidFill>
                <a:latin typeface="+mj-lt"/>
                <a:ea typeface="+mj-ea"/>
                <a:cs typeface="+mj-cs"/>
              </a:rPr>
            </a:br>
            <a:r>
              <a:rPr lang="en-US" sz="3600" kern="1200">
                <a:solidFill>
                  <a:schemeClr val="tx1"/>
                </a:solidFill>
                <a:latin typeface="+mj-lt"/>
                <a:ea typeface="+mj-ea"/>
                <a:cs typeface="+mj-cs"/>
              </a:rPr>
              <a:t>class</a:t>
            </a:r>
          </a:p>
        </p:txBody>
      </p:sp>
      <p:sp>
        <p:nvSpPr>
          <p:cNvPr id="17" name="Rectangle 16">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TextBox 19">
            <a:extLst>
              <a:ext uri="{FF2B5EF4-FFF2-40B4-BE49-F238E27FC236}">
                <a16:creationId xmlns:a16="http://schemas.microsoft.com/office/drawing/2014/main" id="{12ECB055-E8B5-301B-3475-41BC28AAC0F7}"/>
              </a:ext>
            </a:extLst>
          </p:cNvPr>
          <p:cNvSpPr txBox="1"/>
          <p:nvPr/>
        </p:nvSpPr>
        <p:spPr>
          <a:xfrm>
            <a:off x="2419180" y="181957"/>
            <a:ext cx="9984658" cy="6494085"/>
          </a:xfrm>
          <a:prstGeom prst="rect">
            <a:avLst/>
          </a:prstGeom>
          <a:noFill/>
        </p:spPr>
        <p:txBody>
          <a:bodyPr wrap="square">
            <a:spAutoFit/>
          </a:bodyPr>
          <a:lstStyle/>
          <a:p>
            <a:r>
              <a:rPr lang="en-US" sz="2000">
                <a:solidFill>
                  <a:srgbClr val="0033B3"/>
                </a:solidFill>
                <a:effectLst/>
                <a:highlight>
                  <a:srgbClr val="FFFFFF"/>
                </a:highlight>
              </a:rPr>
              <a:t>class </a:t>
            </a:r>
            <a:r>
              <a:rPr lang="en-US" sz="2000" err="1">
                <a:solidFill>
                  <a:srgbClr val="000000"/>
                </a:solidFill>
                <a:effectLst/>
                <a:highlight>
                  <a:srgbClr val="FFFFFF"/>
                </a:highlight>
              </a:rPr>
              <a:t>AlphabetViewModel</a:t>
            </a:r>
            <a:r>
              <a:rPr lang="en-US" sz="2000">
                <a:solidFill>
                  <a:srgbClr val="080808"/>
                </a:solidFill>
                <a:effectLst/>
                <a:highlight>
                  <a:srgbClr val="FFFFFF"/>
                </a:highlight>
              </a:rPr>
              <a:t>: </a:t>
            </a:r>
            <a:r>
              <a:rPr lang="en-US" sz="2000" err="1">
                <a:solidFill>
                  <a:srgbClr val="080808"/>
                </a:solidFill>
                <a:effectLst/>
                <a:highlight>
                  <a:srgbClr val="FFFFFF"/>
                </a:highlight>
              </a:rPr>
              <a:t>ViewModel</a:t>
            </a:r>
            <a:r>
              <a:rPr lang="en-US" sz="2000">
                <a:solidFill>
                  <a:srgbClr val="080808"/>
                </a:solidFill>
                <a:effectLst/>
                <a:highlight>
                  <a:srgbClr val="FFFFFF"/>
                </a:highlight>
              </a:rPr>
              <a:t>() {</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i="1">
                <a:solidFill>
                  <a:srgbClr val="8C8C8C"/>
                </a:solidFill>
                <a:effectLst/>
                <a:highlight>
                  <a:srgbClr val="FFFFFF"/>
                </a:highlight>
              </a:rPr>
              <a:t>// Retrieve the list of alphabet pairs from the data source</a:t>
            </a:r>
            <a:br>
              <a:rPr lang="en-US" sz="2000" i="1">
                <a:solidFill>
                  <a:srgbClr val="8C8C8C"/>
                </a:solidFill>
                <a:effectLst/>
                <a:highlight>
                  <a:srgbClr val="FFFFFF"/>
                </a:highlight>
              </a:rPr>
            </a:br>
            <a:r>
              <a:rPr lang="en-US" sz="2000" i="1">
                <a:solidFill>
                  <a:srgbClr val="8C8C8C"/>
                </a:solidFill>
                <a:effectLst/>
                <a:highlight>
                  <a:srgbClr val="FFFFFF"/>
                </a:highlight>
              </a:rPr>
              <a:t>    </a:t>
            </a:r>
            <a:r>
              <a:rPr lang="en-US" sz="2000">
                <a:solidFill>
                  <a:srgbClr val="0033B3"/>
                </a:solidFill>
                <a:effectLst/>
                <a:highlight>
                  <a:srgbClr val="FFFFFF"/>
                </a:highlight>
              </a:rPr>
              <a:t>private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a:solidFill>
                  <a:srgbClr val="871094"/>
                </a:solidFill>
                <a:effectLst/>
                <a:highlight>
                  <a:srgbClr val="FFFFFF"/>
                </a:highlight>
              </a:rPr>
              <a:t>alphabets </a:t>
            </a:r>
            <a:r>
              <a:rPr lang="en-US" sz="2000">
                <a:solidFill>
                  <a:srgbClr val="080808"/>
                </a:solidFill>
                <a:effectLst/>
                <a:highlight>
                  <a:srgbClr val="FFFFFF"/>
                </a:highlight>
              </a:rPr>
              <a:t>= </a:t>
            </a:r>
            <a:r>
              <a:rPr lang="en-US" sz="2000" err="1">
                <a:solidFill>
                  <a:srgbClr val="000000"/>
                </a:solidFill>
                <a:effectLst/>
                <a:highlight>
                  <a:srgbClr val="FFFFFF"/>
                </a:highlight>
              </a:rPr>
              <a:t>AlphabetData</a:t>
            </a:r>
            <a:r>
              <a:rPr lang="en-US" sz="2000" err="1">
                <a:solidFill>
                  <a:srgbClr val="080808"/>
                </a:solidFill>
                <a:effectLst/>
                <a:highlight>
                  <a:srgbClr val="FFFFFF"/>
                </a:highlight>
              </a:rPr>
              <a:t>.</a:t>
            </a:r>
            <a:r>
              <a:rPr lang="en-US" sz="2000" err="1">
                <a:solidFill>
                  <a:srgbClr val="871094"/>
                </a:solidFill>
                <a:effectLst/>
                <a:highlight>
                  <a:srgbClr val="FFFFFF"/>
                </a:highlight>
              </a:rPr>
              <a:t>alphabets</a:t>
            </a:r>
            <a:br>
              <a:rPr lang="en-US" sz="2000">
                <a:solidFill>
                  <a:srgbClr val="871094"/>
                </a:solidFill>
                <a:effectLst/>
                <a:highlight>
                  <a:srgbClr val="FFFFFF"/>
                </a:highlight>
              </a:rPr>
            </a:br>
            <a:r>
              <a:rPr lang="en-US" sz="2000">
                <a:solidFill>
                  <a:srgbClr val="871094"/>
                </a:solidFill>
                <a:effectLst/>
                <a:highlight>
                  <a:srgbClr val="FFFFFF"/>
                </a:highlight>
              </a:rPr>
              <a:t>    </a:t>
            </a:r>
            <a:br>
              <a:rPr lang="en-US" sz="2000" i="1">
                <a:solidFill>
                  <a:srgbClr val="8C8C8C"/>
                </a:solidFill>
                <a:effectLst/>
                <a:highlight>
                  <a:srgbClr val="FFFFFF"/>
                </a:highlight>
              </a:rPr>
            </a:br>
            <a:r>
              <a:rPr lang="en-US" sz="2000" i="1">
                <a:solidFill>
                  <a:srgbClr val="8C8C8C"/>
                </a:solidFill>
                <a:effectLst/>
                <a:highlight>
                  <a:srgbClr val="FFFFFF"/>
                </a:highlight>
              </a:rPr>
              <a:t>    </a:t>
            </a:r>
            <a:r>
              <a:rPr lang="en-US" sz="2000">
                <a:solidFill>
                  <a:srgbClr val="0033B3"/>
                </a:solidFill>
                <a:effectLst/>
                <a:highlight>
                  <a:srgbClr val="FFFFFF"/>
                </a:highlight>
              </a:rPr>
              <a:t>private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alphabetUIState</a:t>
            </a: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i="1" err="1">
                <a:solidFill>
                  <a:srgbClr val="00627A"/>
                </a:solidFill>
                <a:effectLst/>
                <a:highlight>
                  <a:srgbClr val="FFFFFF"/>
                </a:highlight>
              </a:rPr>
              <a:t>MutableStateFlow</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80808"/>
                </a:solidFill>
                <a:effectLst/>
                <a:highlight>
                  <a:srgbClr val="FFFFFF"/>
                </a:highlight>
              </a:rPr>
              <a:t>AlphabetUIState</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4A86E8"/>
                </a:solidFill>
                <a:effectLst/>
                <a:highlight>
                  <a:srgbClr val="FFFFFF"/>
                </a:highlight>
              </a:rPr>
              <a:t>currentAlphabet</a:t>
            </a:r>
            <a:r>
              <a:rPr lang="en-US" sz="2000">
                <a:solidFill>
                  <a:srgbClr val="4A86E8"/>
                </a:solidFill>
                <a:effectLst/>
                <a:highlight>
                  <a:srgbClr val="FFFFFF"/>
                </a:highlight>
              </a:rPr>
              <a:t> = </a:t>
            </a:r>
            <a:r>
              <a:rPr lang="en-US" sz="2000">
                <a:solidFill>
                  <a:srgbClr val="871094"/>
                </a:solidFill>
                <a:effectLst/>
                <a:highlight>
                  <a:srgbClr val="FFFFFF"/>
                </a:highlight>
              </a:rPr>
              <a:t>alphabets</a:t>
            </a:r>
            <a:r>
              <a:rPr lang="en-US" sz="2000">
                <a:solidFill>
                  <a:srgbClr val="080808"/>
                </a:solidFill>
                <a:effectLst/>
                <a:highlight>
                  <a:srgbClr val="FFFFFF"/>
                </a:highlight>
              </a:rPr>
              <a:t>[</a:t>
            </a:r>
            <a:r>
              <a:rPr lang="en-US" sz="2000">
                <a:solidFill>
                  <a:srgbClr val="1750EB"/>
                </a:solidFill>
                <a:effectLst/>
                <a:highlight>
                  <a:srgbClr val="FFFFFF"/>
                </a:highlight>
              </a:rPr>
              <a:t>0</a:t>
            </a:r>
            <a:r>
              <a:rPr lang="en-US" sz="2000">
                <a:solidFill>
                  <a:srgbClr val="080808"/>
                </a:solidFill>
                <a:effectLst/>
                <a:highlight>
                  <a:srgbClr val="FFFFFF"/>
                </a:highlight>
              </a:rPr>
              <a:t>].</a:t>
            </a:r>
            <a:r>
              <a:rPr lang="en-US" sz="2000">
                <a:solidFill>
                  <a:srgbClr val="871094"/>
                </a:solidFill>
                <a:effectLst/>
                <a:highlight>
                  <a:srgbClr val="FFFFFF"/>
                </a:highlight>
              </a:rPr>
              <a:t>first</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4A86E8"/>
                </a:solidFill>
                <a:effectLst/>
                <a:highlight>
                  <a:srgbClr val="FFFFFF"/>
                </a:highlight>
              </a:rPr>
              <a:t>currentWord</a:t>
            </a:r>
            <a:r>
              <a:rPr lang="en-US" sz="2000">
                <a:solidFill>
                  <a:srgbClr val="4A86E8"/>
                </a:solidFill>
                <a:effectLst/>
                <a:highlight>
                  <a:srgbClr val="FFFFFF"/>
                </a:highlight>
              </a:rPr>
              <a:t> = </a:t>
            </a:r>
            <a:r>
              <a:rPr lang="en-US" sz="2000">
                <a:solidFill>
                  <a:srgbClr val="871094"/>
                </a:solidFill>
                <a:effectLst/>
                <a:highlight>
                  <a:srgbClr val="FFFFFF"/>
                </a:highlight>
              </a:rPr>
              <a:t>alphabets</a:t>
            </a:r>
            <a:r>
              <a:rPr lang="en-US" sz="2000">
                <a:solidFill>
                  <a:srgbClr val="080808"/>
                </a:solidFill>
                <a:effectLst/>
                <a:highlight>
                  <a:srgbClr val="FFFFFF"/>
                </a:highlight>
              </a:rPr>
              <a:t>[</a:t>
            </a:r>
            <a:r>
              <a:rPr lang="en-US" sz="2000">
                <a:solidFill>
                  <a:srgbClr val="1750EB"/>
                </a:solidFill>
                <a:effectLst/>
                <a:highlight>
                  <a:srgbClr val="FFFFFF"/>
                </a:highlight>
              </a:rPr>
              <a:t>0</a:t>
            </a:r>
            <a:r>
              <a:rPr lang="en-US" sz="2000">
                <a:solidFill>
                  <a:srgbClr val="080808"/>
                </a:solidFill>
                <a:effectLst/>
                <a:highlight>
                  <a:srgbClr val="FFFFFF"/>
                </a:highlight>
              </a:rPr>
              <a:t>].</a:t>
            </a:r>
            <a:r>
              <a:rPr lang="en-US" sz="2000">
                <a:solidFill>
                  <a:srgbClr val="871094"/>
                </a:solidFill>
                <a:effectLst/>
                <a:highlight>
                  <a:srgbClr val="FFFFFF"/>
                </a:highlight>
              </a:rPr>
              <a:t>second</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4A86E8"/>
                </a:solidFill>
                <a:effectLst/>
                <a:highlight>
                  <a:srgbClr val="FFFFFF"/>
                </a:highlight>
              </a:rPr>
              <a:t>isLoading</a:t>
            </a:r>
            <a:r>
              <a:rPr lang="en-US" sz="2000">
                <a:solidFill>
                  <a:srgbClr val="4A86E8"/>
                </a:solidFill>
                <a:effectLst/>
                <a:highlight>
                  <a:srgbClr val="FFFFFF"/>
                </a:highlight>
              </a:rPr>
              <a:t> = </a:t>
            </a:r>
            <a:r>
              <a:rPr lang="en-US" sz="2000">
                <a:solidFill>
                  <a:srgbClr val="0033B3"/>
                </a:solidFill>
                <a:effectLst/>
                <a:highlight>
                  <a:srgbClr val="FFFFFF"/>
                </a:highlight>
              </a:rPr>
              <a:t>false</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4A86E8"/>
                </a:solidFill>
                <a:effectLst/>
                <a:highlight>
                  <a:srgbClr val="FFFFFF"/>
                </a:highlight>
              </a:rPr>
              <a:t>isError</a:t>
            </a:r>
            <a:r>
              <a:rPr lang="en-US" sz="2000">
                <a:solidFill>
                  <a:srgbClr val="4A86E8"/>
                </a:solidFill>
                <a:effectLst/>
                <a:highlight>
                  <a:srgbClr val="FFFFFF"/>
                </a:highlight>
              </a:rPr>
              <a:t> = </a:t>
            </a:r>
            <a:r>
              <a:rPr lang="en-US" sz="2000">
                <a:solidFill>
                  <a:srgbClr val="0033B3"/>
                </a:solidFill>
                <a:effectLst/>
                <a:highlight>
                  <a:srgbClr val="FFFFFF"/>
                </a:highlight>
              </a:rPr>
              <a:t>false</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4A86E8"/>
                </a:solidFill>
                <a:effectLst/>
                <a:highlight>
                  <a:srgbClr val="FFFFFF"/>
                </a:highlight>
              </a:rPr>
              <a:t>isCompleted</a:t>
            </a:r>
            <a:r>
              <a:rPr lang="en-US" sz="2000">
                <a:solidFill>
                  <a:srgbClr val="4A86E8"/>
                </a:solidFill>
                <a:effectLst/>
                <a:highlight>
                  <a:srgbClr val="FFFFFF"/>
                </a:highlight>
              </a:rPr>
              <a:t> = </a:t>
            </a:r>
            <a:r>
              <a:rPr lang="en-US" sz="2000">
                <a:solidFill>
                  <a:srgbClr val="0033B3"/>
                </a:solidFill>
                <a:effectLst/>
                <a:highlight>
                  <a:srgbClr val="FFFFFF"/>
                </a:highlight>
              </a:rPr>
              <a:t>true</a:t>
            </a:r>
            <a:br>
              <a:rPr lang="en-US" sz="2000">
                <a:solidFill>
                  <a:srgbClr val="0033B3"/>
                </a:solidFill>
                <a:effectLst/>
                <a:highlight>
                  <a:srgbClr val="FFFFFF"/>
                </a:highlight>
              </a:rPr>
            </a:br>
            <a:r>
              <a:rPr lang="en-US" sz="2000">
                <a:solidFill>
                  <a:srgbClr val="0033B3"/>
                </a:solidFill>
                <a:effectLst/>
                <a:highlight>
                  <a:srgbClr val="FFFFFF"/>
                </a:highlight>
              </a:rPr>
              <a:t>        </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i="1">
                <a:solidFill>
                  <a:srgbClr val="8C8C8C"/>
                </a:solidFill>
                <a:effectLst/>
                <a:highlight>
                  <a:srgbClr val="FFFFFF"/>
                </a:highlight>
              </a:rPr>
              <a:t>// Expose _</a:t>
            </a:r>
            <a:r>
              <a:rPr lang="en-US" sz="2000" i="1" err="1">
                <a:solidFill>
                  <a:srgbClr val="8C8C8C"/>
                </a:solidFill>
                <a:effectLst/>
                <a:highlight>
                  <a:srgbClr val="FFFFFF"/>
                </a:highlight>
              </a:rPr>
              <a:t>alphabetUIState</a:t>
            </a:r>
            <a:r>
              <a:rPr lang="en-US" sz="2000" i="1">
                <a:solidFill>
                  <a:srgbClr val="8C8C8C"/>
                </a:solidFill>
                <a:effectLst/>
                <a:highlight>
                  <a:srgbClr val="FFFFFF"/>
                </a:highlight>
              </a:rPr>
              <a:t> as a read-only </a:t>
            </a:r>
            <a:r>
              <a:rPr lang="en-US" sz="2000" i="1" err="1">
                <a:solidFill>
                  <a:srgbClr val="8C8C8C"/>
                </a:solidFill>
                <a:effectLst/>
                <a:highlight>
                  <a:srgbClr val="FFFFFF"/>
                </a:highlight>
              </a:rPr>
              <a:t>StateFlow</a:t>
            </a:r>
            <a:r>
              <a:rPr lang="en-US" sz="2000" i="1">
                <a:solidFill>
                  <a:srgbClr val="8C8C8C"/>
                </a:solidFill>
                <a:effectLst/>
                <a:highlight>
                  <a:srgbClr val="FFFFFF"/>
                </a:highlight>
              </a:rPr>
              <a:t> to be observed by UI components</a:t>
            </a:r>
            <a:br>
              <a:rPr lang="en-US" sz="2000" i="1">
                <a:solidFill>
                  <a:srgbClr val="8C8C8C"/>
                </a:solidFill>
                <a:effectLst/>
                <a:highlight>
                  <a:srgbClr val="FFFFFF"/>
                </a:highlight>
              </a:rPr>
            </a:br>
            <a:r>
              <a:rPr lang="en-US" sz="2000" i="1">
                <a:solidFill>
                  <a:srgbClr val="8C8C8C"/>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err="1">
                <a:solidFill>
                  <a:srgbClr val="871094"/>
                </a:solidFill>
                <a:effectLst/>
                <a:highlight>
                  <a:srgbClr val="FFFFFF"/>
                </a:highlight>
              </a:rPr>
              <a:t>alphabetUIState</a:t>
            </a: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alphabetUIState</a:t>
            </a:r>
            <a:r>
              <a:rPr lang="en-US" sz="2000" err="1">
                <a:solidFill>
                  <a:srgbClr val="080808"/>
                </a:solidFill>
                <a:effectLst/>
                <a:highlight>
                  <a:srgbClr val="FFFFFF"/>
                </a:highlight>
              </a:rPr>
              <a:t>.</a:t>
            </a:r>
            <a:r>
              <a:rPr lang="en-US" sz="2000" i="1" err="1">
                <a:solidFill>
                  <a:srgbClr val="00627A"/>
                </a:solidFill>
                <a:effectLst/>
                <a:highlight>
                  <a:srgbClr val="FFFFFF"/>
                </a:highlight>
              </a:rPr>
              <a:t>asStateFlow</a:t>
            </a:r>
            <a:r>
              <a:rPr lang="en-US" sz="2000">
                <a:solidFill>
                  <a:srgbClr val="080808"/>
                </a:solidFill>
                <a:effectLst/>
                <a:highlight>
                  <a:srgbClr val="FFFFFF"/>
                </a:highlight>
              </a:rPr>
              <a:t>()</a:t>
            </a:r>
          </a:p>
          <a:p>
            <a:endParaRPr lang="en-US" sz="2000">
              <a:solidFill>
                <a:srgbClr val="080808"/>
              </a:solidFill>
              <a:highlight>
                <a:srgbClr val="FFFFFF"/>
              </a:highlight>
            </a:endParaRPr>
          </a:p>
          <a:p>
            <a:r>
              <a:rPr lang="en-US" sz="2000">
                <a:solidFill>
                  <a:srgbClr val="080808"/>
                </a:solidFill>
                <a:effectLst/>
                <a:highlight>
                  <a:srgbClr val="FFFFFF"/>
                </a:highlight>
              </a:rPr>
              <a:t>    //…</a:t>
            </a:r>
          </a:p>
          <a:p>
            <a:r>
              <a:rPr lang="en-US" sz="2000">
                <a:solidFill>
                  <a:srgbClr val="080808"/>
                </a:solidFill>
                <a:highlight>
                  <a:srgbClr val="FFFFFF"/>
                </a:highlight>
              </a:rPr>
              <a:t>   </a:t>
            </a:r>
          </a:p>
          <a:p>
            <a:r>
              <a:rPr lang="en-US" sz="2000">
                <a:solidFill>
                  <a:srgbClr val="080808"/>
                </a:solidFill>
                <a:effectLst/>
                <a:highlight>
                  <a:srgbClr val="FFFFFF"/>
                </a:highlight>
              </a:rPr>
              <a:t>}</a:t>
            </a:r>
            <a:br>
              <a:rPr lang="en-US" sz="2000">
                <a:solidFill>
                  <a:srgbClr val="080808"/>
                </a:solidFill>
                <a:effectLst/>
                <a:highlight>
                  <a:srgbClr val="FFFFFF"/>
                </a:highlight>
              </a:rPr>
            </a:br>
            <a:endParaRPr lang="en-US" sz="2000">
              <a:solidFill>
                <a:srgbClr val="080808"/>
              </a:solidFill>
              <a:effectLst/>
              <a:highlight>
                <a:srgbClr val="FFFFFF"/>
              </a:highlight>
            </a:endParaRPr>
          </a:p>
        </p:txBody>
      </p:sp>
      <p:sp>
        <p:nvSpPr>
          <p:cNvPr id="3" name="Slide Number Placeholder 2">
            <a:extLst>
              <a:ext uri="{FF2B5EF4-FFF2-40B4-BE49-F238E27FC236}">
                <a16:creationId xmlns:a16="http://schemas.microsoft.com/office/drawing/2014/main" id="{2A529803-433E-7005-55EB-8579790C2D2E}"/>
              </a:ext>
            </a:extLst>
          </p:cNvPr>
          <p:cNvSpPr>
            <a:spLocks noGrp="1"/>
          </p:cNvSpPr>
          <p:nvPr>
            <p:ph type="sldNum" sz="quarter" idx="12"/>
          </p:nvPr>
        </p:nvSpPr>
        <p:spPr/>
        <p:txBody>
          <a:bodyPr/>
          <a:lstStyle/>
          <a:p>
            <a:fld id="{330EA680-D336-4FF7-8B7A-9848BB0A1C32}" type="slidenum">
              <a:rPr lang="en-US" smtClean="0"/>
              <a:t>38</a:t>
            </a:fld>
            <a:endParaRPr lang="en-US"/>
          </a:p>
        </p:txBody>
      </p:sp>
    </p:spTree>
    <p:extLst>
      <p:ext uri="{BB962C8B-B14F-4D97-AF65-F5344CB8AC3E}">
        <p14:creationId xmlns:p14="http://schemas.microsoft.com/office/powerpoint/2010/main" val="3725872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Freeform: Shape 26">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9" name="Freeform: Shape 28">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91D6CB1-CDAE-34EC-04B0-4828C31F0A93}"/>
              </a:ext>
            </a:extLst>
          </p:cNvPr>
          <p:cNvSpPr>
            <a:spLocks noGrp="1"/>
          </p:cNvSpPr>
          <p:nvPr>
            <p:ph type="title"/>
          </p:nvPr>
        </p:nvSpPr>
        <p:spPr>
          <a:xfrm>
            <a:off x="248168" y="1165860"/>
            <a:ext cx="2711343" cy="4526280"/>
          </a:xfrm>
        </p:spPr>
        <p:txBody>
          <a:bodyPr vert="horz" lIns="91440" tIns="45720" rIns="91440" bIns="45720" rtlCol="0" anchor="ctr">
            <a:normAutofit/>
          </a:bodyPr>
          <a:lstStyle/>
          <a:p>
            <a:r>
              <a:rPr lang="en-US" sz="4000" kern="1200">
                <a:solidFill>
                  <a:schemeClr val="tx1"/>
                </a:solidFill>
                <a:latin typeface="+mj-lt"/>
                <a:ea typeface="+mj-ea"/>
                <a:cs typeface="+mj-cs"/>
              </a:rPr>
              <a:t>Include a fun in </a:t>
            </a:r>
            <a:br>
              <a:rPr lang="en-US" sz="4000" kern="1200">
                <a:solidFill>
                  <a:schemeClr val="tx1"/>
                </a:solidFill>
                <a:latin typeface="+mj-lt"/>
                <a:ea typeface="+mj-ea"/>
                <a:cs typeface="+mj-cs"/>
              </a:rPr>
            </a:br>
            <a:r>
              <a:rPr lang="en-US" sz="4000" kern="1200" err="1">
                <a:solidFill>
                  <a:schemeClr val="tx1"/>
                </a:solidFill>
                <a:latin typeface="+mj-lt"/>
                <a:ea typeface="+mj-ea"/>
                <a:cs typeface="+mj-cs"/>
              </a:rPr>
              <a:t>ViewModel</a:t>
            </a:r>
            <a:r>
              <a:rPr lang="en-US" sz="4000" kern="1200">
                <a:solidFill>
                  <a:schemeClr val="tx1"/>
                </a:solidFill>
                <a:latin typeface="+mj-lt"/>
                <a:ea typeface="+mj-ea"/>
                <a:cs typeface="+mj-cs"/>
              </a:rPr>
              <a:t> </a:t>
            </a:r>
            <a:br>
              <a:rPr lang="en-US" sz="4000" kern="1200">
                <a:solidFill>
                  <a:schemeClr val="tx1"/>
                </a:solidFill>
                <a:latin typeface="+mj-lt"/>
                <a:ea typeface="+mj-ea"/>
                <a:cs typeface="+mj-cs"/>
              </a:rPr>
            </a:br>
            <a:r>
              <a:rPr lang="en-US" sz="4000" kern="1200">
                <a:solidFill>
                  <a:schemeClr val="tx1"/>
                </a:solidFill>
                <a:latin typeface="+mj-lt"/>
                <a:ea typeface="+mj-ea"/>
                <a:cs typeface="+mj-cs"/>
              </a:rPr>
              <a:t>class to find the next pair</a:t>
            </a:r>
          </a:p>
        </p:txBody>
      </p:sp>
      <p:sp>
        <p:nvSpPr>
          <p:cNvPr id="31" name="Rectangle 30">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ADE06C0C-0535-925A-8923-F4CEE087C769}"/>
              </a:ext>
            </a:extLst>
          </p:cNvPr>
          <p:cNvSpPr txBox="1"/>
          <p:nvPr/>
        </p:nvSpPr>
        <p:spPr>
          <a:xfrm>
            <a:off x="2894127" y="151179"/>
            <a:ext cx="9854282" cy="6555641"/>
          </a:xfrm>
          <a:prstGeom prst="rect">
            <a:avLst/>
          </a:prstGeom>
          <a:noFill/>
        </p:spPr>
        <p:txBody>
          <a:bodyPr wrap="square">
            <a:spAutoFit/>
          </a:bodyPr>
          <a:lstStyle/>
          <a:p>
            <a:r>
              <a:rPr lang="en-US" sz="2000">
                <a:solidFill>
                  <a:srgbClr val="0033B3"/>
                </a:solidFill>
                <a:effectLst/>
                <a:highlight>
                  <a:srgbClr val="FFFFFF"/>
                </a:highlight>
              </a:rPr>
              <a:t>fun </a:t>
            </a:r>
            <a:r>
              <a:rPr lang="en-US" sz="2000" err="1">
                <a:solidFill>
                  <a:srgbClr val="00627A"/>
                </a:solidFill>
                <a:effectLst/>
                <a:highlight>
                  <a:srgbClr val="FFFFFF"/>
                </a:highlight>
              </a:rPr>
              <a:t>nextAlphabet</a:t>
            </a:r>
            <a:r>
              <a:rPr lang="en-US" sz="2000">
                <a:solidFill>
                  <a:srgbClr val="080808"/>
                </a:solidFill>
                <a:effectLst/>
                <a:highlight>
                  <a:srgbClr val="FFFFFF"/>
                </a:highlight>
              </a:rPr>
              <a:t>() {</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err="1">
                <a:solidFill>
                  <a:srgbClr val="000000"/>
                </a:solidFill>
                <a:effectLst/>
                <a:highlight>
                  <a:srgbClr val="FFFFFF"/>
                </a:highlight>
              </a:rPr>
              <a:t>currentIndex</a:t>
            </a:r>
            <a:r>
              <a:rPr lang="en-US" sz="2000">
                <a:solidFill>
                  <a:srgbClr val="000000"/>
                </a:solidFill>
                <a:effectLst/>
                <a:highlight>
                  <a:srgbClr val="FFFFFF"/>
                </a:highlight>
              </a:rPr>
              <a:t> </a:t>
            </a:r>
            <a:r>
              <a:rPr lang="en-US" sz="2000">
                <a:solidFill>
                  <a:srgbClr val="080808"/>
                </a:solidFill>
                <a:effectLst/>
                <a:highlight>
                  <a:srgbClr val="FFFFFF"/>
                </a:highlight>
              </a:rPr>
              <a:t>= </a:t>
            </a:r>
            <a:r>
              <a:rPr lang="en-US" sz="2000" err="1">
                <a:solidFill>
                  <a:srgbClr val="871094"/>
                </a:solidFill>
                <a:effectLst/>
                <a:highlight>
                  <a:srgbClr val="FFFFFF"/>
                </a:highlight>
              </a:rPr>
              <a:t>alphabets</a:t>
            </a:r>
            <a:r>
              <a:rPr lang="en-US" sz="2000" err="1">
                <a:solidFill>
                  <a:srgbClr val="080808"/>
                </a:solidFill>
                <a:effectLst/>
                <a:highlight>
                  <a:srgbClr val="FFFFFF"/>
                </a:highlight>
              </a:rPr>
              <a:t>.indexOf</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alphabetUIState</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err="1">
                <a:solidFill>
                  <a:srgbClr val="080808"/>
                </a:solidFill>
                <a:effectLst/>
                <a:highlight>
                  <a:srgbClr val="FFFFFF"/>
                </a:highlight>
              </a:rPr>
              <a:t>.</a:t>
            </a:r>
            <a:r>
              <a:rPr lang="en-US" sz="2000" err="1">
                <a:solidFill>
                  <a:srgbClr val="871094"/>
                </a:solidFill>
                <a:effectLst/>
                <a:highlight>
                  <a:srgbClr val="FFFFFF"/>
                </a:highlight>
              </a:rPr>
              <a:t>currentAlphabet</a:t>
            </a:r>
            <a:r>
              <a:rPr lang="en-US" sz="2000">
                <a:solidFill>
                  <a:srgbClr val="871094"/>
                </a:solidFill>
                <a:effectLst/>
                <a:highlight>
                  <a:srgbClr val="FFFFFF"/>
                </a:highlight>
              </a:rPr>
              <a:t> </a:t>
            </a:r>
            <a:r>
              <a:rPr lang="en-US" sz="2000" i="1">
                <a:solidFill>
                  <a:srgbClr val="00627A"/>
                </a:solidFill>
                <a:effectLst/>
                <a:highlight>
                  <a:srgbClr val="FFFFFF"/>
                </a:highlight>
              </a:rPr>
              <a:t>to </a:t>
            </a:r>
            <a:r>
              <a:rPr lang="en-US" sz="2000">
                <a:solidFill>
                  <a:srgbClr val="871094"/>
                </a:solidFill>
                <a:effectLst/>
                <a:highlight>
                  <a:srgbClr val="FFFFFF"/>
                </a:highlight>
              </a:rPr>
              <a:t>_</a:t>
            </a:r>
            <a:r>
              <a:rPr lang="en-US" sz="2000" err="1">
                <a:solidFill>
                  <a:srgbClr val="871094"/>
                </a:solidFill>
                <a:effectLst/>
                <a:highlight>
                  <a:srgbClr val="FFFFFF"/>
                </a:highlight>
              </a:rPr>
              <a:t>alphabetUIState</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err="1">
                <a:solidFill>
                  <a:srgbClr val="080808"/>
                </a:solidFill>
                <a:effectLst/>
                <a:highlight>
                  <a:srgbClr val="FFFFFF"/>
                </a:highlight>
              </a:rPr>
              <a:t>.</a:t>
            </a:r>
            <a:r>
              <a:rPr lang="en-US" sz="2000" err="1">
                <a:solidFill>
                  <a:srgbClr val="871094"/>
                </a:solidFill>
                <a:effectLst/>
                <a:highlight>
                  <a:srgbClr val="FFFFFF"/>
                </a:highlight>
              </a:rPr>
              <a:t>currentWord</a:t>
            </a:r>
            <a:br>
              <a:rPr lang="en-US" sz="2000">
                <a:solidFill>
                  <a:srgbClr val="871094"/>
                </a:solidFill>
                <a:effectLst/>
                <a:highlight>
                  <a:srgbClr val="FFFFFF"/>
                </a:highlight>
              </a:rPr>
            </a:br>
            <a:r>
              <a:rPr lang="en-US" sz="2000">
                <a:solidFill>
                  <a:srgbClr val="871094"/>
                </a:solidFill>
                <a:effectLst/>
                <a:highlight>
                  <a:srgbClr val="FFFFFF"/>
                </a:highlight>
              </a:rPr>
              <a:t>    </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33B3"/>
                </a:solidFill>
                <a:effectLst/>
                <a:highlight>
                  <a:srgbClr val="FFFFFF"/>
                </a:highlight>
              </a:rPr>
              <a:t>if </a:t>
            </a:r>
            <a:r>
              <a:rPr lang="en-US" sz="2000">
                <a:solidFill>
                  <a:srgbClr val="080808"/>
                </a:solidFill>
                <a:effectLst/>
                <a:highlight>
                  <a:srgbClr val="FFFFFF"/>
                </a:highlight>
              </a:rPr>
              <a:t>(</a:t>
            </a:r>
            <a:r>
              <a:rPr lang="en-US" sz="2000" err="1">
                <a:solidFill>
                  <a:srgbClr val="000000"/>
                </a:solidFill>
                <a:effectLst/>
                <a:highlight>
                  <a:srgbClr val="FFFFFF"/>
                </a:highlight>
              </a:rPr>
              <a:t>currentIndex</a:t>
            </a:r>
            <a:r>
              <a:rPr lang="en-US" sz="2000">
                <a:solidFill>
                  <a:srgbClr val="000000"/>
                </a:solidFill>
                <a:effectLst/>
                <a:highlight>
                  <a:srgbClr val="FFFFFF"/>
                </a:highlight>
              </a:rPr>
              <a:t> </a:t>
            </a:r>
            <a:r>
              <a:rPr lang="en-US" sz="2000">
                <a:solidFill>
                  <a:srgbClr val="080808"/>
                </a:solidFill>
                <a:effectLst/>
                <a:highlight>
                  <a:srgbClr val="FFFFFF"/>
                </a:highlight>
              </a:rPr>
              <a:t>&lt; </a:t>
            </a:r>
            <a:r>
              <a:rPr lang="en-US" sz="2000" err="1">
                <a:solidFill>
                  <a:srgbClr val="871094"/>
                </a:solidFill>
                <a:effectLst/>
                <a:highlight>
                  <a:srgbClr val="FFFFFF"/>
                </a:highlight>
              </a:rPr>
              <a:t>alphabets</a:t>
            </a:r>
            <a:r>
              <a:rPr lang="en-US" sz="2000" err="1">
                <a:solidFill>
                  <a:srgbClr val="080808"/>
                </a:solidFill>
                <a:effectLst/>
                <a:highlight>
                  <a:srgbClr val="FFFFFF"/>
                </a:highlight>
              </a:rPr>
              <a:t>.</a:t>
            </a:r>
            <a:r>
              <a:rPr lang="en-US" sz="2000" err="1">
                <a:solidFill>
                  <a:srgbClr val="871094"/>
                </a:solidFill>
                <a:effectLst/>
                <a:highlight>
                  <a:srgbClr val="FFFFFF"/>
                </a:highlight>
              </a:rPr>
              <a:t>size</a:t>
            </a: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a:solidFill>
                  <a:srgbClr val="1750EB"/>
                </a:solidFill>
                <a:effectLst/>
                <a:highlight>
                  <a:srgbClr val="FFFFFF"/>
                </a:highlight>
              </a:rPr>
              <a:t>1</a:t>
            </a:r>
            <a:r>
              <a:rPr lang="en-US" sz="2000">
                <a:solidFill>
                  <a:srgbClr val="080808"/>
                </a:solidFill>
                <a:effectLst/>
                <a:highlight>
                  <a:srgbClr val="FFFFFF"/>
                </a:highlight>
              </a:rPr>
              <a:t>) {</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0033B3"/>
                </a:solidFill>
                <a:effectLst/>
                <a:highlight>
                  <a:srgbClr val="FFFFFF"/>
                </a:highlight>
              </a:rPr>
              <a:t>val</a:t>
            </a:r>
            <a:r>
              <a:rPr lang="en-US" sz="2000">
                <a:solidFill>
                  <a:srgbClr val="0033B3"/>
                </a:solidFill>
                <a:effectLst/>
                <a:highlight>
                  <a:srgbClr val="FFFFFF"/>
                </a:highlight>
              </a:rPr>
              <a:t> </a:t>
            </a:r>
            <a:r>
              <a:rPr lang="en-US" sz="2000" err="1">
                <a:solidFill>
                  <a:srgbClr val="000000"/>
                </a:solidFill>
                <a:effectLst/>
                <a:highlight>
                  <a:srgbClr val="FFFFFF"/>
                </a:highlight>
              </a:rPr>
              <a:t>nextAlphabet</a:t>
            </a:r>
            <a:r>
              <a:rPr lang="en-US" sz="2000">
                <a:solidFill>
                  <a:srgbClr val="000000"/>
                </a:solidFill>
                <a:effectLst/>
                <a:highlight>
                  <a:srgbClr val="FFFFFF"/>
                </a:highlight>
              </a:rPr>
              <a:t> </a:t>
            </a:r>
            <a:r>
              <a:rPr lang="en-US" sz="2000">
                <a:solidFill>
                  <a:srgbClr val="080808"/>
                </a:solidFill>
                <a:effectLst/>
                <a:highlight>
                  <a:srgbClr val="FFFFFF"/>
                </a:highlight>
              </a:rPr>
              <a:t>= </a:t>
            </a:r>
            <a:r>
              <a:rPr lang="en-US" sz="2000">
                <a:solidFill>
                  <a:srgbClr val="871094"/>
                </a:solidFill>
                <a:effectLst/>
                <a:highlight>
                  <a:srgbClr val="FFFFFF"/>
                </a:highlight>
              </a:rPr>
              <a:t>alphabets</a:t>
            </a:r>
            <a:r>
              <a:rPr lang="en-US" sz="2000">
                <a:solidFill>
                  <a:srgbClr val="080808"/>
                </a:solidFill>
                <a:effectLst/>
                <a:highlight>
                  <a:srgbClr val="FFFFFF"/>
                </a:highlight>
              </a:rPr>
              <a:t>[</a:t>
            </a:r>
            <a:r>
              <a:rPr lang="en-US" sz="2000" err="1">
                <a:solidFill>
                  <a:srgbClr val="000000"/>
                </a:solidFill>
                <a:effectLst/>
                <a:highlight>
                  <a:srgbClr val="FFFFFF"/>
                </a:highlight>
              </a:rPr>
              <a:t>currentIndex</a:t>
            </a:r>
            <a:r>
              <a:rPr lang="en-US" sz="2000">
                <a:solidFill>
                  <a:srgbClr val="000000"/>
                </a:solidFill>
                <a:effectLst/>
                <a:highlight>
                  <a:srgbClr val="FFFFFF"/>
                </a:highlight>
              </a:rPr>
              <a:t> </a:t>
            </a:r>
            <a:r>
              <a:rPr lang="en-US" sz="2000">
                <a:solidFill>
                  <a:srgbClr val="080808"/>
                </a:solidFill>
                <a:effectLst/>
                <a:highlight>
                  <a:srgbClr val="FFFFFF"/>
                </a:highlight>
              </a:rPr>
              <a:t>+ </a:t>
            </a:r>
            <a:r>
              <a:rPr lang="en-US" sz="2000">
                <a:solidFill>
                  <a:srgbClr val="1750EB"/>
                </a:solidFill>
                <a:effectLst/>
                <a:highlight>
                  <a:srgbClr val="FFFFFF"/>
                </a:highlight>
              </a:rPr>
              <a:t>1</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alphabetUIState</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alphabetUIState</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err="1">
                <a:solidFill>
                  <a:srgbClr val="080808"/>
                </a:solidFill>
                <a:effectLst/>
                <a:highlight>
                  <a:srgbClr val="FFFFFF"/>
                </a:highlight>
              </a:rPr>
              <a:t>.copy</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4A86E8"/>
                </a:solidFill>
                <a:effectLst/>
                <a:highlight>
                  <a:srgbClr val="FFFFFF"/>
                </a:highlight>
              </a:rPr>
              <a:t>currentAlphabet</a:t>
            </a:r>
            <a:r>
              <a:rPr lang="en-US" sz="2000">
                <a:solidFill>
                  <a:srgbClr val="4A86E8"/>
                </a:solidFill>
                <a:effectLst/>
                <a:highlight>
                  <a:srgbClr val="FFFFFF"/>
                </a:highlight>
              </a:rPr>
              <a:t> = </a:t>
            </a:r>
            <a:r>
              <a:rPr lang="en-US" sz="2000" err="1">
                <a:solidFill>
                  <a:srgbClr val="000000"/>
                </a:solidFill>
                <a:effectLst/>
                <a:highlight>
                  <a:srgbClr val="FFFFFF"/>
                </a:highlight>
              </a:rPr>
              <a:t>nextAlphabet</a:t>
            </a:r>
            <a:r>
              <a:rPr lang="en-US" sz="2000" err="1">
                <a:solidFill>
                  <a:srgbClr val="080808"/>
                </a:solidFill>
                <a:effectLst/>
                <a:highlight>
                  <a:srgbClr val="FFFFFF"/>
                </a:highlight>
              </a:rPr>
              <a:t>.</a:t>
            </a:r>
            <a:r>
              <a:rPr lang="en-US" sz="2000" err="1">
                <a:solidFill>
                  <a:srgbClr val="871094"/>
                </a:solidFill>
                <a:effectLst/>
                <a:highlight>
                  <a:srgbClr val="FFFFFF"/>
                </a:highlight>
              </a:rPr>
              <a:t>first</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4A86E8"/>
                </a:solidFill>
                <a:effectLst/>
                <a:highlight>
                  <a:srgbClr val="FFFFFF"/>
                </a:highlight>
              </a:rPr>
              <a:t>currentWord</a:t>
            </a:r>
            <a:r>
              <a:rPr lang="en-US" sz="2000">
                <a:solidFill>
                  <a:srgbClr val="4A86E8"/>
                </a:solidFill>
                <a:effectLst/>
                <a:highlight>
                  <a:srgbClr val="FFFFFF"/>
                </a:highlight>
              </a:rPr>
              <a:t> = </a:t>
            </a:r>
            <a:r>
              <a:rPr lang="en-US" sz="2000" err="1">
                <a:solidFill>
                  <a:srgbClr val="000000"/>
                </a:solidFill>
                <a:effectLst/>
                <a:highlight>
                  <a:srgbClr val="FFFFFF"/>
                </a:highlight>
              </a:rPr>
              <a:t>nextAlphabet</a:t>
            </a:r>
            <a:r>
              <a:rPr lang="en-US" sz="2000" err="1">
                <a:solidFill>
                  <a:srgbClr val="080808"/>
                </a:solidFill>
                <a:effectLst/>
                <a:highlight>
                  <a:srgbClr val="FFFFFF"/>
                </a:highlight>
              </a:rPr>
              <a:t>.</a:t>
            </a:r>
            <a:r>
              <a:rPr lang="en-US" sz="2000" err="1">
                <a:solidFill>
                  <a:srgbClr val="871094"/>
                </a:solidFill>
                <a:effectLst/>
                <a:highlight>
                  <a:srgbClr val="FFFFFF"/>
                </a:highlight>
              </a:rPr>
              <a:t>second</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4A86E8"/>
                </a:solidFill>
                <a:effectLst/>
                <a:highlight>
                  <a:srgbClr val="FFFFFF"/>
                </a:highlight>
              </a:rPr>
              <a:t>isLoading</a:t>
            </a:r>
            <a:r>
              <a:rPr lang="en-US" sz="2000">
                <a:solidFill>
                  <a:srgbClr val="4A86E8"/>
                </a:solidFill>
                <a:effectLst/>
                <a:highlight>
                  <a:srgbClr val="FFFFFF"/>
                </a:highlight>
              </a:rPr>
              <a:t> = </a:t>
            </a:r>
            <a:r>
              <a:rPr lang="en-US" sz="2000">
                <a:solidFill>
                  <a:srgbClr val="0033B3"/>
                </a:solidFill>
                <a:effectLst/>
                <a:highlight>
                  <a:srgbClr val="FFFFFF"/>
                </a:highlight>
              </a:rPr>
              <a:t>false</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4A86E8"/>
                </a:solidFill>
                <a:effectLst/>
                <a:highlight>
                  <a:srgbClr val="FFFFFF"/>
                </a:highlight>
              </a:rPr>
              <a:t>isError</a:t>
            </a:r>
            <a:r>
              <a:rPr lang="en-US" sz="2000">
                <a:solidFill>
                  <a:srgbClr val="4A86E8"/>
                </a:solidFill>
                <a:effectLst/>
                <a:highlight>
                  <a:srgbClr val="FFFFFF"/>
                </a:highlight>
              </a:rPr>
              <a:t> = </a:t>
            </a:r>
            <a:r>
              <a:rPr lang="en-US" sz="2000">
                <a:solidFill>
                  <a:srgbClr val="0033B3"/>
                </a:solidFill>
                <a:effectLst/>
                <a:highlight>
                  <a:srgbClr val="FFFFFF"/>
                </a:highlight>
              </a:rPr>
              <a:t>false</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4A86E8"/>
                </a:solidFill>
                <a:effectLst/>
                <a:highlight>
                  <a:srgbClr val="FFFFFF"/>
                </a:highlight>
              </a:rPr>
              <a:t>isCompleted</a:t>
            </a:r>
            <a:r>
              <a:rPr lang="en-US" sz="2000">
                <a:solidFill>
                  <a:srgbClr val="4A86E8"/>
                </a:solidFill>
                <a:effectLst/>
                <a:highlight>
                  <a:srgbClr val="FFFFFF"/>
                </a:highlight>
              </a:rPr>
              <a:t> = </a:t>
            </a:r>
            <a:r>
              <a:rPr lang="en-US" sz="2000">
                <a:solidFill>
                  <a:srgbClr val="0033B3"/>
                </a:solidFill>
                <a:effectLst/>
                <a:highlight>
                  <a:srgbClr val="FFFFFF"/>
                </a:highlight>
              </a:rPr>
              <a:t>true</a:t>
            </a:r>
            <a:br>
              <a:rPr lang="en-US" sz="2000">
                <a:solidFill>
                  <a:srgbClr val="0033B3"/>
                </a:solidFill>
                <a:effectLst/>
                <a:highlight>
                  <a:srgbClr val="FFFFFF"/>
                </a:highlight>
              </a:rPr>
            </a:br>
            <a:r>
              <a:rPr lang="en-US" sz="2000">
                <a:solidFill>
                  <a:srgbClr val="0033B3"/>
                </a:solidFill>
                <a:effectLst/>
                <a:highlight>
                  <a:srgbClr val="FFFFFF"/>
                </a:highlight>
              </a:rPr>
              <a:t>        </a:t>
            </a:r>
            <a:r>
              <a:rPr lang="en-US" sz="2000">
                <a:solidFill>
                  <a:srgbClr val="080808"/>
                </a:solidFill>
                <a:effectLst/>
                <a:highlight>
                  <a:srgbClr val="FFFFFF"/>
                </a:highlight>
              </a:rPr>
              <a:t>)</a:t>
            </a:r>
            <a:br>
              <a:rPr lang="en-US" sz="2000">
                <a:solidFill>
                  <a:srgbClr val="080808"/>
                </a:solidFill>
                <a:effectLst/>
                <a:highlight>
                  <a:srgbClr val="FFFFFF"/>
                </a:highlight>
              </a:rPr>
            </a:br>
            <a:br>
              <a:rPr lang="en-US" sz="2000">
                <a:solidFill>
                  <a:srgbClr val="080808"/>
                </a:solidFill>
                <a:effectLst/>
                <a:highlight>
                  <a:srgbClr val="FFFFFF"/>
                </a:highlight>
              </a:rPr>
            </a:br>
            <a:r>
              <a:rPr lang="en-US" sz="2000">
                <a:solidFill>
                  <a:srgbClr val="080808"/>
                </a:solidFill>
                <a:effectLst/>
                <a:highlight>
                  <a:srgbClr val="FFFFFF"/>
                </a:highlight>
              </a:rPr>
              <a:t>    } </a:t>
            </a:r>
            <a:r>
              <a:rPr lang="en-US" sz="2000">
                <a:solidFill>
                  <a:srgbClr val="0033B3"/>
                </a:solidFill>
                <a:effectLst/>
                <a:highlight>
                  <a:srgbClr val="FFFFFF"/>
                </a:highlight>
              </a:rPr>
              <a:t>else if </a:t>
            </a:r>
            <a:r>
              <a:rPr lang="en-US" sz="2000">
                <a:solidFill>
                  <a:srgbClr val="080808"/>
                </a:solidFill>
                <a:effectLst/>
                <a:highlight>
                  <a:srgbClr val="FFFFFF"/>
                </a:highlight>
              </a:rPr>
              <a:t>(</a:t>
            </a:r>
            <a:r>
              <a:rPr lang="en-US" sz="2000" err="1">
                <a:solidFill>
                  <a:srgbClr val="000000"/>
                </a:solidFill>
                <a:effectLst/>
                <a:highlight>
                  <a:srgbClr val="FFFFFF"/>
                </a:highlight>
              </a:rPr>
              <a:t>currentIndex</a:t>
            </a:r>
            <a:r>
              <a:rPr lang="en-US" sz="2000">
                <a:solidFill>
                  <a:srgbClr val="000000"/>
                </a:solidFill>
                <a:effectLst/>
                <a:highlight>
                  <a:srgbClr val="FFFFFF"/>
                </a:highlight>
              </a:rPr>
              <a:t> </a:t>
            </a:r>
            <a:r>
              <a:rPr lang="en-US" sz="2000">
                <a:solidFill>
                  <a:srgbClr val="080808"/>
                </a:solidFill>
                <a:effectLst/>
                <a:highlight>
                  <a:srgbClr val="FFFFFF"/>
                </a:highlight>
              </a:rPr>
              <a:t>== </a:t>
            </a:r>
            <a:r>
              <a:rPr lang="en-US" sz="2000" err="1">
                <a:solidFill>
                  <a:srgbClr val="871094"/>
                </a:solidFill>
                <a:effectLst/>
                <a:highlight>
                  <a:srgbClr val="FFFFFF"/>
                </a:highlight>
              </a:rPr>
              <a:t>alphabets</a:t>
            </a:r>
            <a:r>
              <a:rPr lang="en-US" sz="2000" err="1">
                <a:solidFill>
                  <a:srgbClr val="080808"/>
                </a:solidFill>
                <a:effectLst/>
                <a:highlight>
                  <a:srgbClr val="FFFFFF"/>
                </a:highlight>
              </a:rPr>
              <a:t>.</a:t>
            </a:r>
            <a:r>
              <a:rPr lang="en-US" sz="2000" err="1">
                <a:solidFill>
                  <a:srgbClr val="871094"/>
                </a:solidFill>
                <a:effectLst/>
                <a:highlight>
                  <a:srgbClr val="FFFFFF"/>
                </a:highlight>
              </a:rPr>
              <a:t>size</a:t>
            </a: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a:solidFill>
                  <a:srgbClr val="1750EB"/>
                </a:solidFill>
                <a:effectLst/>
                <a:highlight>
                  <a:srgbClr val="FFFFFF"/>
                </a:highlight>
              </a:rPr>
              <a:t>1</a:t>
            </a:r>
            <a:r>
              <a:rPr lang="en-US" sz="2000">
                <a:solidFill>
                  <a:srgbClr val="080808"/>
                </a:solidFill>
                <a:effectLst/>
                <a:highlight>
                  <a:srgbClr val="FFFFFF"/>
                </a:highlight>
              </a:rPr>
              <a:t>) {</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alphabetUIState</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a:solidFill>
                  <a:srgbClr val="871094"/>
                </a:solidFill>
                <a:effectLst/>
                <a:highlight>
                  <a:srgbClr val="FFFFFF"/>
                </a:highlight>
              </a:rPr>
              <a:t> </a:t>
            </a:r>
            <a:r>
              <a:rPr lang="en-US" sz="2000">
                <a:solidFill>
                  <a:srgbClr val="080808"/>
                </a:solidFill>
                <a:effectLst/>
                <a:highlight>
                  <a:srgbClr val="FFFFFF"/>
                </a:highlight>
              </a:rPr>
              <a:t>= </a:t>
            </a:r>
            <a:r>
              <a:rPr lang="en-US" sz="2000">
                <a:solidFill>
                  <a:srgbClr val="871094"/>
                </a:solidFill>
                <a:effectLst/>
                <a:highlight>
                  <a:srgbClr val="FFFFFF"/>
                </a:highlight>
              </a:rPr>
              <a:t>_</a:t>
            </a:r>
            <a:r>
              <a:rPr lang="en-US" sz="2000" err="1">
                <a:solidFill>
                  <a:srgbClr val="871094"/>
                </a:solidFill>
                <a:effectLst/>
                <a:highlight>
                  <a:srgbClr val="FFFFFF"/>
                </a:highlight>
              </a:rPr>
              <a:t>alphabetUIState</a:t>
            </a:r>
            <a:r>
              <a:rPr lang="en-US" sz="2000" err="1">
                <a:solidFill>
                  <a:srgbClr val="080808"/>
                </a:solidFill>
                <a:effectLst/>
                <a:highlight>
                  <a:srgbClr val="FFFFFF"/>
                </a:highlight>
              </a:rPr>
              <a:t>.</a:t>
            </a:r>
            <a:r>
              <a:rPr lang="en-US" sz="2000" err="1">
                <a:solidFill>
                  <a:srgbClr val="871094"/>
                </a:solidFill>
                <a:effectLst/>
                <a:highlight>
                  <a:srgbClr val="FFFFFF"/>
                </a:highlight>
              </a:rPr>
              <a:t>value</a:t>
            </a:r>
            <a:r>
              <a:rPr lang="en-US" sz="2000" err="1">
                <a:solidFill>
                  <a:srgbClr val="080808"/>
                </a:solidFill>
                <a:effectLst/>
                <a:highlight>
                  <a:srgbClr val="FFFFFF"/>
                </a:highlight>
              </a:rPr>
              <a:t>.copy</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4A86E8"/>
                </a:solidFill>
                <a:effectLst/>
                <a:highlight>
                  <a:srgbClr val="FFFFFF"/>
                </a:highlight>
              </a:rPr>
              <a:t>currentAlphabet</a:t>
            </a:r>
            <a:r>
              <a:rPr lang="en-US" sz="2000">
                <a:solidFill>
                  <a:srgbClr val="4A86E8"/>
                </a:solidFill>
                <a:effectLst/>
                <a:highlight>
                  <a:srgbClr val="FFFFFF"/>
                </a:highlight>
              </a:rPr>
              <a:t> = </a:t>
            </a:r>
            <a:r>
              <a:rPr lang="en-US" sz="2000">
                <a:solidFill>
                  <a:srgbClr val="871094"/>
                </a:solidFill>
                <a:effectLst/>
                <a:highlight>
                  <a:srgbClr val="FFFFFF"/>
                </a:highlight>
              </a:rPr>
              <a:t>alphabets</a:t>
            </a:r>
            <a:r>
              <a:rPr lang="en-US" sz="2000">
                <a:solidFill>
                  <a:srgbClr val="080808"/>
                </a:solidFill>
                <a:effectLst/>
                <a:highlight>
                  <a:srgbClr val="FFFFFF"/>
                </a:highlight>
              </a:rPr>
              <a:t>[</a:t>
            </a:r>
            <a:r>
              <a:rPr lang="en-US" sz="2000">
                <a:solidFill>
                  <a:srgbClr val="1750EB"/>
                </a:solidFill>
                <a:effectLst/>
                <a:highlight>
                  <a:srgbClr val="FFFFFF"/>
                </a:highlight>
              </a:rPr>
              <a:t>0</a:t>
            </a:r>
            <a:r>
              <a:rPr lang="en-US" sz="2000">
                <a:solidFill>
                  <a:srgbClr val="080808"/>
                </a:solidFill>
                <a:effectLst/>
                <a:highlight>
                  <a:srgbClr val="FFFFFF"/>
                </a:highlight>
              </a:rPr>
              <a:t>].</a:t>
            </a:r>
            <a:r>
              <a:rPr lang="en-US" sz="2000">
                <a:solidFill>
                  <a:srgbClr val="871094"/>
                </a:solidFill>
                <a:effectLst/>
                <a:highlight>
                  <a:srgbClr val="FFFFFF"/>
                </a:highlight>
              </a:rPr>
              <a:t>first</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err="1">
                <a:solidFill>
                  <a:srgbClr val="4A86E8"/>
                </a:solidFill>
                <a:effectLst/>
                <a:highlight>
                  <a:srgbClr val="FFFFFF"/>
                </a:highlight>
              </a:rPr>
              <a:t>currentWord</a:t>
            </a:r>
            <a:r>
              <a:rPr lang="en-US" sz="2000">
                <a:solidFill>
                  <a:srgbClr val="4A86E8"/>
                </a:solidFill>
                <a:effectLst/>
                <a:highlight>
                  <a:srgbClr val="FFFFFF"/>
                </a:highlight>
              </a:rPr>
              <a:t> = </a:t>
            </a:r>
            <a:r>
              <a:rPr lang="en-US" sz="2000">
                <a:solidFill>
                  <a:srgbClr val="871094"/>
                </a:solidFill>
                <a:effectLst/>
                <a:highlight>
                  <a:srgbClr val="FFFFFF"/>
                </a:highlight>
              </a:rPr>
              <a:t>alphabets</a:t>
            </a:r>
            <a:r>
              <a:rPr lang="en-US" sz="2000">
                <a:solidFill>
                  <a:srgbClr val="080808"/>
                </a:solidFill>
                <a:effectLst/>
                <a:highlight>
                  <a:srgbClr val="FFFFFF"/>
                </a:highlight>
              </a:rPr>
              <a:t>[</a:t>
            </a:r>
            <a:r>
              <a:rPr lang="en-US" sz="2000">
                <a:solidFill>
                  <a:srgbClr val="1750EB"/>
                </a:solidFill>
                <a:effectLst/>
                <a:highlight>
                  <a:srgbClr val="FFFFFF"/>
                </a:highlight>
              </a:rPr>
              <a:t>0</a:t>
            </a:r>
            <a:r>
              <a:rPr lang="en-US" sz="2000">
                <a:solidFill>
                  <a:srgbClr val="080808"/>
                </a:solidFill>
                <a:effectLst/>
                <a:highlight>
                  <a:srgbClr val="FFFFFF"/>
                </a:highlight>
              </a:rPr>
              <a:t>].</a:t>
            </a:r>
            <a:r>
              <a:rPr lang="en-US" sz="2000">
                <a:solidFill>
                  <a:srgbClr val="871094"/>
                </a:solidFill>
                <a:effectLst/>
                <a:highlight>
                  <a:srgbClr val="FFFFFF"/>
                </a:highlight>
              </a:rPr>
              <a:t>second</a:t>
            </a:r>
            <a:br>
              <a:rPr lang="en-US" sz="2000">
                <a:solidFill>
                  <a:srgbClr val="871094"/>
                </a:solidFill>
                <a:effectLst/>
                <a:highlight>
                  <a:srgbClr val="FFFFFF"/>
                </a:highlight>
              </a:rPr>
            </a:br>
            <a:r>
              <a:rPr lang="en-US" sz="2000">
                <a:solidFill>
                  <a:srgbClr val="871094"/>
                </a:solidFill>
                <a:effectLst/>
                <a:highlight>
                  <a:srgbClr val="FFFFFF"/>
                </a:highlight>
              </a:rPr>
              <a:t>        </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br>
              <a:rPr lang="en-US" sz="2000">
                <a:solidFill>
                  <a:srgbClr val="080808"/>
                </a:solidFill>
                <a:effectLst/>
                <a:highlight>
                  <a:srgbClr val="FFFFFF"/>
                </a:highlight>
              </a:rPr>
            </a:br>
            <a:r>
              <a:rPr lang="en-US" sz="2000">
                <a:solidFill>
                  <a:srgbClr val="080808"/>
                </a:solidFill>
                <a:effectLst/>
                <a:highlight>
                  <a:srgbClr val="FFFFFF"/>
                </a:highlight>
              </a:rPr>
              <a:t>}</a:t>
            </a:r>
          </a:p>
        </p:txBody>
      </p:sp>
      <p:sp>
        <p:nvSpPr>
          <p:cNvPr id="3" name="Slide Number Placeholder 2">
            <a:extLst>
              <a:ext uri="{FF2B5EF4-FFF2-40B4-BE49-F238E27FC236}">
                <a16:creationId xmlns:a16="http://schemas.microsoft.com/office/drawing/2014/main" id="{568E59BD-B91E-C111-CCD8-6726BDC9EF07}"/>
              </a:ext>
            </a:extLst>
          </p:cNvPr>
          <p:cNvSpPr>
            <a:spLocks noGrp="1"/>
          </p:cNvSpPr>
          <p:nvPr>
            <p:ph type="sldNum" sz="quarter" idx="12"/>
          </p:nvPr>
        </p:nvSpPr>
        <p:spPr/>
        <p:txBody>
          <a:bodyPr/>
          <a:lstStyle/>
          <a:p>
            <a:fld id="{330EA680-D336-4FF7-8B7A-9848BB0A1C32}" type="slidenum">
              <a:rPr lang="en-US" smtClean="0"/>
              <a:t>39</a:t>
            </a:fld>
            <a:endParaRPr lang="en-US"/>
          </a:p>
        </p:txBody>
      </p:sp>
    </p:spTree>
    <p:extLst>
      <p:ext uri="{BB962C8B-B14F-4D97-AF65-F5344CB8AC3E}">
        <p14:creationId xmlns:p14="http://schemas.microsoft.com/office/powerpoint/2010/main" val="24182990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Freeform: Shape 24">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91D6CB1-CDAE-34EC-04B0-4828C31F0A93}"/>
              </a:ext>
            </a:extLst>
          </p:cNvPr>
          <p:cNvSpPr>
            <a:spLocks noGrp="1"/>
          </p:cNvSpPr>
          <p:nvPr>
            <p:ph type="title"/>
          </p:nvPr>
        </p:nvSpPr>
        <p:spPr>
          <a:xfrm>
            <a:off x="161017" y="1165860"/>
            <a:ext cx="2434699" cy="4526280"/>
          </a:xfrm>
        </p:spPr>
        <p:txBody>
          <a:bodyPr vert="horz" lIns="91440" tIns="45720" rIns="91440" bIns="45720" rtlCol="0" anchor="ctr">
            <a:normAutofit/>
          </a:bodyPr>
          <a:lstStyle/>
          <a:p>
            <a:r>
              <a:rPr lang="en-US" sz="2400" kern="1200">
                <a:solidFill>
                  <a:schemeClr val="tx1"/>
                </a:solidFill>
                <a:latin typeface="+mj-lt"/>
                <a:ea typeface="+mj-ea"/>
                <a:cs typeface="+mj-cs"/>
              </a:rPr>
              <a:t>Create a composable fun</a:t>
            </a:r>
          </a:p>
        </p:txBody>
      </p:sp>
      <p:sp>
        <p:nvSpPr>
          <p:cNvPr id="29" name="Rectangle 28">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1D2AAC25-3928-02BB-95F3-6AFFFED522C5}"/>
              </a:ext>
            </a:extLst>
          </p:cNvPr>
          <p:cNvSpPr txBox="1"/>
          <p:nvPr/>
        </p:nvSpPr>
        <p:spPr>
          <a:xfrm>
            <a:off x="3199187" y="0"/>
            <a:ext cx="9153831" cy="7171194"/>
          </a:xfrm>
          <a:prstGeom prst="rect">
            <a:avLst/>
          </a:prstGeom>
          <a:noFill/>
        </p:spPr>
        <p:txBody>
          <a:bodyPr wrap="square">
            <a:spAutoFit/>
          </a:bodyPr>
          <a:lstStyle/>
          <a:p>
            <a:r>
              <a:rPr lang="en-US" sz="2000">
                <a:solidFill>
                  <a:srgbClr val="9E880D"/>
                </a:solidFill>
                <a:effectLst/>
                <a:highlight>
                  <a:srgbClr val="FFFFFF"/>
                </a:highlight>
              </a:rPr>
              <a:t>@Composable</a:t>
            </a:r>
            <a:br>
              <a:rPr lang="en-US" sz="2000">
                <a:solidFill>
                  <a:srgbClr val="9E880D"/>
                </a:solidFill>
                <a:effectLst/>
                <a:highlight>
                  <a:srgbClr val="FFFFFF"/>
                </a:highlight>
              </a:rPr>
            </a:br>
            <a:r>
              <a:rPr lang="en-US" sz="2000">
                <a:solidFill>
                  <a:srgbClr val="0033B3"/>
                </a:solidFill>
                <a:effectLst/>
                <a:highlight>
                  <a:srgbClr val="FFFFFF"/>
                </a:highlight>
              </a:rPr>
              <a:t>fun </a:t>
            </a:r>
            <a:r>
              <a:rPr lang="en-US" sz="2000">
                <a:solidFill>
                  <a:srgbClr val="00627A"/>
                </a:solidFill>
                <a:effectLst/>
                <a:highlight>
                  <a:srgbClr val="FFFFFF"/>
                </a:highlight>
              </a:rPr>
              <a:t>AlphabetExplorerScreen</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0000"/>
                </a:solidFill>
                <a:effectLst/>
                <a:highlight>
                  <a:srgbClr val="FFFFFF"/>
                </a:highlight>
              </a:rPr>
              <a:t>modifier</a:t>
            </a:r>
            <a:r>
              <a:rPr lang="en-US" sz="2000">
                <a:solidFill>
                  <a:srgbClr val="080808"/>
                </a:solidFill>
                <a:effectLst/>
                <a:highlight>
                  <a:srgbClr val="FFFFFF"/>
                </a:highlight>
              </a:rPr>
              <a:t>: </a:t>
            </a:r>
            <a:r>
              <a:rPr lang="en-US" sz="2000">
                <a:solidFill>
                  <a:srgbClr val="000000"/>
                </a:solidFill>
                <a:effectLst/>
                <a:highlight>
                  <a:srgbClr val="FFFFFF"/>
                </a:highlight>
              </a:rPr>
              <a:t>Modifier </a:t>
            </a:r>
            <a:r>
              <a:rPr lang="en-US" sz="2000">
                <a:solidFill>
                  <a:srgbClr val="080808"/>
                </a:solidFill>
                <a:effectLst/>
                <a:highlight>
                  <a:srgbClr val="FFFFFF"/>
                </a:highlight>
              </a:rPr>
              <a:t>= </a:t>
            </a:r>
            <a:r>
              <a:rPr lang="en-US" sz="2000">
                <a:solidFill>
                  <a:srgbClr val="000000"/>
                </a:solidFill>
                <a:effectLst/>
                <a:highlight>
                  <a:srgbClr val="FFFFFF"/>
                </a:highlight>
              </a:rPr>
              <a:t>Modifier</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0000"/>
                </a:solidFill>
                <a:effectLst/>
                <a:highlight>
                  <a:srgbClr val="FFFFFF"/>
                </a:highlight>
              </a:rPr>
              <a:t>alphabetViewModel</a:t>
            </a:r>
            <a:r>
              <a:rPr lang="en-US" sz="2000">
                <a:solidFill>
                  <a:srgbClr val="080808"/>
                </a:solidFill>
                <a:effectLst/>
                <a:highlight>
                  <a:srgbClr val="FFFFFF"/>
                </a:highlight>
              </a:rPr>
              <a:t>: </a:t>
            </a:r>
            <a:r>
              <a:rPr lang="en-US" sz="2000">
                <a:solidFill>
                  <a:srgbClr val="000000"/>
                </a:solidFill>
                <a:effectLst/>
                <a:highlight>
                  <a:srgbClr val="FFFFFF"/>
                </a:highlight>
              </a:rPr>
              <a:t>AlphabetViewModel </a:t>
            </a:r>
            <a:r>
              <a:rPr lang="en-US" sz="2000">
                <a:solidFill>
                  <a:srgbClr val="080808"/>
                </a:solidFill>
                <a:effectLst/>
                <a:highlight>
                  <a:srgbClr val="FFFFFF"/>
                </a:highlight>
              </a:rPr>
              <a:t>= </a:t>
            </a:r>
            <a:r>
              <a:rPr lang="en-US" sz="2000">
                <a:solidFill>
                  <a:srgbClr val="009900"/>
                </a:solidFill>
                <a:effectLst/>
                <a:highlight>
                  <a:srgbClr val="FFFFFF"/>
                </a:highlight>
              </a:rPr>
              <a:t>viewModel</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br>
              <a:rPr lang="en-US" sz="2000">
                <a:solidFill>
                  <a:srgbClr val="080808"/>
                </a:solidFill>
                <a:effectLst/>
                <a:highlight>
                  <a:srgbClr val="FFFFFF"/>
                </a:highlight>
              </a:rPr>
            </a:b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33B3"/>
                </a:solidFill>
                <a:effectLst/>
                <a:highlight>
                  <a:srgbClr val="FFFFFF"/>
                </a:highlight>
              </a:rPr>
              <a:t>val </a:t>
            </a:r>
            <a:r>
              <a:rPr lang="en-US" sz="2000">
                <a:solidFill>
                  <a:srgbClr val="000000"/>
                </a:solidFill>
                <a:effectLst/>
                <a:highlight>
                  <a:srgbClr val="FFFFFF"/>
                </a:highlight>
              </a:rPr>
              <a:t>alphabetUIState </a:t>
            </a:r>
            <a:r>
              <a:rPr lang="en-US" sz="2000">
                <a:solidFill>
                  <a:srgbClr val="0033B3"/>
                </a:solidFill>
                <a:effectLst/>
                <a:highlight>
                  <a:srgbClr val="FFFFFF"/>
                </a:highlight>
              </a:rPr>
              <a:t>by </a:t>
            </a:r>
            <a:r>
              <a:rPr lang="en-US" sz="2000">
                <a:solidFill>
                  <a:srgbClr val="000000"/>
                </a:solidFill>
                <a:effectLst/>
                <a:highlight>
                  <a:srgbClr val="FFFFFF"/>
                </a:highlight>
              </a:rPr>
              <a:t>alphabetViewModel</a:t>
            </a:r>
            <a:r>
              <a:rPr lang="en-US" sz="2000">
                <a:solidFill>
                  <a:srgbClr val="080808"/>
                </a:solidFill>
                <a:effectLst/>
                <a:highlight>
                  <a:srgbClr val="FFFFFF"/>
                </a:highlight>
              </a:rPr>
              <a:t>.</a:t>
            </a:r>
            <a:r>
              <a:rPr lang="en-US" sz="2000">
                <a:solidFill>
                  <a:srgbClr val="871094"/>
                </a:solidFill>
                <a:effectLst/>
                <a:highlight>
                  <a:srgbClr val="FFFFFF"/>
                </a:highlight>
              </a:rPr>
              <a:t>alphabetUIState</a:t>
            </a:r>
            <a:r>
              <a:rPr lang="en-US" sz="2000">
                <a:solidFill>
                  <a:srgbClr val="080808"/>
                </a:solidFill>
                <a:effectLst/>
                <a:highlight>
                  <a:srgbClr val="FFFFFF"/>
                </a:highlight>
              </a:rPr>
              <a:t>.</a:t>
            </a:r>
            <a:r>
              <a:rPr lang="en-US" sz="2000">
                <a:solidFill>
                  <a:srgbClr val="009900"/>
                </a:solidFill>
                <a:effectLst/>
                <a:highlight>
                  <a:srgbClr val="FFFFFF"/>
                </a:highlight>
              </a:rPr>
              <a:t>collectAsState</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9900"/>
                </a:solidFill>
                <a:effectLst/>
                <a:highlight>
                  <a:srgbClr val="FFFFFF"/>
                </a:highlight>
              </a:rPr>
              <a:t>Column</a:t>
            </a:r>
            <a:r>
              <a:rPr lang="en-US" sz="2000">
                <a:solidFill>
                  <a:srgbClr val="080808"/>
                </a:solidFill>
                <a:effectLst/>
                <a:highlight>
                  <a:srgbClr val="FFFFFF"/>
                </a:highlight>
              </a:rPr>
              <a:t>(</a:t>
            </a:r>
            <a:r>
              <a:rPr lang="en-US" sz="2000">
                <a:solidFill>
                  <a:srgbClr val="080808"/>
                </a:solidFill>
                <a:highlight>
                  <a:srgbClr val="FFFFFF"/>
                </a:highlight>
              </a:rPr>
              <a:t> </a:t>
            </a:r>
            <a:r>
              <a:rPr lang="en-US" sz="2000">
                <a:solidFill>
                  <a:srgbClr val="4A86E8"/>
                </a:solidFill>
                <a:effectLst/>
                <a:highlight>
                  <a:srgbClr val="FFFFFF"/>
                </a:highlight>
              </a:rPr>
              <a:t>/*…*/</a:t>
            </a:r>
            <a:r>
              <a:rPr lang="en-US" sz="2000">
                <a:solidFill>
                  <a:srgbClr val="871094"/>
                </a:solidFill>
                <a:highlight>
                  <a:srgbClr val="FFFFFF"/>
                </a:highlight>
              </a:rPr>
              <a:t> </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33B3"/>
                </a:solidFill>
                <a:effectLst/>
                <a:highlight>
                  <a:srgbClr val="FFFFFF"/>
                </a:highlight>
              </a:rPr>
              <a:t>val </a:t>
            </a:r>
            <a:r>
              <a:rPr lang="en-US" sz="2000">
                <a:solidFill>
                  <a:srgbClr val="000000"/>
                </a:solidFill>
                <a:effectLst/>
                <a:highlight>
                  <a:srgbClr val="FFFFFF"/>
                </a:highlight>
              </a:rPr>
              <a:t>alphabet </a:t>
            </a:r>
            <a:r>
              <a:rPr lang="en-US" sz="2000">
                <a:solidFill>
                  <a:srgbClr val="080808"/>
                </a:solidFill>
                <a:effectLst/>
                <a:highlight>
                  <a:srgbClr val="FFFFFF"/>
                </a:highlight>
              </a:rPr>
              <a:t>= </a:t>
            </a:r>
            <a:r>
              <a:rPr lang="en-US" sz="2000">
                <a:solidFill>
                  <a:srgbClr val="000000"/>
                </a:solidFill>
                <a:effectLst/>
                <a:highlight>
                  <a:srgbClr val="FFFFFF"/>
                </a:highlight>
              </a:rPr>
              <a:t>alphabetUIState</a:t>
            </a:r>
            <a:r>
              <a:rPr lang="en-US" sz="2000">
                <a:solidFill>
                  <a:srgbClr val="080808"/>
                </a:solidFill>
                <a:effectLst/>
                <a:highlight>
                  <a:srgbClr val="FFFFFF"/>
                </a:highlight>
              </a:rPr>
              <a:t>.</a:t>
            </a:r>
            <a:r>
              <a:rPr lang="en-US" sz="2000">
                <a:solidFill>
                  <a:srgbClr val="871094"/>
                </a:solidFill>
                <a:effectLst/>
                <a:highlight>
                  <a:srgbClr val="FFFFFF"/>
                </a:highlight>
              </a:rPr>
              <a:t>currentAlphabet</a:t>
            </a:r>
            <a:br>
              <a:rPr lang="en-US" sz="2000">
                <a:solidFill>
                  <a:srgbClr val="871094"/>
                </a:solidFill>
                <a:effectLst/>
                <a:highlight>
                  <a:srgbClr val="FFFFFF"/>
                </a:highlight>
              </a:rPr>
            </a:br>
            <a:r>
              <a:rPr lang="en-US" sz="2000">
                <a:solidFill>
                  <a:srgbClr val="871094"/>
                </a:solidFill>
                <a:effectLst/>
                <a:highlight>
                  <a:srgbClr val="FFFFFF"/>
                </a:highlight>
              </a:rPr>
              <a:t>        </a:t>
            </a:r>
            <a:r>
              <a:rPr lang="en-US" sz="2000">
                <a:solidFill>
                  <a:srgbClr val="0033B3"/>
                </a:solidFill>
                <a:effectLst/>
                <a:highlight>
                  <a:srgbClr val="FFFFFF"/>
                </a:highlight>
              </a:rPr>
              <a:t>val </a:t>
            </a:r>
            <a:r>
              <a:rPr lang="en-US" sz="2000">
                <a:solidFill>
                  <a:srgbClr val="000000"/>
                </a:solidFill>
                <a:effectLst/>
                <a:highlight>
                  <a:srgbClr val="FFFFFF"/>
                </a:highlight>
              </a:rPr>
              <a:t>word </a:t>
            </a:r>
            <a:r>
              <a:rPr lang="en-US" sz="2000">
                <a:solidFill>
                  <a:srgbClr val="080808"/>
                </a:solidFill>
                <a:effectLst/>
                <a:highlight>
                  <a:srgbClr val="FFFFFF"/>
                </a:highlight>
              </a:rPr>
              <a:t>= </a:t>
            </a:r>
            <a:r>
              <a:rPr lang="en-US" sz="2000">
                <a:solidFill>
                  <a:srgbClr val="000000"/>
                </a:solidFill>
                <a:effectLst/>
                <a:highlight>
                  <a:srgbClr val="FFFFFF"/>
                </a:highlight>
              </a:rPr>
              <a:t>alphabetUIState</a:t>
            </a:r>
            <a:r>
              <a:rPr lang="en-US" sz="2000">
                <a:solidFill>
                  <a:srgbClr val="080808"/>
                </a:solidFill>
                <a:effectLst/>
                <a:highlight>
                  <a:srgbClr val="FFFFFF"/>
                </a:highlight>
              </a:rPr>
              <a:t>.</a:t>
            </a:r>
            <a:r>
              <a:rPr lang="en-US" sz="2000">
                <a:solidFill>
                  <a:srgbClr val="871094"/>
                </a:solidFill>
                <a:effectLst/>
                <a:highlight>
                  <a:srgbClr val="FFFFFF"/>
                </a:highlight>
              </a:rPr>
              <a:t>currentWord</a:t>
            </a:r>
            <a:br>
              <a:rPr lang="en-US" sz="2000">
                <a:solidFill>
                  <a:srgbClr val="871094"/>
                </a:solidFill>
                <a:effectLst/>
                <a:highlight>
                  <a:srgbClr val="FFFFFF"/>
                </a:highlight>
              </a:rPr>
            </a:br>
            <a:r>
              <a:rPr lang="en-US" sz="2000">
                <a:solidFill>
                  <a:srgbClr val="871094"/>
                </a:solidFill>
                <a:effectLst/>
                <a:highlight>
                  <a:srgbClr val="FFFFFF"/>
                </a:highlight>
              </a:rPr>
              <a:t>        </a:t>
            </a:r>
            <a:r>
              <a:rPr lang="en-US" sz="2000">
                <a:solidFill>
                  <a:srgbClr val="0033B3"/>
                </a:solidFill>
                <a:effectLst/>
                <a:highlight>
                  <a:srgbClr val="FFFFFF"/>
                </a:highlight>
              </a:rPr>
              <a:t>when </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0000"/>
                </a:solidFill>
                <a:effectLst/>
                <a:highlight>
                  <a:srgbClr val="FFFFFF"/>
                </a:highlight>
              </a:rPr>
              <a:t>alphabetUIState</a:t>
            </a:r>
            <a:r>
              <a:rPr lang="en-US" sz="2000">
                <a:solidFill>
                  <a:srgbClr val="080808"/>
                </a:solidFill>
                <a:effectLst/>
                <a:highlight>
                  <a:srgbClr val="FFFFFF"/>
                </a:highlight>
              </a:rPr>
              <a:t>.</a:t>
            </a:r>
            <a:r>
              <a:rPr lang="en-US" sz="2000">
                <a:solidFill>
                  <a:srgbClr val="871094"/>
                </a:solidFill>
                <a:effectLst/>
                <a:highlight>
                  <a:srgbClr val="FFFFFF"/>
                </a:highlight>
              </a:rPr>
              <a:t>isLoading </a:t>
            </a:r>
            <a:r>
              <a:rPr lang="en-US" sz="2000">
                <a:solidFill>
                  <a:srgbClr val="080808"/>
                </a:solidFill>
                <a:effectLst/>
                <a:highlight>
                  <a:srgbClr val="FFFFFF"/>
                </a:highlight>
              </a:rPr>
              <a:t>-&gt; {</a:t>
            </a:r>
            <a:r>
              <a:rPr lang="en-US" sz="2000">
                <a:solidFill>
                  <a:srgbClr val="080808"/>
                </a:solidFill>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a:solidFill>
                  <a:srgbClr val="067D17"/>
                </a:solidFill>
                <a:effectLst/>
                <a:highlight>
                  <a:srgbClr val="FFFFFF"/>
                </a:highlight>
              </a:rPr>
              <a:t>"Loading..."</a:t>
            </a:r>
            <a:r>
              <a:rPr lang="en-US" sz="2000">
                <a:solidFill>
                  <a:srgbClr val="080808"/>
                </a:solidFill>
                <a:effectLst/>
                <a:highlight>
                  <a:srgbClr val="FFFFFF"/>
                </a:highlight>
              </a:rPr>
              <a:t>)</a:t>
            </a:r>
            <a:r>
              <a:rPr lang="en-US" sz="2000">
                <a:solidFill>
                  <a:srgbClr val="080808"/>
                </a:solidFill>
                <a:highlight>
                  <a:srgbClr val="FFFFFF"/>
                </a:highlight>
              </a:rPr>
              <a:t> </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0000"/>
                </a:solidFill>
                <a:effectLst/>
                <a:highlight>
                  <a:srgbClr val="FFFFFF"/>
                </a:highlight>
              </a:rPr>
              <a:t>alphabetUIState</a:t>
            </a:r>
            <a:r>
              <a:rPr lang="en-US" sz="2000">
                <a:solidFill>
                  <a:srgbClr val="080808"/>
                </a:solidFill>
                <a:effectLst/>
                <a:highlight>
                  <a:srgbClr val="FFFFFF"/>
                </a:highlight>
              </a:rPr>
              <a:t>.</a:t>
            </a:r>
            <a:r>
              <a:rPr lang="en-US" sz="2000">
                <a:solidFill>
                  <a:srgbClr val="871094"/>
                </a:solidFill>
                <a:effectLst/>
                <a:highlight>
                  <a:srgbClr val="FFFFFF"/>
                </a:highlight>
              </a:rPr>
              <a:t>isError </a:t>
            </a:r>
            <a:r>
              <a:rPr lang="en-US" sz="2000">
                <a:solidFill>
                  <a:srgbClr val="080808"/>
                </a:solidFill>
                <a:effectLst/>
                <a:highlight>
                  <a:srgbClr val="FFFFFF"/>
                </a:highlight>
              </a:rPr>
              <a:t>-&gt; {</a:t>
            </a:r>
            <a:r>
              <a:rPr lang="en-US" sz="2000">
                <a:solidFill>
                  <a:srgbClr val="080808"/>
                </a:solidFill>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a:solidFill>
                  <a:srgbClr val="067D17"/>
                </a:solidFill>
                <a:effectLst/>
                <a:highlight>
                  <a:srgbClr val="FFFFFF"/>
                </a:highlight>
              </a:rPr>
              <a:t>"Error loading alphabets"</a:t>
            </a:r>
            <a:r>
              <a:rPr lang="en-US" sz="2000">
                <a:solidFill>
                  <a:srgbClr val="080808"/>
                </a:solidFill>
                <a:effectLst/>
                <a:highlight>
                  <a:srgbClr val="FFFFFF"/>
                </a:highlight>
              </a:rPr>
              <a:t>)</a:t>
            </a:r>
            <a:r>
              <a:rPr lang="en-US" sz="2000">
                <a:solidFill>
                  <a:srgbClr val="080808"/>
                </a:solidFill>
                <a:highlight>
                  <a:srgbClr val="FFFFFF"/>
                </a:highlight>
              </a:rPr>
              <a:t> </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0000"/>
                </a:solidFill>
                <a:effectLst/>
                <a:highlight>
                  <a:srgbClr val="FFFFFF"/>
                </a:highlight>
              </a:rPr>
              <a:t>alphabetUIState</a:t>
            </a:r>
            <a:r>
              <a:rPr lang="en-US" sz="2000">
                <a:solidFill>
                  <a:srgbClr val="080808"/>
                </a:solidFill>
                <a:effectLst/>
                <a:highlight>
                  <a:srgbClr val="FFFFFF"/>
                </a:highlight>
              </a:rPr>
              <a:t>.</a:t>
            </a:r>
            <a:r>
              <a:rPr lang="en-US" sz="2000">
                <a:solidFill>
                  <a:srgbClr val="871094"/>
                </a:solidFill>
                <a:effectLst/>
                <a:highlight>
                  <a:srgbClr val="FFFFFF"/>
                </a:highlight>
              </a:rPr>
              <a:t>isCompleted </a:t>
            </a:r>
            <a:r>
              <a:rPr lang="en-US" sz="2000">
                <a:solidFill>
                  <a:srgbClr val="080808"/>
                </a:solidFill>
                <a:effectLst/>
                <a:highlight>
                  <a:srgbClr val="FFFFFF"/>
                </a:highlight>
              </a:rPr>
              <a:t>-&gt; {</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a:solidFill>
                  <a:srgbClr val="067D17"/>
                </a:solidFill>
                <a:effectLst/>
                <a:highlight>
                  <a:srgbClr val="FFFFFF"/>
                </a:highlight>
              </a:rPr>
              <a:t>"</a:t>
            </a:r>
            <a:r>
              <a:rPr lang="en-US" sz="2000">
                <a:solidFill>
                  <a:srgbClr val="0037A6"/>
                </a:solidFill>
                <a:effectLst/>
                <a:highlight>
                  <a:srgbClr val="FFFFFF"/>
                </a:highlight>
              </a:rPr>
              <a:t>$</a:t>
            </a:r>
            <a:r>
              <a:rPr lang="en-US" sz="2000">
                <a:solidFill>
                  <a:srgbClr val="000000"/>
                </a:solidFill>
                <a:effectLst/>
                <a:highlight>
                  <a:srgbClr val="FFFFFF"/>
                </a:highlight>
              </a:rPr>
              <a:t>alphabet</a:t>
            </a:r>
            <a:r>
              <a:rPr lang="en-US" sz="2000">
                <a:solidFill>
                  <a:srgbClr val="067D17"/>
                </a:solidFill>
                <a:effectLst/>
                <a:highlight>
                  <a:srgbClr val="FFFFFF"/>
                </a:highlight>
              </a:rPr>
              <a:t> for </a:t>
            </a:r>
            <a:r>
              <a:rPr lang="en-US" sz="2000">
                <a:solidFill>
                  <a:srgbClr val="0037A6"/>
                </a:solidFill>
                <a:effectLst/>
                <a:highlight>
                  <a:srgbClr val="FFFFFF"/>
                </a:highlight>
              </a:rPr>
              <a:t>$</a:t>
            </a:r>
            <a:r>
              <a:rPr lang="en-US" sz="2000">
                <a:solidFill>
                  <a:srgbClr val="000000"/>
                </a:solidFill>
                <a:effectLst/>
                <a:highlight>
                  <a:srgbClr val="FFFFFF"/>
                </a:highlight>
              </a:rPr>
              <a:t>word</a:t>
            </a:r>
            <a:r>
              <a:rPr lang="en-US" sz="2000">
                <a:solidFill>
                  <a:srgbClr val="067D17"/>
                </a:solidFill>
                <a:effectLst/>
                <a:highlight>
                  <a:srgbClr val="FFFFFF"/>
                </a:highlight>
              </a:rPr>
              <a:t>"</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br>
              <a:rPr lang="en-US" sz="2000">
                <a:solidFill>
                  <a:srgbClr val="080808"/>
                </a:solidFill>
                <a:effectLst/>
                <a:highlight>
                  <a:srgbClr val="FFFFFF"/>
                </a:highlight>
              </a:rPr>
            </a:br>
            <a:r>
              <a:rPr lang="en-US" sz="2000">
                <a:solidFill>
                  <a:srgbClr val="080808"/>
                </a:solidFill>
                <a:effectLst/>
                <a:highlight>
                  <a:srgbClr val="FFFFFF"/>
                </a:highlight>
              </a:rPr>
              <a:t>        }</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a:solidFill>
                  <a:srgbClr val="009900"/>
                </a:solidFill>
                <a:effectLst/>
                <a:highlight>
                  <a:srgbClr val="FFFFFF"/>
                </a:highlight>
              </a:rPr>
              <a:t>Button</a:t>
            </a:r>
            <a:r>
              <a:rPr lang="en-US" sz="2000">
                <a:solidFill>
                  <a:srgbClr val="080808"/>
                </a:solidFill>
                <a:effectLst/>
                <a:highlight>
                  <a:srgbClr val="FFFFFF"/>
                </a:highlight>
              </a:rPr>
              <a:t>(</a:t>
            </a:r>
            <a:r>
              <a:rPr lang="en-US" sz="2000">
                <a:solidFill>
                  <a:srgbClr val="4A86E8"/>
                </a:solidFill>
                <a:effectLst/>
                <a:highlight>
                  <a:srgbClr val="FFFFFF"/>
                </a:highlight>
              </a:rPr>
              <a:t>onClick = </a:t>
            </a:r>
            <a:r>
              <a:rPr lang="en-US" sz="2000" b="1">
                <a:solidFill>
                  <a:srgbClr val="080808"/>
                </a:solidFill>
                <a:effectLst/>
                <a:highlight>
                  <a:srgbClr val="FFFFFF"/>
                </a:highlight>
              </a:rPr>
              <a:t>{ </a:t>
            </a:r>
            <a:r>
              <a:rPr lang="en-US" sz="2000">
                <a:solidFill>
                  <a:srgbClr val="000000"/>
                </a:solidFill>
                <a:effectLst/>
                <a:highlight>
                  <a:srgbClr val="FFFFFF"/>
                </a:highlight>
              </a:rPr>
              <a:t>alphabetViewModel</a:t>
            </a:r>
            <a:r>
              <a:rPr lang="en-US" sz="2000">
                <a:solidFill>
                  <a:srgbClr val="080808"/>
                </a:solidFill>
                <a:effectLst/>
                <a:highlight>
                  <a:srgbClr val="FFFFFF"/>
                </a:highlight>
              </a:rPr>
              <a:t>.nextAlphabet() </a:t>
            </a:r>
            <a:r>
              <a:rPr lang="en-US" sz="2000" b="1">
                <a:solidFill>
                  <a:srgbClr val="080808"/>
                </a:solidFill>
                <a:effectLst/>
                <a:highlight>
                  <a:srgbClr val="FFFFFF"/>
                </a:highlight>
              </a:rPr>
              <a:t>}</a:t>
            </a: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r>
              <a:rPr lang="en-US" sz="2000">
                <a:solidFill>
                  <a:srgbClr val="009900"/>
                </a:solidFill>
                <a:effectLst/>
                <a:highlight>
                  <a:srgbClr val="FFFFFF"/>
                </a:highlight>
              </a:rPr>
              <a:t>Text</a:t>
            </a:r>
            <a:r>
              <a:rPr lang="en-US" sz="2000">
                <a:solidFill>
                  <a:srgbClr val="080808"/>
                </a:solidFill>
                <a:effectLst/>
                <a:highlight>
                  <a:srgbClr val="FFFFFF"/>
                </a:highlight>
              </a:rPr>
              <a:t>(</a:t>
            </a:r>
            <a:r>
              <a:rPr lang="en-US" sz="2000">
                <a:solidFill>
                  <a:srgbClr val="4A86E8"/>
                </a:solidFill>
                <a:effectLst/>
                <a:highlight>
                  <a:srgbClr val="FFFFFF"/>
                </a:highlight>
              </a:rPr>
              <a:t>text = </a:t>
            </a:r>
            <a:r>
              <a:rPr lang="en-US" sz="2000">
                <a:solidFill>
                  <a:srgbClr val="067D17"/>
                </a:solidFill>
                <a:effectLst/>
                <a:highlight>
                  <a:srgbClr val="FFFFFF"/>
                </a:highlight>
              </a:rPr>
              <a:t>"Next Alphabet"</a:t>
            </a:r>
            <a:r>
              <a:rPr lang="en-US" sz="2000">
                <a:solidFill>
                  <a:srgbClr val="080808"/>
                </a:solidFill>
                <a:effectLst/>
                <a:highlight>
                  <a:srgbClr val="FFFFFF"/>
                </a:highlight>
              </a:rPr>
              <a:t>)</a:t>
            </a:r>
            <a:br>
              <a:rPr lang="en-US" sz="2000">
                <a:solidFill>
                  <a:srgbClr val="080808"/>
                </a:solidFill>
                <a:effectLst/>
                <a:highlight>
                  <a:srgbClr val="FFFFFF"/>
                </a:highlight>
              </a:rPr>
            </a:br>
            <a:r>
              <a:rPr lang="en-US" sz="2000">
                <a:solidFill>
                  <a:srgbClr val="080808"/>
                </a:solidFill>
                <a:effectLst/>
                <a:highlight>
                  <a:srgbClr val="FFFFFF"/>
                </a:highlight>
              </a:rPr>
              <a:t>        </a:t>
            </a:r>
            <a:r>
              <a:rPr lang="en-US" sz="2000" b="1">
                <a:solidFill>
                  <a:srgbClr val="080808"/>
                </a:solidFill>
                <a:effectLst/>
                <a:highlight>
                  <a:srgbClr val="FFFFFF"/>
                </a:highlight>
              </a:rPr>
              <a:t>}</a:t>
            </a:r>
            <a:br>
              <a:rPr lang="en-US" sz="2000" b="1">
                <a:solidFill>
                  <a:srgbClr val="080808"/>
                </a:solidFill>
                <a:effectLst/>
                <a:highlight>
                  <a:srgbClr val="FFFFFF"/>
                </a:highlight>
              </a:rPr>
            </a:br>
            <a:r>
              <a:rPr lang="en-US" sz="2000" b="1">
                <a:solidFill>
                  <a:srgbClr val="080808"/>
                </a:solidFill>
                <a:effectLst/>
                <a:highlight>
                  <a:srgbClr val="FFFFFF"/>
                </a:highlight>
              </a:rPr>
              <a:t>    }</a:t>
            </a:r>
            <a:br>
              <a:rPr lang="en-US" sz="2000" b="1">
                <a:solidFill>
                  <a:srgbClr val="080808"/>
                </a:solidFill>
                <a:effectLst/>
                <a:highlight>
                  <a:srgbClr val="FFFFFF"/>
                </a:highlight>
              </a:rPr>
            </a:br>
            <a:r>
              <a:rPr lang="en-US" sz="2000">
                <a:solidFill>
                  <a:srgbClr val="080808"/>
                </a:solidFill>
                <a:effectLst/>
                <a:highlight>
                  <a:srgbClr val="FFFFFF"/>
                </a:highlight>
              </a:rPr>
              <a:t>}</a:t>
            </a:r>
          </a:p>
          <a:p>
            <a:endParaRPr lang="en-US" sz="2000">
              <a:solidFill>
                <a:srgbClr val="080808"/>
              </a:solidFill>
              <a:effectLst/>
              <a:highlight>
                <a:srgbClr val="FFFFFF"/>
              </a:highlight>
            </a:endParaRPr>
          </a:p>
        </p:txBody>
      </p:sp>
      <p:sp>
        <p:nvSpPr>
          <p:cNvPr id="3" name="Slide Number Placeholder 2">
            <a:extLst>
              <a:ext uri="{FF2B5EF4-FFF2-40B4-BE49-F238E27FC236}">
                <a16:creationId xmlns:a16="http://schemas.microsoft.com/office/drawing/2014/main" id="{269340D4-EB2E-29DC-5D94-AD9A1118770E}"/>
              </a:ext>
            </a:extLst>
          </p:cNvPr>
          <p:cNvSpPr>
            <a:spLocks noGrp="1"/>
          </p:cNvSpPr>
          <p:nvPr>
            <p:ph type="sldNum" sz="quarter" idx="12"/>
          </p:nvPr>
        </p:nvSpPr>
        <p:spPr/>
        <p:txBody>
          <a:bodyPr/>
          <a:lstStyle/>
          <a:p>
            <a:fld id="{330EA680-D336-4FF7-8B7A-9848BB0A1C32}" type="slidenum">
              <a:rPr lang="en-US" smtClean="0"/>
              <a:t>40</a:t>
            </a:fld>
            <a:endParaRPr lang="en-US"/>
          </a:p>
        </p:txBody>
      </p:sp>
    </p:spTree>
    <p:extLst>
      <p:ext uri="{BB962C8B-B14F-4D97-AF65-F5344CB8AC3E}">
        <p14:creationId xmlns:p14="http://schemas.microsoft.com/office/powerpoint/2010/main" val="38754504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2" name="Rectangle 41">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CD8EBD9-CD3C-8122-A234-9220BE60AFBC}"/>
              </a:ext>
            </a:extLst>
          </p:cNvPr>
          <p:cNvSpPr>
            <a:spLocks noGrp="1"/>
          </p:cNvSpPr>
          <p:nvPr>
            <p:ph type="ctrTitle"/>
          </p:nvPr>
        </p:nvSpPr>
        <p:spPr>
          <a:xfrm>
            <a:off x="868680" y="405575"/>
            <a:ext cx="5001768" cy="1371600"/>
          </a:xfrm>
        </p:spPr>
        <p:txBody>
          <a:bodyPr anchor="ctr">
            <a:normAutofit/>
          </a:bodyPr>
          <a:lstStyle/>
          <a:p>
            <a:pPr algn="l"/>
            <a:r>
              <a:rPr lang="en-US" sz="3600"/>
              <a:t>UI elements + UI State + </a:t>
            </a:r>
            <a:r>
              <a:rPr lang="en-US" sz="3600" err="1"/>
              <a:t>ViewModel</a:t>
            </a:r>
            <a:r>
              <a:rPr lang="en-US" sz="3600"/>
              <a:t> + Data</a:t>
            </a:r>
          </a:p>
        </p:txBody>
      </p:sp>
      <p:sp>
        <p:nvSpPr>
          <p:cNvPr id="3" name="Subtitle 2">
            <a:extLst>
              <a:ext uri="{FF2B5EF4-FFF2-40B4-BE49-F238E27FC236}">
                <a16:creationId xmlns:a16="http://schemas.microsoft.com/office/drawing/2014/main" id="{7AAD03E1-76FA-A434-F1AC-6E4A2DADD9FA}"/>
              </a:ext>
            </a:extLst>
          </p:cNvPr>
          <p:cNvSpPr>
            <a:spLocks noGrp="1"/>
          </p:cNvSpPr>
          <p:nvPr>
            <p:ph type="subTitle" idx="1"/>
          </p:nvPr>
        </p:nvSpPr>
        <p:spPr>
          <a:xfrm>
            <a:off x="6382512" y="498698"/>
            <a:ext cx="4940808" cy="1185353"/>
          </a:xfrm>
        </p:spPr>
        <p:txBody>
          <a:bodyPr anchor="ctr">
            <a:normAutofit/>
          </a:bodyPr>
          <a:lstStyle/>
          <a:p>
            <a:pPr algn="l"/>
            <a:r>
              <a:rPr lang="en-US">
                <a:hlinkClick r:id="rId2"/>
              </a:rPr>
              <a:t>https://github.com/brightgeevarghese/AlphabetExplorer.git</a:t>
            </a:r>
            <a:r>
              <a:rPr lang="en-US"/>
              <a:t> </a:t>
            </a:r>
          </a:p>
        </p:txBody>
      </p:sp>
      <p:sp>
        <p:nvSpPr>
          <p:cNvPr id="44" name="Rectangle 43">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Rectangle 45">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4" y="1071836"/>
            <a:ext cx="102145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2" descr="A diagram of data layer&#10;&#10;Description automatically generated">
            <a:extLst>
              <a:ext uri="{FF2B5EF4-FFF2-40B4-BE49-F238E27FC236}">
                <a16:creationId xmlns:a16="http://schemas.microsoft.com/office/drawing/2014/main" id="{46698B82-9465-DAF9-5D50-6268E4C1417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11408" y="2288164"/>
            <a:ext cx="5431536" cy="380207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screenshot of a computer&#10;&#10;AI-generated content may be incorrect.">
            <a:extLst>
              <a:ext uri="{FF2B5EF4-FFF2-40B4-BE49-F238E27FC236}">
                <a16:creationId xmlns:a16="http://schemas.microsoft.com/office/drawing/2014/main" id="{4FD92D78-BBBD-F586-3CAC-FED826F4CA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62847" y="1978724"/>
            <a:ext cx="3085714" cy="6858000"/>
          </a:xfrm>
          <a:prstGeom prst="rect">
            <a:avLst/>
          </a:prstGeom>
        </p:spPr>
      </p:pic>
      <p:sp>
        <p:nvSpPr>
          <p:cNvPr id="4" name="Slide Number Placeholder 3">
            <a:extLst>
              <a:ext uri="{FF2B5EF4-FFF2-40B4-BE49-F238E27FC236}">
                <a16:creationId xmlns:a16="http://schemas.microsoft.com/office/drawing/2014/main" id="{6CD8AE7B-7CD2-2AF7-51AB-1DD748410E44}"/>
              </a:ext>
            </a:extLst>
          </p:cNvPr>
          <p:cNvSpPr>
            <a:spLocks noGrp="1"/>
          </p:cNvSpPr>
          <p:nvPr>
            <p:ph type="sldNum" sz="quarter" idx="12"/>
          </p:nvPr>
        </p:nvSpPr>
        <p:spPr/>
        <p:txBody>
          <a:bodyPr/>
          <a:lstStyle/>
          <a:p>
            <a:fld id="{330EA680-D336-4FF7-8B7A-9848BB0A1C32}" type="slidenum">
              <a:rPr lang="en-US" smtClean="0"/>
              <a:t>41</a:t>
            </a:fld>
            <a:endParaRPr lang="en-US"/>
          </a:p>
        </p:txBody>
      </p:sp>
    </p:spTree>
    <p:extLst>
      <p:ext uri="{BB962C8B-B14F-4D97-AF65-F5344CB8AC3E}">
        <p14:creationId xmlns:p14="http://schemas.microsoft.com/office/powerpoint/2010/main" val="40599210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1DDD72-D05F-4981-3235-F251C6E0B006}"/>
              </a:ext>
            </a:extLst>
          </p:cNvPr>
          <p:cNvSpPr>
            <a:spLocks noGrp="1"/>
          </p:cNvSpPr>
          <p:nvPr>
            <p:ph type="title"/>
          </p:nvPr>
        </p:nvSpPr>
        <p:spPr>
          <a:xfrm>
            <a:off x="2197101" y="735283"/>
            <a:ext cx="4978399" cy="3165045"/>
          </a:xfrm>
        </p:spPr>
        <p:txBody>
          <a:bodyPr vert="horz" lIns="91440" tIns="45720" rIns="91440" bIns="45720" rtlCol="0" anchor="b">
            <a:normAutofit/>
          </a:bodyPr>
          <a:lstStyle/>
          <a:p>
            <a:r>
              <a:rPr lang="en-US" sz="5200" kern="1200">
                <a:solidFill>
                  <a:schemeClr val="tx1"/>
                </a:solidFill>
                <a:latin typeface="+mj-lt"/>
                <a:ea typeface="+mj-ea"/>
                <a:cs typeface="+mj-cs"/>
              </a:rPr>
              <a:t>Repository Pattern</a:t>
            </a:r>
          </a:p>
        </p:txBody>
      </p:sp>
      <p:sp>
        <p:nvSpPr>
          <p:cNvPr id="3" name="Text Placeholder 2">
            <a:extLst>
              <a:ext uri="{FF2B5EF4-FFF2-40B4-BE49-F238E27FC236}">
                <a16:creationId xmlns:a16="http://schemas.microsoft.com/office/drawing/2014/main" id="{8DB075B8-A785-08B9-3829-1855D995F8FB}"/>
              </a:ext>
            </a:extLst>
          </p:cNvPr>
          <p:cNvSpPr>
            <a:spLocks noGrp="1"/>
          </p:cNvSpPr>
          <p:nvPr>
            <p:ph type="body" idx="1"/>
          </p:nvPr>
        </p:nvSpPr>
        <p:spPr>
          <a:xfrm>
            <a:off x="2197101" y="4078423"/>
            <a:ext cx="4978399" cy="2058657"/>
          </a:xfrm>
        </p:spPr>
        <p:txBody>
          <a:bodyPr vert="horz" lIns="91440" tIns="45720" rIns="91440" bIns="45720" rtlCol="0">
            <a:normAutofit/>
          </a:bodyPr>
          <a:lstStyle/>
          <a:p>
            <a:endParaRPr lang="en-US" sz="2400" kern="1200">
              <a:solidFill>
                <a:schemeClr val="tx1"/>
              </a:solidFill>
              <a:latin typeface="+mn-lt"/>
              <a:ea typeface="+mn-ea"/>
              <a:cs typeface="+mn-cs"/>
            </a:endParaRPr>
          </a:p>
        </p:txBody>
      </p:sp>
      <p:pic>
        <p:nvPicPr>
          <p:cNvPr id="7" name="Graphic 6" descr="Database">
            <a:extLst>
              <a:ext uri="{FF2B5EF4-FFF2-40B4-BE49-F238E27FC236}">
                <a16:creationId xmlns:a16="http://schemas.microsoft.com/office/drawing/2014/main" id="{B96DB27F-333D-2C38-E397-306B12DDD6C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9" name="Graphic 8" descr="Database">
            <a:extLst>
              <a:ext uri="{FF2B5EF4-FFF2-40B4-BE49-F238E27FC236}">
                <a16:creationId xmlns:a16="http://schemas.microsoft.com/office/drawing/2014/main" id="{B731AA47-67CF-49F3-BDE5-92D9019ABDC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
        <p:nvSpPr>
          <p:cNvPr id="4" name="Slide Number Placeholder 3">
            <a:extLst>
              <a:ext uri="{FF2B5EF4-FFF2-40B4-BE49-F238E27FC236}">
                <a16:creationId xmlns:a16="http://schemas.microsoft.com/office/drawing/2014/main" id="{CD2B24DC-8A34-31CD-CDFD-15818C95686B}"/>
              </a:ext>
            </a:extLst>
          </p:cNvPr>
          <p:cNvSpPr>
            <a:spLocks noGrp="1"/>
          </p:cNvSpPr>
          <p:nvPr>
            <p:ph type="sldNum" sz="quarter" idx="12"/>
          </p:nvPr>
        </p:nvSpPr>
        <p:spPr/>
        <p:txBody>
          <a:bodyPr/>
          <a:lstStyle/>
          <a:p>
            <a:fld id="{330EA680-D336-4FF7-8B7A-9848BB0A1C32}" type="slidenum">
              <a:rPr lang="en-US" smtClean="0"/>
              <a:t>42</a:t>
            </a:fld>
            <a:endParaRPr lang="en-US"/>
          </a:p>
        </p:txBody>
      </p:sp>
    </p:spTree>
    <p:extLst>
      <p:ext uri="{BB962C8B-B14F-4D97-AF65-F5344CB8AC3E}">
        <p14:creationId xmlns:p14="http://schemas.microsoft.com/office/powerpoint/2010/main" val="2399344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Rectangle 32">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4" name="Rectangle 3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D1E6DC1-4DCC-8F20-F5E5-AE0845BDDFF9}"/>
              </a:ext>
            </a:extLst>
          </p:cNvPr>
          <p:cNvSpPr>
            <a:spLocks noGrp="1"/>
          </p:cNvSpPr>
          <p:nvPr>
            <p:ph type="title"/>
          </p:nvPr>
        </p:nvSpPr>
        <p:spPr>
          <a:xfrm>
            <a:off x="1115568" y="548640"/>
            <a:ext cx="10168128" cy="1179576"/>
          </a:xfrm>
        </p:spPr>
        <p:txBody>
          <a:bodyPr>
            <a:normAutofit/>
          </a:bodyPr>
          <a:lstStyle/>
          <a:p>
            <a:r>
              <a:rPr lang="en-US" sz="4000"/>
              <a:t>Repository Pattern</a:t>
            </a:r>
          </a:p>
        </p:txBody>
      </p:sp>
      <p:sp>
        <p:nvSpPr>
          <p:cNvPr id="35" name="Rectangle 3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1411CE7-8513-9287-5476-786291C4B0BE}"/>
              </a:ext>
            </a:extLst>
          </p:cNvPr>
          <p:cNvSpPr>
            <a:spLocks noGrp="1"/>
          </p:cNvSpPr>
          <p:nvPr>
            <p:ph idx="1"/>
          </p:nvPr>
        </p:nvSpPr>
        <p:spPr>
          <a:xfrm>
            <a:off x="626850" y="2018806"/>
            <a:ext cx="11095758" cy="4080242"/>
          </a:xfrm>
        </p:spPr>
        <p:txBody>
          <a:bodyPr>
            <a:normAutofit/>
          </a:bodyPr>
          <a:lstStyle/>
          <a:p>
            <a:r>
              <a:rPr lang="en-US" sz="2400" dirty="0"/>
              <a:t>Without Repository</a:t>
            </a:r>
          </a:p>
          <a:p>
            <a:pPr lvl="1"/>
            <a:r>
              <a:rPr lang="en-US" dirty="0"/>
              <a:t>The </a:t>
            </a:r>
            <a:r>
              <a:rPr lang="en-US" dirty="0" err="1"/>
              <a:t>ViewModel</a:t>
            </a:r>
            <a:r>
              <a:rPr lang="en-US" dirty="0"/>
              <a:t> directly accesses the database or API.</a:t>
            </a:r>
          </a:p>
          <a:p>
            <a:pPr lvl="1"/>
            <a:r>
              <a:rPr lang="en-US" dirty="0"/>
              <a:t>Leads to tight coupling and duplicate data-handling code.</a:t>
            </a:r>
          </a:p>
          <a:p>
            <a:pPr lvl="1"/>
            <a:r>
              <a:rPr lang="en-US" dirty="0"/>
              <a:t>Difficult to test or replace data sources later.</a:t>
            </a:r>
          </a:p>
          <a:p>
            <a:r>
              <a:rPr lang="en-US" sz="2400" dirty="0"/>
              <a:t>With Repository</a:t>
            </a:r>
          </a:p>
          <a:p>
            <a:pPr lvl="1"/>
            <a:r>
              <a:rPr lang="en-US" dirty="0"/>
              <a:t>The </a:t>
            </a:r>
            <a:r>
              <a:rPr lang="en-US" dirty="0" err="1"/>
              <a:t>ViewModel</a:t>
            </a:r>
            <a:r>
              <a:rPr lang="en-US" dirty="0"/>
              <a:t> depends only on the Repository interface.</a:t>
            </a:r>
          </a:p>
          <a:p>
            <a:pPr lvl="1"/>
            <a:r>
              <a:rPr lang="en-US" dirty="0"/>
              <a:t>Repository decides where data comes from (local DB, remote API, or both).</a:t>
            </a:r>
          </a:p>
          <a:p>
            <a:pPr lvl="1"/>
            <a:r>
              <a:rPr lang="en-US" dirty="0"/>
              <a:t>Promotes Clean Architecture and single responsibility.</a:t>
            </a:r>
          </a:p>
        </p:txBody>
      </p:sp>
      <p:sp>
        <p:nvSpPr>
          <p:cNvPr id="4" name="Slide Number Placeholder 3">
            <a:extLst>
              <a:ext uri="{FF2B5EF4-FFF2-40B4-BE49-F238E27FC236}">
                <a16:creationId xmlns:a16="http://schemas.microsoft.com/office/drawing/2014/main" id="{BC3BFDC4-A748-D7B0-76C0-45FCC5687272}"/>
              </a:ext>
            </a:extLst>
          </p:cNvPr>
          <p:cNvSpPr>
            <a:spLocks noGrp="1"/>
          </p:cNvSpPr>
          <p:nvPr>
            <p:ph type="sldNum" sz="quarter" idx="12"/>
          </p:nvPr>
        </p:nvSpPr>
        <p:spPr/>
        <p:txBody>
          <a:bodyPr/>
          <a:lstStyle/>
          <a:p>
            <a:fld id="{330EA680-D336-4FF7-8B7A-9848BB0A1C32}" type="slidenum">
              <a:rPr lang="en-US" smtClean="0"/>
              <a:t>43</a:t>
            </a:fld>
            <a:endParaRPr lang="en-US"/>
          </a:p>
        </p:txBody>
      </p:sp>
    </p:spTree>
    <p:extLst>
      <p:ext uri="{BB962C8B-B14F-4D97-AF65-F5344CB8AC3E}">
        <p14:creationId xmlns:p14="http://schemas.microsoft.com/office/powerpoint/2010/main" val="5630607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04B695-B7AD-E918-3470-196749479183}"/>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kern="1200">
                <a:solidFill>
                  <a:schemeClr val="tx1"/>
                </a:solidFill>
                <a:latin typeface="+mj-lt"/>
                <a:ea typeface="+mj-ea"/>
                <a:cs typeface="+mj-cs"/>
              </a:rPr>
              <a:t>Create a Repository</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7F3E258-CD23-545B-4050-C2A44AF4CA7E}"/>
              </a:ext>
            </a:extLst>
          </p:cNvPr>
          <p:cNvPicPr>
            <a:picLocks noChangeAspect="1"/>
          </p:cNvPicPr>
          <p:nvPr/>
        </p:nvPicPr>
        <p:blipFill>
          <a:blip r:embed="rId2"/>
          <a:stretch>
            <a:fillRect/>
          </a:stretch>
        </p:blipFill>
        <p:spPr>
          <a:xfrm>
            <a:off x="6204616" y="312054"/>
            <a:ext cx="4566184" cy="3504545"/>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3FDED7BC-B6AF-FFE3-0C4B-DCEF92DC84A0}"/>
              </a:ext>
            </a:extLst>
          </p:cNvPr>
          <p:cNvSpPr txBox="1"/>
          <p:nvPr/>
        </p:nvSpPr>
        <p:spPr>
          <a:xfrm>
            <a:off x="475514" y="3816599"/>
            <a:ext cx="9151961" cy="1891287"/>
          </a:xfrm>
          <a:prstGeom prst="rect">
            <a:avLst/>
          </a:prstGeom>
          <a:noFill/>
        </p:spPr>
        <p:txBody>
          <a:bodyPr wrap="square">
            <a:spAutoFit/>
          </a:bodyPr>
          <a:lstStyle/>
          <a:p>
            <a:pPr>
              <a:lnSpc>
                <a:spcPct val="150000"/>
              </a:lnSpc>
              <a:buNone/>
            </a:pPr>
            <a:r>
              <a:rPr lang="en-US" sz="2000" dirty="0">
                <a:solidFill>
                  <a:srgbClr val="0033B3"/>
                </a:solidFill>
                <a:effectLst/>
                <a:latin typeface="JetBrains Mono"/>
              </a:rPr>
              <a:t>interface </a:t>
            </a:r>
            <a:r>
              <a:rPr lang="en-US" sz="2000" dirty="0" err="1">
                <a:solidFill>
                  <a:srgbClr val="000000"/>
                </a:solidFill>
                <a:effectLst/>
                <a:latin typeface="JetBrains Mono"/>
              </a:rPr>
              <a:t>AlphabetRepository</a:t>
            </a:r>
            <a:r>
              <a:rPr lang="en-US" sz="2000" dirty="0">
                <a:solidFill>
                  <a:srgbClr val="000000"/>
                </a:solidFill>
                <a:effectLst/>
                <a:latin typeface="JetBrains Mono"/>
              </a:rPr>
              <a:t> </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033B3"/>
                </a:solidFill>
                <a:effectLst/>
                <a:latin typeface="JetBrains Mono"/>
              </a:rPr>
              <a:t>fun </a:t>
            </a:r>
            <a:r>
              <a:rPr lang="en-US" sz="2000" dirty="0" err="1">
                <a:solidFill>
                  <a:srgbClr val="00627A"/>
                </a:solidFill>
                <a:effectLst/>
                <a:latin typeface="JetBrains Mono"/>
              </a:rPr>
              <a:t>getAlphabets</a:t>
            </a:r>
            <a:r>
              <a:rPr lang="en-US" sz="2000" dirty="0">
                <a:solidFill>
                  <a:srgbClr val="080808"/>
                </a:solidFill>
                <a:effectLst/>
                <a:latin typeface="JetBrains Mono"/>
              </a:rPr>
              <a:t>(): </a:t>
            </a:r>
            <a:r>
              <a:rPr lang="en-US" sz="2000" dirty="0">
                <a:solidFill>
                  <a:srgbClr val="000000"/>
                </a:solidFill>
                <a:effectLst/>
                <a:latin typeface="JetBrains Mono"/>
              </a:rPr>
              <a:t>List</a:t>
            </a:r>
            <a:r>
              <a:rPr lang="en-US" sz="2000" dirty="0">
                <a:solidFill>
                  <a:srgbClr val="080808"/>
                </a:solidFill>
                <a:effectLst/>
                <a:latin typeface="JetBrains Mono"/>
              </a:rPr>
              <a:t>&lt;</a:t>
            </a:r>
            <a:r>
              <a:rPr lang="en-US" sz="2000" dirty="0">
                <a:solidFill>
                  <a:srgbClr val="000000"/>
                </a:solidFill>
                <a:effectLst/>
                <a:latin typeface="JetBrains Mono"/>
              </a:rPr>
              <a:t>Pair</a:t>
            </a:r>
            <a:r>
              <a:rPr lang="en-US" sz="2000" dirty="0">
                <a:solidFill>
                  <a:srgbClr val="080808"/>
                </a:solidFill>
                <a:effectLst/>
                <a:latin typeface="JetBrains Mono"/>
              </a:rPr>
              <a:t>&lt;</a:t>
            </a:r>
            <a:r>
              <a:rPr lang="en-US" sz="2000" dirty="0">
                <a:solidFill>
                  <a:srgbClr val="000000"/>
                </a:solidFill>
                <a:effectLst/>
                <a:latin typeface="JetBrains Mono"/>
              </a:rPr>
              <a:t>Char</a:t>
            </a:r>
            <a:r>
              <a:rPr lang="en-US" sz="2000" dirty="0">
                <a:solidFill>
                  <a:srgbClr val="080808"/>
                </a:solidFill>
                <a:effectLst/>
                <a:latin typeface="JetBrains Mono"/>
              </a:rPr>
              <a:t>, </a:t>
            </a:r>
            <a:r>
              <a:rPr lang="en-US" sz="2000" dirty="0">
                <a:solidFill>
                  <a:srgbClr val="000000"/>
                </a:solidFill>
                <a:effectLst/>
                <a:latin typeface="JetBrains Mono"/>
              </a:rPr>
              <a:t>String</a:t>
            </a:r>
            <a:r>
              <a:rPr lang="en-US" sz="2000" dirty="0">
                <a:solidFill>
                  <a:srgbClr val="080808"/>
                </a:solidFill>
                <a:effectLst/>
                <a:latin typeface="JetBrains Mono"/>
              </a:rPr>
              <a:t>&gt;&gt;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033B3"/>
                </a:solidFill>
                <a:effectLst/>
                <a:latin typeface="JetBrains Mono"/>
              </a:rPr>
              <a:t>fun </a:t>
            </a:r>
            <a:r>
              <a:rPr lang="en-US" sz="2000" dirty="0" err="1">
                <a:solidFill>
                  <a:srgbClr val="00627A"/>
                </a:solidFill>
                <a:effectLst/>
                <a:latin typeface="JetBrains Mono"/>
              </a:rPr>
              <a:t>getNextAlphabet</a:t>
            </a:r>
            <a:r>
              <a:rPr lang="en-US" sz="2000" dirty="0">
                <a:solidFill>
                  <a:srgbClr val="080808"/>
                </a:solidFill>
                <a:effectLst/>
                <a:latin typeface="JetBrains Mono"/>
              </a:rPr>
              <a:t>(</a:t>
            </a:r>
            <a:r>
              <a:rPr lang="en-US" sz="2000" dirty="0" err="1">
                <a:solidFill>
                  <a:srgbClr val="000000"/>
                </a:solidFill>
                <a:effectLst/>
                <a:latin typeface="JetBrains Mono"/>
              </a:rPr>
              <a:t>currentAlphabet</a:t>
            </a:r>
            <a:r>
              <a:rPr lang="en-US" sz="2000" dirty="0">
                <a:solidFill>
                  <a:srgbClr val="080808"/>
                </a:solidFill>
                <a:effectLst/>
                <a:latin typeface="JetBrains Mono"/>
              </a:rPr>
              <a:t>: </a:t>
            </a:r>
            <a:r>
              <a:rPr lang="en-US" sz="2000" dirty="0">
                <a:solidFill>
                  <a:srgbClr val="000000"/>
                </a:solidFill>
                <a:effectLst/>
                <a:latin typeface="JetBrains Mono"/>
              </a:rPr>
              <a:t>Pair</a:t>
            </a:r>
            <a:r>
              <a:rPr lang="en-US" sz="2000" dirty="0">
                <a:solidFill>
                  <a:srgbClr val="080808"/>
                </a:solidFill>
                <a:effectLst/>
                <a:latin typeface="JetBrains Mono"/>
              </a:rPr>
              <a:t>&lt;</a:t>
            </a:r>
            <a:r>
              <a:rPr lang="en-US" sz="2000" dirty="0">
                <a:solidFill>
                  <a:srgbClr val="000000"/>
                </a:solidFill>
                <a:effectLst/>
                <a:latin typeface="JetBrains Mono"/>
              </a:rPr>
              <a:t>Char</a:t>
            </a:r>
            <a:r>
              <a:rPr lang="en-US" sz="2000" dirty="0">
                <a:solidFill>
                  <a:srgbClr val="080808"/>
                </a:solidFill>
                <a:effectLst/>
                <a:latin typeface="JetBrains Mono"/>
              </a:rPr>
              <a:t>, </a:t>
            </a:r>
            <a:r>
              <a:rPr lang="en-US" sz="2000" dirty="0">
                <a:solidFill>
                  <a:srgbClr val="000000"/>
                </a:solidFill>
                <a:effectLst/>
                <a:latin typeface="JetBrains Mono"/>
              </a:rPr>
              <a:t>String</a:t>
            </a:r>
            <a:r>
              <a:rPr lang="en-US" sz="2000" dirty="0">
                <a:solidFill>
                  <a:srgbClr val="080808"/>
                </a:solidFill>
                <a:effectLst/>
                <a:latin typeface="JetBrains Mono"/>
              </a:rPr>
              <a:t>&gt;): </a:t>
            </a:r>
            <a:r>
              <a:rPr lang="en-US" sz="2000" dirty="0">
                <a:solidFill>
                  <a:srgbClr val="000000"/>
                </a:solidFill>
                <a:effectLst/>
                <a:latin typeface="JetBrains Mono"/>
              </a:rPr>
              <a:t>Pair</a:t>
            </a:r>
            <a:r>
              <a:rPr lang="en-US" sz="2000" dirty="0">
                <a:solidFill>
                  <a:srgbClr val="080808"/>
                </a:solidFill>
                <a:effectLst/>
                <a:latin typeface="JetBrains Mono"/>
              </a:rPr>
              <a:t>&lt;</a:t>
            </a:r>
            <a:r>
              <a:rPr lang="en-US" sz="2000" dirty="0">
                <a:solidFill>
                  <a:srgbClr val="000000"/>
                </a:solidFill>
                <a:effectLst/>
                <a:latin typeface="JetBrains Mono"/>
              </a:rPr>
              <a:t>Char</a:t>
            </a:r>
            <a:r>
              <a:rPr lang="en-US" sz="2000" dirty="0">
                <a:solidFill>
                  <a:srgbClr val="080808"/>
                </a:solidFill>
                <a:effectLst/>
                <a:latin typeface="JetBrains Mono"/>
              </a:rPr>
              <a:t>, </a:t>
            </a:r>
            <a:r>
              <a:rPr lang="en-US" sz="2000" dirty="0">
                <a:solidFill>
                  <a:srgbClr val="000000"/>
                </a:solidFill>
                <a:effectLst/>
                <a:latin typeface="JetBrains Mono"/>
              </a:rPr>
              <a:t>String</a:t>
            </a:r>
            <a:r>
              <a:rPr lang="en-US" sz="2000" dirty="0">
                <a:solidFill>
                  <a:srgbClr val="080808"/>
                </a:solidFill>
                <a:effectLst/>
                <a:latin typeface="JetBrains Mono"/>
              </a:rPr>
              <a:t>&gt;</a:t>
            </a:r>
            <a:br>
              <a:rPr lang="en-US" sz="2000" dirty="0">
                <a:solidFill>
                  <a:srgbClr val="080808"/>
                </a:solidFill>
                <a:effectLst/>
                <a:latin typeface="JetBrains Mono"/>
              </a:rPr>
            </a:br>
            <a:r>
              <a:rPr lang="en-US" sz="2000" dirty="0">
                <a:solidFill>
                  <a:srgbClr val="080808"/>
                </a:solidFill>
                <a:effectLst/>
                <a:latin typeface="JetBrains Mono"/>
              </a:rPr>
              <a:t>}</a:t>
            </a:r>
          </a:p>
        </p:txBody>
      </p:sp>
      <p:sp>
        <p:nvSpPr>
          <p:cNvPr id="3" name="Slide Number Placeholder 2">
            <a:extLst>
              <a:ext uri="{FF2B5EF4-FFF2-40B4-BE49-F238E27FC236}">
                <a16:creationId xmlns:a16="http://schemas.microsoft.com/office/drawing/2014/main" id="{37A2D40E-4840-919A-0C24-5AF46E6BF8CF}"/>
              </a:ext>
            </a:extLst>
          </p:cNvPr>
          <p:cNvSpPr>
            <a:spLocks noGrp="1"/>
          </p:cNvSpPr>
          <p:nvPr>
            <p:ph type="sldNum" sz="quarter" idx="12"/>
          </p:nvPr>
        </p:nvSpPr>
        <p:spPr/>
        <p:txBody>
          <a:bodyPr/>
          <a:lstStyle/>
          <a:p>
            <a:fld id="{330EA680-D336-4FF7-8B7A-9848BB0A1C32}" type="slidenum">
              <a:rPr lang="en-US" smtClean="0"/>
              <a:t>44</a:t>
            </a:fld>
            <a:endParaRPr lang="en-US"/>
          </a:p>
        </p:txBody>
      </p:sp>
    </p:spTree>
    <p:extLst>
      <p:ext uri="{BB962C8B-B14F-4D97-AF65-F5344CB8AC3E}">
        <p14:creationId xmlns:p14="http://schemas.microsoft.com/office/powerpoint/2010/main" val="36897802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A984C6-B52A-7F2A-ED38-A766023533C7}"/>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9615B5-FA0F-F229-916F-1539CA06DFA9}"/>
              </a:ext>
            </a:extLst>
          </p:cNvPr>
          <p:cNvSpPr>
            <a:spLocks noGrp="1"/>
          </p:cNvSpPr>
          <p:nvPr>
            <p:ph type="title"/>
          </p:nvPr>
        </p:nvSpPr>
        <p:spPr>
          <a:xfrm>
            <a:off x="411480" y="991443"/>
            <a:ext cx="4443154" cy="613061"/>
          </a:xfrm>
        </p:spPr>
        <p:txBody>
          <a:bodyPr vert="horz" lIns="91440" tIns="45720" rIns="91440" bIns="45720" rtlCol="0" anchor="b">
            <a:normAutofit fontScale="90000"/>
          </a:bodyPr>
          <a:lstStyle/>
          <a:p>
            <a:r>
              <a:rPr lang="en-US" sz="3400" kern="1200" dirty="0">
                <a:solidFill>
                  <a:schemeClr val="tx1"/>
                </a:solidFill>
                <a:latin typeface="+mj-lt"/>
                <a:ea typeface="+mj-ea"/>
                <a:cs typeface="+mj-cs"/>
              </a:rPr>
              <a:t>Implement the Repository</a:t>
            </a:r>
          </a:p>
        </p:txBody>
      </p:sp>
      <p:sp>
        <p:nvSpPr>
          <p:cNvPr id="26" name="Rectangle 25">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8" name="Rectangle 27">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2B4884A8-D264-1C33-F302-D207E723C874}"/>
              </a:ext>
            </a:extLst>
          </p:cNvPr>
          <p:cNvPicPr>
            <a:picLocks noChangeAspect="1"/>
          </p:cNvPicPr>
          <p:nvPr/>
        </p:nvPicPr>
        <p:blipFill>
          <a:blip r:embed="rId2"/>
          <a:stretch>
            <a:fillRect/>
          </a:stretch>
        </p:blipFill>
        <p:spPr>
          <a:xfrm>
            <a:off x="7942995" y="442344"/>
            <a:ext cx="3323685" cy="2550928"/>
          </a:xfrm>
          <a:prstGeom prst="rect">
            <a:avLst/>
          </a:prstGeom>
        </p:spPr>
      </p:pic>
      <p:pic>
        <p:nvPicPr>
          <p:cNvPr id="11" name="Picture 10">
            <a:extLst>
              <a:ext uri="{FF2B5EF4-FFF2-40B4-BE49-F238E27FC236}">
                <a16:creationId xmlns:a16="http://schemas.microsoft.com/office/drawing/2014/main" id="{20ED8690-E856-A1C4-910E-D70A6813A787}"/>
              </a:ext>
            </a:extLst>
          </p:cNvPr>
          <p:cNvPicPr>
            <a:picLocks noChangeAspect="1"/>
          </p:cNvPicPr>
          <p:nvPr/>
        </p:nvPicPr>
        <p:blipFill>
          <a:blip r:embed="rId3"/>
          <a:stretch>
            <a:fillRect/>
          </a:stretch>
        </p:blipFill>
        <p:spPr>
          <a:xfrm>
            <a:off x="411479" y="3211654"/>
            <a:ext cx="10855201" cy="1353646"/>
          </a:xfrm>
          <a:prstGeom prst="rect">
            <a:avLst/>
          </a:prstGeom>
        </p:spPr>
      </p:pic>
      <p:sp>
        <p:nvSpPr>
          <p:cNvPr id="3" name="Slide Number Placeholder 2">
            <a:extLst>
              <a:ext uri="{FF2B5EF4-FFF2-40B4-BE49-F238E27FC236}">
                <a16:creationId xmlns:a16="http://schemas.microsoft.com/office/drawing/2014/main" id="{9865C4FC-DCD5-F569-3F08-0D1675AEE636}"/>
              </a:ext>
            </a:extLst>
          </p:cNvPr>
          <p:cNvSpPr>
            <a:spLocks noGrp="1"/>
          </p:cNvSpPr>
          <p:nvPr>
            <p:ph type="sldNum" sz="quarter" idx="12"/>
          </p:nvPr>
        </p:nvSpPr>
        <p:spPr/>
        <p:txBody>
          <a:bodyPr/>
          <a:lstStyle/>
          <a:p>
            <a:fld id="{330EA680-D336-4FF7-8B7A-9848BB0A1C32}" type="slidenum">
              <a:rPr lang="en-US" smtClean="0"/>
              <a:t>45</a:t>
            </a:fld>
            <a:endParaRPr lang="en-US"/>
          </a:p>
        </p:txBody>
      </p:sp>
    </p:spTree>
    <p:extLst>
      <p:ext uri="{BB962C8B-B14F-4D97-AF65-F5344CB8AC3E}">
        <p14:creationId xmlns:p14="http://schemas.microsoft.com/office/powerpoint/2010/main" val="22540908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BE99EC-08AE-FD8B-8323-B4230A1E4F4E}"/>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EAA437C-FC75-055F-FA6C-712D8CA042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E944B5-1E44-E6F1-3B04-77B643867583}"/>
              </a:ext>
            </a:extLst>
          </p:cNvPr>
          <p:cNvSpPr>
            <a:spLocks noGrp="1"/>
          </p:cNvSpPr>
          <p:nvPr>
            <p:ph type="title"/>
          </p:nvPr>
        </p:nvSpPr>
        <p:spPr>
          <a:xfrm>
            <a:off x="411480" y="991443"/>
            <a:ext cx="4443154" cy="613061"/>
          </a:xfrm>
        </p:spPr>
        <p:txBody>
          <a:bodyPr vert="horz" lIns="91440" tIns="45720" rIns="91440" bIns="45720" rtlCol="0" anchor="b">
            <a:normAutofit fontScale="90000"/>
          </a:bodyPr>
          <a:lstStyle/>
          <a:p>
            <a:r>
              <a:rPr lang="en-US" sz="3400" dirty="0"/>
              <a:t>Implement the </a:t>
            </a:r>
            <a:r>
              <a:rPr lang="en-US" sz="3400" kern="1200" dirty="0">
                <a:solidFill>
                  <a:schemeClr val="tx1"/>
                </a:solidFill>
                <a:latin typeface="+mj-lt"/>
                <a:ea typeface="+mj-ea"/>
                <a:cs typeface="+mj-cs"/>
              </a:rPr>
              <a:t>Repository</a:t>
            </a:r>
          </a:p>
        </p:txBody>
      </p:sp>
      <p:sp>
        <p:nvSpPr>
          <p:cNvPr id="26" name="Rectangle 25">
            <a:extLst>
              <a:ext uri="{FF2B5EF4-FFF2-40B4-BE49-F238E27FC236}">
                <a16:creationId xmlns:a16="http://schemas.microsoft.com/office/drawing/2014/main" id="{6DDBFBD2-C2AA-FF1E-34B4-F5951CD6D1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8" name="Rectangle 27">
            <a:extLst>
              <a:ext uri="{FF2B5EF4-FFF2-40B4-BE49-F238E27FC236}">
                <a16:creationId xmlns:a16="http://schemas.microsoft.com/office/drawing/2014/main" id="{38851664-D0A5-5999-1077-E18557EB0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57779DF9-8DA0-60C2-F628-A6AB28E92428}"/>
              </a:ext>
            </a:extLst>
          </p:cNvPr>
          <p:cNvPicPr>
            <a:picLocks noChangeAspect="1"/>
          </p:cNvPicPr>
          <p:nvPr/>
        </p:nvPicPr>
        <p:blipFill>
          <a:blip r:embed="rId2"/>
          <a:stretch>
            <a:fillRect/>
          </a:stretch>
        </p:blipFill>
        <p:spPr>
          <a:xfrm>
            <a:off x="7942995" y="442344"/>
            <a:ext cx="3323685" cy="2550928"/>
          </a:xfrm>
          <a:prstGeom prst="rect">
            <a:avLst/>
          </a:prstGeom>
        </p:spPr>
      </p:pic>
      <p:sp>
        <p:nvSpPr>
          <p:cNvPr id="4" name="TextBox 3">
            <a:extLst>
              <a:ext uri="{FF2B5EF4-FFF2-40B4-BE49-F238E27FC236}">
                <a16:creationId xmlns:a16="http://schemas.microsoft.com/office/drawing/2014/main" id="{695C096C-F78F-7C2C-C887-38AC51CAEE0E}"/>
              </a:ext>
            </a:extLst>
          </p:cNvPr>
          <p:cNvSpPr txBox="1"/>
          <p:nvPr/>
        </p:nvSpPr>
        <p:spPr>
          <a:xfrm>
            <a:off x="330618" y="2196724"/>
            <a:ext cx="9865285" cy="4661276"/>
          </a:xfrm>
          <a:prstGeom prst="rect">
            <a:avLst/>
          </a:prstGeom>
          <a:noFill/>
        </p:spPr>
        <p:txBody>
          <a:bodyPr wrap="square">
            <a:spAutoFit/>
          </a:bodyPr>
          <a:lstStyle/>
          <a:p>
            <a:pPr>
              <a:lnSpc>
                <a:spcPct val="150000"/>
              </a:lnSpc>
              <a:buNone/>
            </a:pPr>
            <a:r>
              <a:rPr lang="en-US" sz="2000" dirty="0">
                <a:solidFill>
                  <a:srgbClr val="0033B3"/>
                </a:solidFill>
                <a:effectLst/>
                <a:latin typeface="JetBrains Mono"/>
              </a:rPr>
              <a:t>override fun </a:t>
            </a:r>
            <a:r>
              <a:rPr lang="en-US" sz="2000" dirty="0" err="1">
                <a:solidFill>
                  <a:srgbClr val="00627A"/>
                </a:solidFill>
                <a:effectLst/>
                <a:latin typeface="JetBrains Mono"/>
              </a:rPr>
              <a:t>getAlphabets</a:t>
            </a:r>
            <a:r>
              <a:rPr lang="en-US" sz="2000" dirty="0">
                <a:solidFill>
                  <a:srgbClr val="080808"/>
                </a:solidFill>
                <a:effectLst/>
                <a:latin typeface="JetBrains Mono"/>
              </a:rPr>
              <a:t>(): </a:t>
            </a:r>
            <a:r>
              <a:rPr lang="en-US" sz="2000" dirty="0">
                <a:solidFill>
                  <a:srgbClr val="000000"/>
                </a:solidFill>
                <a:effectLst/>
                <a:latin typeface="JetBrains Mono"/>
              </a:rPr>
              <a:t>List</a:t>
            </a:r>
            <a:r>
              <a:rPr lang="en-US" sz="2000" dirty="0">
                <a:solidFill>
                  <a:srgbClr val="080808"/>
                </a:solidFill>
                <a:effectLst/>
                <a:latin typeface="JetBrains Mono"/>
              </a:rPr>
              <a:t>&lt;</a:t>
            </a:r>
            <a:r>
              <a:rPr lang="en-US" sz="2000" dirty="0">
                <a:solidFill>
                  <a:srgbClr val="000000"/>
                </a:solidFill>
                <a:effectLst/>
                <a:latin typeface="JetBrains Mono"/>
              </a:rPr>
              <a:t>Pair</a:t>
            </a:r>
            <a:r>
              <a:rPr lang="en-US" sz="2000" dirty="0">
                <a:solidFill>
                  <a:srgbClr val="080808"/>
                </a:solidFill>
                <a:effectLst/>
                <a:latin typeface="JetBrains Mono"/>
              </a:rPr>
              <a:t>&lt;</a:t>
            </a:r>
            <a:r>
              <a:rPr lang="en-US" sz="2000" dirty="0">
                <a:solidFill>
                  <a:srgbClr val="000000"/>
                </a:solidFill>
                <a:effectLst/>
                <a:latin typeface="JetBrains Mono"/>
              </a:rPr>
              <a:t>Char</a:t>
            </a:r>
            <a:r>
              <a:rPr lang="en-US" sz="2000" dirty="0">
                <a:solidFill>
                  <a:srgbClr val="080808"/>
                </a:solidFill>
                <a:effectLst/>
                <a:latin typeface="JetBrains Mono"/>
              </a:rPr>
              <a:t>, </a:t>
            </a:r>
            <a:r>
              <a:rPr lang="en-US" sz="2000" dirty="0">
                <a:solidFill>
                  <a:srgbClr val="000000"/>
                </a:solidFill>
                <a:effectLst/>
                <a:latin typeface="JetBrains Mono"/>
              </a:rPr>
              <a:t>String</a:t>
            </a:r>
            <a:r>
              <a:rPr lang="en-US" sz="2000" dirty="0">
                <a:solidFill>
                  <a:srgbClr val="080808"/>
                </a:solidFill>
                <a:effectLst/>
                <a:latin typeface="JetBrains Mono"/>
              </a:rPr>
              <a:t>&gt;&gt;  = </a:t>
            </a:r>
            <a:r>
              <a:rPr lang="en-US" sz="2000" dirty="0">
                <a:solidFill>
                  <a:srgbClr val="871094"/>
                </a:solidFill>
                <a:effectLst/>
                <a:latin typeface="JetBrains Mono"/>
              </a:rPr>
              <a:t>alphabets</a:t>
            </a:r>
            <a:br>
              <a:rPr lang="en-US" sz="2000" dirty="0">
                <a:solidFill>
                  <a:srgbClr val="871094"/>
                </a:solidFill>
                <a:effectLst/>
                <a:latin typeface="JetBrains Mono"/>
              </a:rPr>
            </a:br>
            <a:br>
              <a:rPr lang="en-US" sz="2000" dirty="0">
                <a:solidFill>
                  <a:srgbClr val="871094"/>
                </a:solidFill>
                <a:effectLst/>
                <a:latin typeface="JetBrains Mono"/>
              </a:rPr>
            </a:br>
            <a:r>
              <a:rPr lang="en-US" sz="2000" dirty="0">
                <a:solidFill>
                  <a:srgbClr val="0033B3"/>
                </a:solidFill>
                <a:effectLst/>
                <a:latin typeface="JetBrains Mono"/>
              </a:rPr>
              <a:t>override fun </a:t>
            </a:r>
            <a:r>
              <a:rPr lang="en-US" sz="2000" dirty="0" err="1">
                <a:solidFill>
                  <a:srgbClr val="00627A"/>
                </a:solidFill>
                <a:effectLst/>
                <a:latin typeface="JetBrains Mono"/>
              </a:rPr>
              <a:t>getNextAlphabet</a:t>
            </a:r>
            <a:r>
              <a:rPr lang="en-US" sz="2000" dirty="0">
                <a:solidFill>
                  <a:srgbClr val="080808"/>
                </a:solidFill>
                <a:effectLst/>
                <a:latin typeface="JetBrains Mono"/>
              </a:rPr>
              <a:t>(</a:t>
            </a:r>
            <a:r>
              <a:rPr lang="en-US" sz="2000" dirty="0" err="1">
                <a:solidFill>
                  <a:srgbClr val="000000"/>
                </a:solidFill>
                <a:effectLst/>
                <a:latin typeface="JetBrains Mono"/>
              </a:rPr>
              <a:t>currentAlphabet</a:t>
            </a:r>
            <a:r>
              <a:rPr lang="en-US" sz="2000" dirty="0">
                <a:solidFill>
                  <a:srgbClr val="080808"/>
                </a:solidFill>
                <a:effectLst/>
                <a:latin typeface="JetBrains Mono"/>
              </a:rPr>
              <a:t>: </a:t>
            </a:r>
            <a:r>
              <a:rPr lang="en-US" sz="2000" dirty="0">
                <a:solidFill>
                  <a:srgbClr val="000000"/>
                </a:solidFill>
                <a:effectLst/>
                <a:latin typeface="JetBrains Mono"/>
              </a:rPr>
              <a:t>Pair</a:t>
            </a:r>
            <a:r>
              <a:rPr lang="en-US" sz="2000" dirty="0">
                <a:solidFill>
                  <a:srgbClr val="080808"/>
                </a:solidFill>
                <a:effectLst/>
                <a:latin typeface="JetBrains Mono"/>
              </a:rPr>
              <a:t>&lt;</a:t>
            </a:r>
            <a:r>
              <a:rPr lang="en-US" sz="2000" dirty="0">
                <a:solidFill>
                  <a:srgbClr val="000000"/>
                </a:solidFill>
                <a:effectLst/>
                <a:latin typeface="JetBrains Mono"/>
              </a:rPr>
              <a:t>Char</a:t>
            </a:r>
            <a:r>
              <a:rPr lang="en-US" sz="2000" dirty="0">
                <a:solidFill>
                  <a:srgbClr val="080808"/>
                </a:solidFill>
                <a:effectLst/>
                <a:latin typeface="JetBrains Mono"/>
              </a:rPr>
              <a:t>, </a:t>
            </a:r>
            <a:r>
              <a:rPr lang="en-US" sz="2000" dirty="0">
                <a:solidFill>
                  <a:srgbClr val="000000"/>
                </a:solidFill>
                <a:effectLst/>
                <a:latin typeface="JetBrains Mono"/>
              </a:rPr>
              <a:t>String</a:t>
            </a:r>
            <a:r>
              <a:rPr lang="en-US" sz="2000" dirty="0">
                <a:solidFill>
                  <a:srgbClr val="080808"/>
                </a:solidFill>
                <a:effectLst/>
                <a:latin typeface="JetBrains Mono"/>
              </a:rPr>
              <a:t>&gt;): </a:t>
            </a:r>
            <a:r>
              <a:rPr lang="en-US" sz="2000" dirty="0">
                <a:solidFill>
                  <a:srgbClr val="000000"/>
                </a:solidFill>
                <a:effectLst/>
                <a:latin typeface="JetBrains Mono"/>
              </a:rPr>
              <a:t>Pair</a:t>
            </a:r>
            <a:r>
              <a:rPr lang="en-US" sz="2000" dirty="0">
                <a:solidFill>
                  <a:srgbClr val="080808"/>
                </a:solidFill>
                <a:effectLst/>
                <a:latin typeface="JetBrains Mono"/>
              </a:rPr>
              <a:t>&lt;</a:t>
            </a:r>
            <a:r>
              <a:rPr lang="en-US" sz="2000" dirty="0">
                <a:solidFill>
                  <a:srgbClr val="000000"/>
                </a:solidFill>
                <a:effectLst/>
                <a:latin typeface="JetBrains Mono"/>
              </a:rPr>
              <a:t>Char</a:t>
            </a:r>
            <a:r>
              <a:rPr lang="en-US" sz="2000" dirty="0">
                <a:solidFill>
                  <a:srgbClr val="080808"/>
                </a:solidFill>
                <a:effectLst/>
                <a:latin typeface="JetBrains Mono"/>
              </a:rPr>
              <a:t>, </a:t>
            </a:r>
            <a:r>
              <a:rPr lang="en-US" sz="2000" dirty="0">
                <a:solidFill>
                  <a:srgbClr val="000000"/>
                </a:solidFill>
                <a:effectLst/>
                <a:latin typeface="JetBrains Mono"/>
              </a:rPr>
              <a:t>String</a:t>
            </a:r>
            <a:r>
              <a:rPr lang="en-US" sz="2000" dirty="0">
                <a:solidFill>
                  <a:srgbClr val="080808"/>
                </a:solidFill>
                <a:effectLst/>
                <a:latin typeface="JetBrains Mono"/>
              </a:rPr>
              <a:t>&gt; {</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err="1">
                <a:solidFill>
                  <a:srgbClr val="0033B3"/>
                </a:solidFill>
                <a:effectLst/>
                <a:latin typeface="JetBrains Mono"/>
              </a:rPr>
              <a:t>val</a:t>
            </a:r>
            <a:r>
              <a:rPr lang="en-US" sz="2000" dirty="0">
                <a:solidFill>
                  <a:srgbClr val="0033B3"/>
                </a:solidFill>
                <a:effectLst/>
                <a:latin typeface="JetBrains Mono"/>
              </a:rPr>
              <a:t> </a:t>
            </a:r>
            <a:r>
              <a:rPr lang="en-US" sz="2000" dirty="0" err="1">
                <a:solidFill>
                  <a:srgbClr val="000000"/>
                </a:solidFill>
                <a:effectLst/>
                <a:latin typeface="JetBrains Mono"/>
              </a:rPr>
              <a:t>currentIndex</a:t>
            </a:r>
            <a:r>
              <a:rPr lang="en-US" sz="2000" dirty="0">
                <a:solidFill>
                  <a:srgbClr val="000000"/>
                </a:solidFill>
                <a:effectLst/>
                <a:latin typeface="JetBrains Mono"/>
              </a:rPr>
              <a:t> </a:t>
            </a:r>
            <a:r>
              <a:rPr lang="en-US" sz="2000" dirty="0">
                <a:solidFill>
                  <a:srgbClr val="080808"/>
                </a:solidFill>
                <a:effectLst/>
                <a:latin typeface="JetBrains Mono"/>
              </a:rPr>
              <a:t>= </a:t>
            </a:r>
            <a:r>
              <a:rPr lang="en-US" sz="2000" dirty="0" err="1">
                <a:solidFill>
                  <a:srgbClr val="000000"/>
                </a:solidFill>
                <a:effectLst/>
                <a:latin typeface="JetBrains Mono"/>
              </a:rPr>
              <a:t>AlphabetData</a:t>
            </a:r>
            <a:r>
              <a:rPr lang="en-US" sz="2000" dirty="0" err="1">
                <a:solidFill>
                  <a:srgbClr val="080808"/>
                </a:solidFill>
                <a:effectLst/>
                <a:latin typeface="JetBrains Mono"/>
              </a:rPr>
              <a:t>.</a:t>
            </a:r>
            <a:r>
              <a:rPr lang="en-US" sz="2000" dirty="0" err="1">
                <a:solidFill>
                  <a:srgbClr val="871094"/>
                </a:solidFill>
                <a:effectLst/>
                <a:latin typeface="JetBrains Mono"/>
              </a:rPr>
              <a:t>alphabets</a:t>
            </a:r>
            <a:r>
              <a:rPr lang="en-US" sz="2000" dirty="0" err="1">
                <a:solidFill>
                  <a:srgbClr val="080808"/>
                </a:solidFill>
                <a:effectLst/>
                <a:latin typeface="JetBrains Mono"/>
              </a:rPr>
              <a:t>.indexOf</a:t>
            </a:r>
            <a:r>
              <a:rPr lang="en-US" sz="2000" dirty="0">
                <a:solidFill>
                  <a:srgbClr val="080808"/>
                </a:solidFill>
                <a:effectLst/>
                <a:latin typeface="JetBrains Mono"/>
              </a:rPr>
              <a:t>(</a:t>
            </a:r>
            <a:r>
              <a:rPr lang="en-US" sz="2000" dirty="0" err="1">
                <a:solidFill>
                  <a:srgbClr val="000000"/>
                </a:solidFill>
                <a:effectLst/>
                <a:latin typeface="JetBrains Mono"/>
              </a:rPr>
              <a:t>currentAlphabet</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033B3"/>
                </a:solidFill>
                <a:effectLst/>
                <a:latin typeface="JetBrains Mono"/>
              </a:rPr>
              <a:t>if </a:t>
            </a:r>
            <a:r>
              <a:rPr lang="en-US" sz="2000" dirty="0">
                <a:solidFill>
                  <a:srgbClr val="080808"/>
                </a:solidFill>
                <a:effectLst/>
                <a:latin typeface="JetBrains Mono"/>
              </a:rPr>
              <a:t>(</a:t>
            </a:r>
            <a:r>
              <a:rPr lang="en-US" sz="2000" dirty="0" err="1">
                <a:solidFill>
                  <a:srgbClr val="000000"/>
                </a:solidFill>
                <a:effectLst/>
                <a:latin typeface="JetBrains Mono"/>
              </a:rPr>
              <a:t>currentIndex</a:t>
            </a:r>
            <a:r>
              <a:rPr lang="en-US" sz="2000" dirty="0">
                <a:solidFill>
                  <a:srgbClr val="000000"/>
                </a:solidFill>
                <a:effectLst/>
                <a:latin typeface="JetBrains Mono"/>
              </a:rPr>
              <a:t> </a:t>
            </a:r>
            <a:r>
              <a:rPr lang="en-US" sz="2000" dirty="0">
                <a:solidFill>
                  <a:srgbClr val="080808"/>
                </a:solidFill>
                <a:effectLst/>
                <a:latin typeface="JetBrains Mono"/>
              </a:rPr>
              <a:t>&lt; </a:t>
            </a:r>
            <a:r>
              <a:rPr lang="en-US" sz="2000" dirty="0" err="1">
                <a:solidFill>
                  <a:srgbClr val="000000"/>
                </a:solidFill>
                <a:effectLst/>
                <a:latin typeface="JetBrains Mono"/>
              </a:rPr>
              <a:t>AlphabetData</a:t>
            </a:r>
            <a:r>
              <a:rPr lang="en-US" sz="2000" dirty="0" err="1">
                <a:solidFill>
                  <a:srgbClr val="080808"/>
                </a:solidFill>
                <a:effectLst/>
                <a:latin typeface="JetBrains Mono"/>
              </a:rPr>
              <a:t>.</a:t>
            </a:r>
            <a:r>
              <a:rPr lang="en-US" sz="2000" dirty="0" err="1">
                <a:solidFill>
                  <a:srgbClr val="871094"/>
                </a:solidFill>
                <a:effectLst/>
                <a:latin typeface="JetBrains Mono"/>
              </a:rPr>
              <a:t>alphabets</a:t>
            </a:r>
            <a:r>
              <a:rPr lang="en-US" sz="2000" dirty="0" err="1">
                <a:solidFill>
                  <a:srgbClr val="080808"/>
                </a:solidFill>
                <a:effectLst/>
                <a:latin typeface="JetBrains Mono"/>
              </a:rPr>
              <a:t>.</a:t>
            </a:r>
            <a:r>
              <a:rPr lang="en-US" sz="2000" dirty="0" err="1">
                <a:solidFill>
                  <a:srgbClr val="871094"/>
                </a:solidFill>
                <a:effectLst/>
                <a:latin typeface="JetBrains Mono"/>
              </a:rPr>
              <a:t>size</a:t>
            </a:r>
            <a:r>
              <a:rPr lang="en-US" sz="2000" dirty="0">
                <a:solidFill>
                  <a:srgbClr val="871094"/>
                </a:solidFill>
                <a:effectLst/>
                <a:latin typeface="JetBrains Mono"/>
              </a:rPr>
              <a:t> </a:t>
            </a:r>
            <a:r>
              <a:rPr lang="en-US" sz="2000" dirty="0">
                <a:solidFill>
                  <a:srgbClr val="080808"/>
                </a:solidFill>
                <a:effectLst/>
                <a:latin typeface="JetBrains Mono"/>
              </a:rPr>
              <a:t>- </a:t>
            </a:r>
            <a:r>
              <a:rPr lang="en-US" sz="2000" dirty="0">
                <a:solidFill>
                  <a:srgbClr val="1750EB"/>
                </a:solidFill>
                <a:effectLst/>
                <a:latin typeface="JetBrains Mono"/>
              </a:rPr>
              <a:t>1</a:t>
            </a:r>
            <a:r>
              <a:rPr lang="en-US" sz="2000" dirty="0">
                <a:solidFill>
                  <a:srgbClr val="080808"/>
                </a:solidFill>
                <a:effectLst/>
                <a:latin typeface="JetBrains Mono"/>
              </a:rPr>
              <a:t>) {</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033B3"/>
                </a:solidFill>
                <a:effectLst/>
                <a:latin typeface="JetBrains Mono"/>
              </a:rPr>
              <a:t>return </a:t>
            </a:r>
            <a:r>
              <a:rPr lang="en-US" sz="2000" dirty="0" err="1">
                <a:solidFill>
                  <a:srgbClr val="000000"/>
                </a:solidFill>
                <a:effectLst/>
                <a:latin typeface="JetBrains Mono"/>
              </a:rPr>
              <a:t>AlphabetData</a:t>
            </a:r>
            <a:r>
              <a:rPr lang="en-US" sz="2000" dirty="0" err="1">
                <a:solidFill>
                  <a:srgbClr val="080808"/>
                </a:solidFill>
                <a:effectLst/>
                <a:latin typeface="JetBrains Mono"/>
              </a:rPr>
              <a:t>.</a:t>
            </a:r>
            <a:r>
              <a:rPr lang="en-US" sz="2000" dirty="0" err="1">
                <a:solidFill>
                  <a:srgbClr val="871094"/>
                </a:solidFill>
                <a:effectLst/>
                <a:latin typeface="JetBrains Mono"/>
              </a:rPr>
              <a:t>alphabets</a:t>
            </a:r>
            <a:r>
              <a:rPr lang="en-US" sz="2000" dirty="0">
                <a:solidFill>
                  <a:srgbClr val="080808"/>
                </a:solidFill>
                <a:effectLst/>
                <a:latin typeface="JetBrains Mono"/>
              </a:rPr>
              <a:t>[</a:t>
            </a:r>
            <a:r>
              <a:rPr lang="en-US" sz="2000" dirty="0" err="1">
                <a:solidFill>
                  <a:srgbClr val="000000"/>
                </a:solidFill>
                <a:effectLst/>
                <a:latin typeface="JetBrains Mono"/>
              </a:rPr>
              <a:t>currentIndex</a:t>
            </a:r>
            <a:r>
              <a:rPr lang="en-US" sz="2000" dirty="0">
                <a:solidFill>
                  <a:srgbClr val="000000"/>
                </a:solidFill>
                <a:effectLst/>
                <a:latin typeface="JetBrains Mono"/>
              </a:rPr>
              <a:t> </a:t>
            </a:r>
            <a:r>
              <a:rPr lang="en-US" sz="2000" dirty="0">
                <a:solidFill>
                  <a:srgbClr val="080808"/>
                </a:solidFill>
                <a:effectLst/>
                <a:latin typeface="JetBrains Mono"/>
              </a:rPr>
              <a:t>+ </a:t>
            </a:r>
            <a:r>
              <a:rPr lang="en-US" sz="2000" dirty="0">
                <a:solidFill>
                  <a:srgbClr val="1750EB"/>
                </a:solidFill>
                <a:effectLst/>
                <a:latin typeface="JetBrains Mono"/>
              </a:rPr>
              <a:t>1</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 </a:t>
            </a:r>
            <a:r>
              <a:rPr lang="en-US" sz="2000" dirty="0">
                <a:solidFill>
                  <a:srgbClr val="0033B3"/>
                </a:solidFill>
                <a:effectLst/>
                <a:latin typeface="JetBrains Mono"/>
              </a:rPr>
              <a:t>else </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033B3"/>
                </a:solidFill>
                <a:effectLst/>
                <a:latin typeface="JetBrains Mono"/>
              </a:rPr>
              <a:t>return </a:t>
            </a:r>
            <a:r>
              <a:rPr lang="en-US" sz="2000" dirty="0" err="1">
                <a:solidFill>
                  <a:srgbClr val="000000"/>
                </a:solidFill>
                <a:effectLst/>
                <a:latin typeface="JetBrains Mono"/>
              </a:rPr>
              <a:t>AlphabetData</a:t>
            </a:r>
            <a:r>
              <a:rPr lang="en-US" sz="2000" dirty="0" err="1">
                <a:solidFill>
                  <a:srgbClr val="080808"/>
                </a:solidFill>
                <a:effectLst/>
                <a:latin typeface="JetBrains Mono"/>
              </a:rPr>
              <a:t>.</a:t>
            </a:r>
            <a:r>
              <a:rPr lang="en-US" sz="2000" dirty="0" err="1">
                <a:solidFill>
                  <a:srgbClr val="871094"/>
                </a:solidFill>
                <a:effectLst/>
                <a:latin typeface="JetBrains Mono"/>
              </a:rPr>
              <a:t>alphabets</a:t>
            </a:r>
            <a:r>
              <a:rPr lang="en-US" sz="2000" dirty="0" err="1">
                <a:solidFill>
                  <a:srgbClr val="080808"/>
                </a:solidFill>
                <a:effectLst/>
                <a:latin typeface="JetBrains Mono"/>
              </a:rPr>
              <a:t>.</a:t>
            </a:r>
            <a:r>
              <a:rPr lang="en-US" sz="2000" i="1" dirty="0" err="1">
                <a:solidFill>
                  <a:srgbClr val="00627A"/>
                </a:solidFill>
                <a:effectLst/>
                <a:latin typeface="JetBrains Mono"/>
              </a:rPr>
              <a:t>first</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br>
              <a:rPr lang="en-US" sz="2000" dirty="0">
                <a:solidFill>
                  <a:srgbClr val="080808"/>
                </a:solidFill>
                <a:effectLst/>
                <a:latin typeface="JetBrains Mono"/>
              </a:rPr>
            </a:br>
            <a:r>
              <a:rPr lang="en-US" sz="2000" dirty="0">
                <a:solidFill>
                  <a:srgbClr val="080808"/>
                </a:solidFill>
                <a:effectLst/>
                <a:latin typeface="JetBrains Mono"/>
              </a:rPr>
              <a:t>}</a:t>
            </a:r>
          </a:p>
        </p:txBody>
      </p:sp>
      <p:sp>
        <p:nvSpPr>
          <p:cNvPr id="3" name="Slide Number Placeholder 2">
            <a:extLst>
              <a:ext uri="{FF2B5EF4-FFF2-40B4-BE49-F238E27FC236}">
                <a16:creationId xmlns:a16="http://schemas.microsoft.com/office/drawing/2014/main" id="{4AC5F716-88E0-C324-5618-35A62D04277D}"/>
              </a:ext>
            </a:extLst>
          </p:cNvPr>
          <p:cNvSpPr>
            <a:spLocks noGrp="1"/>
          </p:cNvSpPr>
          <p:nvPr>
            <p:ph type="sldNum" sz="quarter" idx="12"/>
          </p:nvPr>
        </p:nvSpPr>
        <p:spPr/>
        <p:txBody>
          <a:bodyPr/>
          <a:lstStyle/>
          <a:p>
            <a:fld id="{330EA680-D336-4FF7-8B7A-9848BB0A1C32}" type="slidenum">
              <a:rPr lang="en-US" smtClean="0"/>
              <a:t>46</a:t>
            </a:fld>
            <a:endParaRPr lang="en-US"/>
          </a:p>
        </p:txBody>
      </p:sp>
    </p:spTree>
    <p:extLst>
      <p:ext uri="{BB962C8B-B14F-4D97-AF65-F5344CB8AC3E}">
        <p14:creationId xmlns:p14="http://schemas.microsoft.com/office/powerpoint/2010/main" val="42418035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E7EB3C-0160-66BB-089C-CDAE843A2C3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A0FB2AF-71B0-8AB4-E61A-9CC832578B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C79F48-3F0A-8D9E-07D0-4F8EDFC6522F}"/>
              </a:ext>
            </a:extLst>
          </p:cNvPr>
          <p:cNvSpPr>
            <a:spLocks noGrp="1"/>
          </p:cNvSpPr>
          <p:nvPr>
            <p:ph type="title"/>
          </p:nvPr>
        </p:nvSpPr>
        <p:spPr>
          <a:xfrm>
            <a:off x="630935" y="639520"/>
            <a:ext cx="8199165" cy="1719072"/>
          </a:xfrm>
        </p:spPr>
        <p:txBody>
          <a:bodyPr vert="horz" lIns="91440" tIns="45720" rIns="91440" bIns="45720" rtlCol="0" anchor="b">
            <a:normAutofit/>
          </a:bodyPr>
          <a:lstStyle/>
          <a:p>
            <a:r>
              <a:rPr lang="en-US" sz="5400" kern="1200" dirty="0">
                <a:solidFill>
                  <a:schemeClr val="tx1"/>
                </a:solidFill>
                <a:latin typeface="+mj-lt"/>
                <a:ea typeface="+mj-ea"/>
                <a:cs typeface="+mj-cs"/>
              </a:rPr>
              <a:t>Include repository as a constructor parameter</a:t>
            </a:r>
          </a:p>
        </p:txBody>
      </p:sp>
      <p:sp>
        <p:nvSpPr>
          <p:cNvPr id="12" name="sketch line">
            <a:extLst>
              <a:ext uri="{FF2B5EF4-FFF2-40B4-BE49-F238E27FC236}">
                <a16:creationId xmlns:a16="http://schemas.microsoft.com/office/drawing/2014/main" id="{6E119471-8E11-0863-6002-74A81355F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E5B33A4-13BE-A811-E29C-45E528AE13F0}"/>
              </a:ext>
            </a:extLst>
          </p:cNvPr>
          <p:cNvSpPr txBox="1"/>
          <p:nvPr/>
        </p:nvSpPr>
        <p:spPr>
          <a:xfrm>
            <a:off x="630936" y="2983434"/>
            <a:ext cx="9973374" cy="3276282"/>
          </a:xfrm>
          <a:prstGeom prst="rect">
            <a:avLst/>
          </a:prstGeom>
          <a:noFill/>
        </p:spPr>
        <p:txBody>
          <a:bodyPr wrap="square">
            <a:spAutoFit/>
          </a:bodyPr>
          <a:lstStyle/>
          <a:p>
            <a:pPr>
              <a:lnSpc>
                <a:spcPct val="150000"/>
              </a:lnSpc>
              <a:buNone/>
            </a:pPr>
            <a:r>
              <a:rPr lang="en-US" sz="2000" dirty="0">
                <a:solidFill>
                  <a:srgbClr val="0033B3"/>
                </a:solidFill>
                <a:effectLst/>
                <a:latin typeface="JetBrains Mono"/>
              </a:rPr>
              <a:t>class </a:t>
            </a:r>
            <a:r>
              <a:rPr lang="en-US" sz="2000" dirty="0" err="1">
                <a:solidFill>
                  <a:srgbClr val="000000"/>
                </a:solidFill>
                <a:effectLst/>
                <a:latin typeface="JetBrains Mono"/>
              </a:rPr>
              <a:t>AlphabetViewModel</a:t>
            </a:r>
            <a:r>
              <a:rPr lang="en-US" sz="2000" dirty="0">
                <a:solidFill>
                  <a:srgbClr val="000000"/>
                </a:solidFill>
                <a:effectLst/>
                <a:latin typeface="JetBrains Mono"/>
              </a:rPr>
              <a:t> </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err="1">
                <a:solidFill>
                  <a:srgbClr val="0033B3"/>
                </a:solidFill>
                <a:effectLst/>
                <a:latin typeface="JetBrains Mono"/>
              </a:rPr>
              <a:t>val</a:t>
            </a:r>
            <a:r>
              <a:rPr lang="en-US" sz="2000" dirty="0">
                <a:solidFill>
                  <a:srgbClr val="0033B3"/>
                </a:solidFill>
                <a:effectLst/>
                <a:latin typeface="JetBrains Mono"/>
              </a:rPr>
              <a:t> </a:t>
            </a:r>
            <a:r>
              <a:rPr lang="en-US" sz="2000" dirty="0" err="1">
                <a:solidFill>
                  <a:srgbClr val="871094"/>
                </a:solidFill>
                <a:effectLst/>
                <a:latin typeface="JetBrains Mono"/>
              </a:rPr>
              <a:t>alphabetRepository</a:t>
            </a:r>
            <a:r>
              <a:rPr lang="en-US" sz="2000" dirty="0">
                <a:solidFill>
                  <a:srgbClr val="080808"/>
                </a:solidFill>
                <a:effectLst/>
                <a:latin typeface="JetBrains Mono"/>
              </a:rPr>
              <a:t>: </a:t>
            </a:r>
            <a:r>
              <a:rPr lang="en-US" sz="2000" dirty="0" err="1">
                <a:solidFill>
                  <a:srgbClr val="000000"/>
                </a:solidFill>
                <a:effectLst/>
                <a:latin typeface="JetBrains Mono"/>
              </a:rPr>
              <a:t>AlphabetRepository</a:t>
            </a:r>
            <a:br>
              <a:rPr lang="en-US" sz="2000" dirty="0">
                <a:solidFill>
                  <a:srgbClr val="000000"/>
                </a:solidFill>
                <a:effectLst/>
                <a:latin typeface="JetBrains Mono"/>
              </a:rPr>
            </a:br>
            <a:r>
              <a:rPr lang="en-US" sz="2000" dirty="0">
                <a:solidFill>
                  <a:srgbClr val="080808"/>
                </a:solidFill>
                <a:effectLst/>
                <a:latin typeface="JetBrains Mono"/>
              </a:rPr>
              <a:t>): </a:t>
            </a:r>
            <a:r>
              <a:rPr lang="en-US" sz="2000" dirty="0" err="1">
                <a:solidFill>
                  <a:srgbClr val="080808"/>
                </a:solidFill>
                <a:effectLst/>
                <a:latin typeface="JetBrains Mono"/>
              </a:rPr>
              <a:t>ViewModel</a:t>
            </a:r>
            <a:r>
              <a:rPr lang="en-US" sz="2000" dirty="0">
                <a:solidFill>
                  <a:srgbClr val="080808"/>
                </a:solidFill>
                <a:effectLst/>
                <a:latin typeface="JetBrains Mono"/>
              </a:rPr>
              <a:t>() {</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i="1" dirty="0">
                <a:solidFill>
                  <a:srgbClr val="8C8C8C"/>
                </a:solidFill>
                <a:effectLst/>
                <a:latin typeface="JetBrains Mono"/>
              </a:rPr>
              <a:t>//    private </a:t>
            </a:r>
            <a:r>
              <a:rPr lang="en-US" sz="2000" i="1" dirty="0" err="1">
                <a:solidFill>
                  <a:srgbClr val="8C8C8C"/>
                </a:solidFill>
                <a:effectLst/>
                <a:latin typeface="JetBrains Mono"/>
              </a:rPr>
              <a:t>val</a:t>
            </a:r>
            <a:r>
              <a:rPr lang="en-US" sz="2000" i="1" dirty="0">
                <a:solidFill>
                  <a:srgbClr val="8C8C8C"/>
                </a:solidFill>
                <a:effectLst/>
                <a:latin typeface="JetBrains Mono"/>
              </a:rPr>
              <a:t> alphabets = </a:t>
            </a:r>
            <a:r>
              <a:rPr lang="en-US" sz="2000" i="1" dirty="0" err="1">
                <a:solidFill>
                  <a:srgbClr val="8C8C8C"/>
                </a:solidFill>
                <a:effectLst/>
                <a:latin typeface="JetBrains Mono"/>
              </a:rPr>
              <a:t>AlphabetData.alphabets</a:t>
            </a:r>
            <a:br>
              <a:rPr lang="en-US" sz="2000" i="1" dirty="0">
                <a:solidFill>
                  <a:srgbClr val="8C8C8C"/>
                </a:solidFill>
                <a:effectLst/>
                <a:latin typeface="JetBrains Mono"/>
              </a:rPr>
            </a:br>
            <a:r>
              <a:rPr lang="en-US" sz="2000" i="1" dirty="0">
                <a:solidFill>
                  <a:srgbClr val="8C8C8C"/>
                </a:solidFill>
                <a:effectLst/>
                <a:latin typeface="JetBrains Mono"/>
              </a:rPr>
              <a:t>	</a:t>
            </a:r>
            <a:r>
              <a:rPr lang="en-US" sz="2000" dirty="0">
                <a:solidFill>
                  <a:srgbClr val="0033B3"/>
                </a:solidFill>
                <a:effectLst/>
                <a:latin typeface="JetBrains Mono"/>
              </a:rPr>
              <a:t>private </a:t>
            </a:r>
            <a:r>
              <a:rPr lang="en-US" sz="2000" dirty="0" err="1">
                <a:solidFill>
                  <a:srgbClr val="0033B3"/>
                </a:solidFill>
                <a:effectLst/>
                <a:latin typeface="JetBrains Mono"/>
              </a:rPr>
              <a:t>val</a:t>
            </a:r>
            <a:r>
              <a:rPr lang="en-US" sz="2000" dirty="0">
                <a:solidFill>
                  <a:srgbClr val="0033B3"/>
                </a:solidFill>
                <a:effectLst/>
                <a:latin typeface="JetBrains Mono"/>
              </a:rPr>
              <a:t> </a:t>
            </a:r>
            <a:r>
              <a:rPr lang="en-US" sz="2000" dirty="0">
                <a:solidFill>
                  <a:srgbClr val="871094"/>
                </a:solidFill>
                <a:effectLst/>
                <a:latin typeface="JetBrains Mono"/>
              </a:rPr>
              <a:t>alphabets </a:t>
            </a:r>
            <a:r>
              <a:rPr lang="en-US" sz="2000" dirty="0">
                <a:solidFill>
                  <a:srgbClr val="080808"/>
                </a:solidFill>
                <a:effectLst/>
                <a:latin typeface="JetBrains Mono"/>
              </a:rPr>
              <a:t>= </a:t>
            </a:r>
            <a:r>
              <a:rPr lang="en-US" sz="2000" dirty="0" err="1">
                <a:solidFill>
                  <a:srgbClr val="871094"/>
                </a:solidFill>
                <a:effectLst/>
                <a:latin typeface="JetBrains Mono"/>
              </a:rPr>
              <a:t>alphabetRepository</a:t>
            </a:r>
            <a:r>
              <a:rPr lang="en-US" sz="2000" dirty="0" err="1">
                <a:solidFill>
                  <a:srgbClr val="080808"/>
                </a:solidFill>
                <a:effectLst/>
                <a:latin typeface="JetBrains Mono"/>
              </a:rPr>
              <a:t>.getAlphabets</a:t>
            </a:r>
            <a:r>
              <a:rPr lang="en-US" sz="2000" dirty="0">
                <a:solidFill>
                  <a:srgbClr val="080808"/>
                </a:solidFill>
                <a:effectLst/>
                <a:latin typeface="JetBrains Mono"/>
              </a:rPr>
              <a:t>()</a:t>
            </a:r>
          </a:p>
          <a:p>
            <a:pPr>
              <a:lnSpc>
                <a:spcPct val="150000"/>
              </a:lnSpc>
              <a:buNone/>
            </a:pPr>
            <a:r>
              <a:rPr lang="en-US" sz="2000" i="1" dirty="0">
                <a:solidFill>
                  <a:srgbClr val="8C8C8C"/>
                </a:solidFill>
                <a:latin typeface="JetBrains Mono"/>
              </a:rPr>
              <a:t>	//…</a:t>
            </a:r>
            <a:endParaRPr lang="en-US" sz="2000" dirty="0">
              <a:solidFill>
                <a:srgbClr val="080808"/>
              </a:solidFill>
              <a:effectLst/>
              <a:latin typeface="JetBrains Mono"/>
            </a:endParaRPr>
          </a:p>
          <a:p>
            <a:pPr>
              <a:lnSpc>
                <a:spcPct val="150000"/>
              </a:lnSpc>
              <a:buNone/>
            </a:pPr>
            <a:r>
              <a:rPr lang="en-US" sz="2000" dirty="0">
                <a:solidFill>
                  <a:srgbClr val="080808"/>
                </a:solidFill>
                <a:effectLst/>
                <a:latin typeface="JetBrains Mono"/>
              </a:rPr>
              <a:t>}</a:t>
            </a:r>
          </a:p>
        </p:txBody>
      </p:sp>
      <p:sp>
        <p:nvSpPr>
          <p:cNvPr id="3" name="Slide Number Placeholder 2">
            <a:extLst>
              <a:ext uri="{FF2B5EF4-FFF2-40B4-BE49-F238E27FC236}">
                <a16:creationId xmlns:a16="http://schemas.microsoft.com/office/drawing/2014/main" id="{3A8AA069-EDDB-A954-5796-3E8415680DA2}"/>
              </a:ext>
            </a:extLst>
          </p:cNvPr>
          <p:cNvSpPr>
            <a:spLocks noGrp="1"/>
          </p:cNvSpPr>
          <p:nvPr>
            <p:ph type="sldNum" sz="quarter" idx="12"/>
          </p:nvPr>
        </p:nvSpPr>
        <p:spPr/>
        <p:txBody>
          <a:bodyPr/>
          <a:lstStyle/>
          <a:p>
            <a:fld id="{330EA680-D336-4FF7-8B7A-9848BB0A1C32}" type="slidenum">
              <a:rPr lang="en-US" smtClean="0"/>
              <a:t>47</a:t>
            </a:fld>
            <a:endParaRPr lang="en-US"/>
          </a:p>
        </p:txBody>
      </p:sp>
    </p:spTree>
    <p:extLst>
      <p:ext uri="{BB962C8B-B14F-4D97-AF65-F5344CB8AC3E}">
        <p14:creationId xmlns:p14="http://schemas.microsoft.com/office/powerpoint/2010/main" val="37677538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7B4E-3641-185B-352F-745F131E5981}"/>
              </a:ext>
            </a:extLst>
          </p:cNvPr>
          <p:cNvSpPr>
            <a:spLocks noGrp="1"/>
          </p:cNvSpPr>
          <p:nvPr>
            <p:ph type="title"/>
          </p:nvPr>
        </p:nvSpPr>
        <p:spPr/>
        <p:txBody>
          <a:bodyPr/>
          <a:lstStyle/>
          <a:p>
            <a:r>
              <a:rPr lang="en-US"/>
              <a:t>Unit Testing</a:t>
            </a:r>
          </a:p>
        </p:txBody>
      </p:sp>
      <p:sp>
        <p:nvSpPr>
          <p:cNvPr id="3" name="Text Placeholder 2">
            <a:extLst>
              <a:ext uri="{FF2B5EF4-FFF2-40B4-BE49-F238E27FC236}">
                <a16:creationId xmlns:a16="http://schemas.microsoft.com/office/drawing/2014/main" id="{82A2498D-F6E3-A782-75C9-AEBC0AD3E836}"/>
              </a:ext>
            </a:extLst>
          </p:cNvPr>
          <p:cNvSpPr>
            <a:spLocks noGrp="1"/>
          </p:cNvSpPr>
          <p:nvPr>
            <p:ph type="body" idx="1"/>
          </p:nvPr>
        </p:nvSpPr>
        <p:spPr/>
        <p:txBody>
          <a:bodyPr/>
          <a:lstStyle/>
          <a:p>
            <a:r>
              <a:rPr lang="en-US"/>
              <a:t>To test the </a:t>
            </a:r>
            <a:r>
              <a:rPr lang="en-US" err="1"/>
              <a:t>ViewModel</a:t>
            </a:r>
            <a:endParaRPr lang="en-US"/>
          </a:p>
        </p:txBody>
      </p:sp>
      <p:sp>
        <p:nvSpPr>
          <p:cNvPr id="4" name="Slide Number Placeholder 3">
            <a:extLst>
              <a:ext uri="{FF2B5EF4-FFF2-40B4-BE49-F238E27FC236}">
                <a16:creationId xmlns:a16="http://schemas.microsoft.com/office/drawing/2014/main" id="{F0D2F63D-E420-8279-8C89-5DED4ED52342}"/>
              </a:ext>
            </a:extLst>
          </p:cNvPr>
          <p:cNvSpPr>
            <a:spLocks noGrp="1"/>
          </p:cNvSpPr>
          <p:nvPr>
            <p:ph type="sldNum" sz="quarter" idx="12"/>
          </p:nvPr>
        </p:nvSpPr>
        <p:spPr/>
        <p:txBody>
          <a:bodyPr/>
          <a:lstStyle/>
          <a:p>
            <a:fld id="{330EA680-D336-4FF7-8B7A-9848BB0A1C32}" type="slidenum">
              <a:rPr lang="en-US" smtClean="0"/>
              <a:t>48</a:t>
            </a:fld>
            <a:endParaRPr lang="en-US"/>
          </a:p>
        </p:txBody>
      </p:sp>
    </p:spTree>
    <p:extLst>
      <p:ext uri="{BB962C8B-B14F-4D97-AF65-F5344CB8AC3E}">
        <p14:creationId xmlns:p14="http://schemas.microsoft.com/office/powerpoint/2010/main" val="28842968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8AB52E-ACE3-C9F2-28D7-C490BEF45C55}"/>
              </a:ext>
            </a:extLst>
          </p:cNvPr>
          <p:cNvSpPr>
            <a:spLocks noGrp="1"/>
          </p:cNvSpPr>
          <p:nvPr>
            <p:ph type="title"/>
          </p:nvPr>
        </p:nvSpPr>
        <p:spPr>
          <a:xfrm>
            <a:off x="841248" y="334644"/>
            <a:ext cx="10509504" cy="1076914"/>
          </a:xfrm>
        </p:spPr>
        <p:txBody>
          <a:bodyPr vert="horz" lIns="91440" tIns="45720" rIns="91440" bIns="45720" rtlCol="0" anchor="ctr">
            <a:normAutofit/>
          </a:bodyPr>
          <a:lstStyle/>
          <a:p>
            <a:r>
              <a:rPr lang="en-US" sz="4000" kern="1200" dirty="0">
                <a:solidFill>
                  <a:schemeClr val="tx1"/>
                </a:solidFill>
                <a:latin typeface="+mj-lt"/>
                <a:ea typeface="+mj-ea"/>
                <a:cs typeface="+mj-cs"/>
              </a:rPr>
              <a:t>Set up a </a:t>
            </a:r>
            <a:r>
              <a:rPr lang="en-US" sz="4000" dirty="0"/>
              <a:t>F</a:t>
            </a:r>
            <a:r>
              <a:rPr lang="en-US" sz="4000" kern="1200" dirty="0">
                <a:solidFill>
                  <a:schemeClr val="tx1"/>
                </a:solidFill>
                <a:latin typeface="+mj-lt"/>
                <a:ea typeface="+mj-ea"/>
                <a:cs typeface="+mj-cs"/>
              </a:rPr>
              <a:t>ake Repository</a:t>
            </a:r>
          </a:p>
        </p:txBody>
      </p:sp>
      <p:sp>
        <p:nvSpPr>
          <p:cNvPr id="13" name="Rectangle 12">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A44C1C10-86DC-F3A1-9E5F-704FD85C1369}"/>
              </a:ext>
            </a:extLst>
          </p:cNvPr>
          <p:cNvGrpSpPr/>
          <p:nvPr/>
        </p:nvGrpSpPr>
        <p:grpSpPr>
          <a:xfrm>
            <a:off x="6791672" y="334644"/>
            <a:ext cx="4203700" cy="2501900"/>
            <a:chOff x="841248" y="2359412"/>
            <a:chExt cx="4203700" cy="2501900"/>
          </a:xfrm>
        </p:grpSpPr>
        <p:pic>
          <p:nvPicPr>
            <p:cNvPr id="3" name="Picture 2">
              <a:extLst>
                <a:ext uri="{FF2B5EF4-FFF2-40B4-BE49-F238E27FC236}">
                  <a16:creationId xmlns:a16="http://schemas.microsoft.com/office/drawing/2014/main" id="{C0AB1B9E-2B6B-AC5A-AEA1-0B1CE935492B}"/>
                </a:ext>
              </a:extLst>
            </p:cNvPr>
            <p:cNvPicPr>
              <a:picLocks noChangeAspect="1"/>
            </p:cNvPicPr>
            <p:nvPr/>
          </p:nvPicPr>
          <p:blipFill>
            <a:blip r:embed="rId2"/>
            <a:stretch>
              <a:fillRect/>
            </a:stretch>
          </p:blipFill>
          <p:spPr>
            <a:xfrm>
              <a:off x="841248" y="2359412"/>
              <a:ext cx="4203700" cy="2501900"/>
            </a:xfrm>
            <a:prstGeom prst="rect">
              <a:avLst/>
            </a:prstGeom>
          </p:spPr>
        </p:pic>
        <p:sp>
          <p:nvSpPr>
            <p:cNvPr id="7" name="Rounded Rectangle 6">
              <a:extLst>
                <a:ext uri="{FF2B5EF4-FFF2-40B4-BE49-F238E27FC236}">
                  <a16:creationId xmlns:a16="http://schemas.microsoft.com/office/drawing/2014/main" id="{EBEDF148-C81F-FC79-27C4-570B0E01CF04}"/>
                </a:ext>
              </a:extLst>
            </p:cNvPr>
            <p:cNvSpPr/>
            <p:nvPr/>
          </p:nvSpPr>
          <p:spPr>
            <a:xfrm>
              <a:off x="1413666" y="3878463"/>
              <a:ext cx="3631281" cy="982849"/>
            </a:xfrm>
            <a:prstGeom prst="round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F81E41AB-B75D-11BA-1131-FF59161771D6}"/>
              </a:ext>
            </a:extLst>
          </p:cNvPr>
          <p:cNvSpPr txBox="1"/>
          <p:nvPr/>
        </p:nvSpPr>
        <p:spPr>
          <a:xfrm>
            <a:off x="841247" y="1746202"/>
            <a:ext cx="10154123" cy="4199611"/>
          </a:xfrm>
          <a:prstGeom prst="rect">
            <a:avLst/>
          </a:prstGeom>
          <a:noFill/>
        </p:spPr>
        <p:txBody>
          <a:bodyPr wrap="square">
            <a:spAutoFit/>
          </a:bodyPr>
          <a:lstStyle/>
          <a:p>
            <a:pPr>
              <a:lnSpc>
                <a:spcPct val="150000"/>
              </a:lnSpc>
              <a:buNone/>
            </a:pPr>
            <a:r>
              <a:rPr lang="en-US" sz="2000" dirty="0">
                <a:solidFill>
                  <a:srgbClr val="0033B3"/>
                </a:solidFill>
                <a:effectLst/>
                <a:latin typeface="JetBrains Mono"/>
              </a:rPr>
              <a:t>class   </a:t>
            </a:r>
            <a:r>
              <a:rPr lang="en-US" sz="2000" dirty="0" err="1">
                <a:solidFill>
                  <a:srgbClr val="000000"/>
                </a:solidFill>
                <a:effectLst/>
                <a:latin typeface="JetBrains Mono"/>
              </a:rPr>
              <a:t>FakeRepository</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00000"/>
                </a:solidFill>
                <a:effectLst/>
                <a:latin typeface="JetBrains Mono"/>
              </a:rPr>
              <a:t>alphabets</a:t>
            </a:r>
            <a:r>
              <a:rPr lang="en-US" sz="2000" dirty="0">
                <a:solidFill>
                  <a:srgbClr val="080808"/>
                </a:solidFill>
                <a:effectLst/>
                <a:latin typeface="JetBrains Mono"/>
              </a:rPr>
              <a:t>: </a:t>
            </a:r>
            <a:r>
              <a:rPr lang="en-US" sz="2000" dirty="0">
                <a:solidFill>
                  <a:srgbClr val="000000"/>
                </a:solidFill>
                <a:effectLst/>
                <a:latin typeface="JetBrains Mono"/>
              </a:rPr>
              <a:t>List</a:t>
            </a:r>
            <a:r>
              <a:rPr lang="en-US" sz="2000" dirty="0">
                <a:solidFill>
                  <a:srgbClr val="080808"/>
                </a:solidFill>
                <a:effectLst/>
                <a:latin typeface="JetBrains Mono"/>
              </a:rPr>
              <a:t>&lt;</a:t>
            </a:r>
            <a:r>
              <a:rPr lang="en-US" sz="2000" dirty="0">
                <a:solidFill>
                  <a:srgbClr val="000000"/>
                </a:solidFill>
                <a:effectLst/>
                <a:latin typeface="JetBrains Mono"/>
              </a:rPr>
              <a:t>Pair</a:t>
            </a:r>
            <a:r>
              <a:rPr lang="en-US" sz="2000" dirty="0">
                <a:solidFill>
                  <a:srgbClr val="080808"/>
                </a:solidFill>
                <a:effectLst/>
                <a:latin typeface="JetBrains Mono"/>
              </a:rPr>
              <a:t>&lt;</a:t>
            </a:r>
            <a:r>
              <a:rPr lang="en-US" sz="2000" dirty="0">
                <a:solidFill>
                  <a:srgbClr val="000000"/>
                </a:solidFill>
                <a:effectLst/>
                <a:latin typeface="JetBrains Mono"/>
              </a:rPr>
              <a:t>Char</a:t>
            </a:r>
            <a:r>
              <a:rPr lang="en-US" sz="2000" dirty="0">
                <a:solidFill>
                  <a:srgbClr val="080808"/>
                </a:solidFill>
                <a:effectLst/>
                <a:latin typeface="JetBrains Mono"/>
              </a:rPr>
              <a:t>, </a:t>
            </a:r>
            <a:r>
              <a:rPr lang="en-US" sz="2000" dirty="0">
                <a:solidFill>
                  <a:srgbClr val="000000"/>
                </a:solidFill>
                <a:effectLst/>
                <a:latin typeface="JetBrains Mono"/>
              </a:rPr>
              <a:t>String</a:t>
            </a:r>
            <a:r>
              <a:rPr lang="en-US" sz="2000" dirty="0">
                <a:solidFill>
                  <a:srgbClr val="080808"/>
                </a:solidFill>
                <a:effectLst/>
                <a:latin typeface="JetBrains Mono"/>
              </a:rPr>
              <a:t>&gt;&gt; = </a:t>
            </a:r>
            <a:r>
              <a:rPr lang="en-US" sz="2000" i="1" dirty="0" err="1">
                <a:solidFill>
                  <a:srgbClr val="00627A"/>
                </a:solidFill>
                <a:effectLst/>
                <a:latin typeface="JetBrains Mono"/>
              </a:rPr>
              <a:t>listOf</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67D17"/>
                </a:solidFill>
                <a:effectLst/>
                <a:latin typeface="JetBrains Mono"/>
              </a:rPr>
              <a:t>'A' </a:t>
            </a:r>
            <a:r>
              <a:rPr lang="en-US" sz="2000" i="1" dirty="0">
                <a:solidFill>
                  <a:srgbClr val="00627A"/>
                </a:solidFill>
                <a:effectLst/>
                <a:latin typeface="JetBrains Mono"/>
              </a:rPr>
              <a:t>to </a:t>
            </a:r>
            <a:r>
              <a:rPr lang="en-US" sz="2000" dirty="0">
                <a:solidFill>
                  <a:srgbClr val="067D17"/>
                </a:solidFill>
                <a:effectLst/>
                <a:latin typeface="JetBrains Mono"/>
              </a:rPr>
              <a:t>"Alpha"</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67D17"/>
                </a:solidFill>
                <a:effectLst/>
                <a:latin typeface="JetBrains Mono"/>
              </a:rPr>
              <a:t>'B' </a:t>
            </a:r>
            <a:r>
              <a:rPr lang="en-US" sz="2000" i="1" dirty="0">
                <a:solidFill>
                  <a:srgbClr val="00627A"/>
                </a:solidFill>
                <a:effectLst/>
                <a:latin typeface="JetBrains Mono"/>
              </a:rPr>
              <a:t>to </a:t>
            </a:r>
            <a:r>
              <a:rPr lang="en-US" sz="2000" dirty="0">
                <a:solidFill>
                  <a:srgbClr val="067D17"/>
                </a:solidFill>
                <a:effectLst/>
                <a:latin typeface="JetBrains Mono"/>
              </a:rPr>
              <a:t>"Bravo"</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67D17"/>
                </a:solidFill>
                <a:effectLst/>
                <a:latin typeface="JetBrains Mono"/>
              </a:rPr>
              <a:t>'C' </a:t>
            </a:r>
            <a:r>
              <a:rPr lang="en-US" sz="2000" i="1" dirty="0">
                <a:solidFill>
                  <a:srgbClr val="00627A"/>
                </a:solidFill>
                <a:effectLst/>
                <a:latin typeface="JetBrains Mono"/>
              </a:rPr>
              <a:t>to </a:t>
            </a:r>
            <a:r>
              <a:rPr lang="en-US" sz="2000" dirty="0">
                <a:solidFill>
                  <a:srgbClr val="067D17"/>
                </a:solidFill>
                <a:effectLst/>
                <a:latin typeface="JetBrains Mono"/>
              </a:rPr>
              <a:t>"Charlie"</a:t>
            </a:r>
            <a:br>
              <a:rPr lang="en-US" sz="2000" dirty="0">
                <a:solidFill>
                  <a:srgbClr val="067D17"/>
                </a:solidFill>
                <a:effectLst/>
                <a:latin typeface="JetBrains Mono"/>
              </a:rPr>
            </a:br>
            <a:r>
              <a:rPr lang="en-US" sz="2000" dirty="0">
                <a:solidFill>
                  <a:srgbClr val="067D17"/>
                </a:solidFill>
                <a:effectLst/>
                <a:latin typeface="JetBrains Mono"/>
              </a:rPr>
              <a:t>    </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err="1">
                <a:solidFill>
                  <a:srgbClr val="000000"/>
                </a:solidFill>
                <a:effectLst/>
                <a:latin typeface="JetBrains Mono"/>
              </a:rPr>
              <a:t>AlphabetRepository</a:t>
            </a:r>
            <a:r>
              <a:rPr lang="en-US" sz="2000" dirty="0">
                <a:solidFill>
                  <a:srgbClr val="000000"/>
                </a:solidFill>
                <a:effectLst/>
                <a:latin typeface="JetBrains Mono"/>
              </a:rPr>
              <a:t> </a:t>
            </a:r>
            <a:r>
              <a:rPr lang="en-US" sz="2000" dirty="0">
                <a:solidFill>
                  <a:srgbClr val="0033B3"/>
                </a:solidFill>
                <a:effectLst/>
                <a:latin typeface="JetBrains Mono"/>
              </a:rPr>
              <a:t>by </a:t>
            </a:r>
            <a:r>
              <a:rPr lang="en-US" sz="2000" dirty="0" err="1">
                <a:solidFill>
                  <a:srgbClr val="080808"/>
                </a:solidFill>
                <a:effectLst/>
                <a:latin typeface="JetBrains Mono"/>
              </a:rPr>
              <a:t>AlphabetRepositoryImpl</a:t>
            </a:r>
            <a:r>
              <a:rPr lang="en-US" sz="2000" dirty="0">
                <a:solidFill>
                  <a:srgbClr val="080808"/>
                </a:solidFill>
                <a:effectLst/>
                <a:latin typeface="JetBrains Mono"/>
              </a:rPr>
              <a:t>(</a:t>
            </a:r>
            <a:r>
              <a:rPr lang="en-US" sz="2000" dirty="0">
                <a:solidFill>
                  <a:srgbClr val="000000"/>
                </a:solidFill>
                <a:effectLst/>
                <a:latin typeface="JetBrains Mono"/>
              </a:rPr>
              <a:t>alphabets</a:t>
            </a:r>
            <a:r>
              <a:rPr lang="en-US" sz="2000" dirty="0">
                <a:solidFill>
                  <a:srgbClr val="080808"/>
                </a:solidFill>
                <a:effectLst/>
                <a:latin typeface="JetBrains Mono"/>
              </a:rPr>
              <a:t>)</a:t>
            </a:r>
            <a:br>
              <a:rPr lang="en-US" sz="2000" dirty="0">
                <a:solidFill>
                  <a:srgbClr val="080808"/>
                </a:solidFill>
                <a:effectLst/>
                <a:latin typeface="JetBrains Mono"/>
              </a:rPr>
            </a:br>
            <a:r>
              <a:rPr lang="en-US" sz="2000" i="1" dirty="0">
                <a:solidFill>
                  <a:srgbClr val="8C8C8C"/>
                </a:solidFill>
                <a:effectLst/>
                <a:latin typeface="JetBrains Mono"/>
              </a:rPr>
              <a:t>// The class delegates all functionality to </a:t>
            </a:r>
            <a:r>
              <a:rPr lang="en-US" sz="2000" i="1" dirty="0" err="1">
                <a:solidFill>
                  <a:srgbClr val="8C8C8C"/>
                </a:solidFill>
                <a:effectLst/>
                <a:latin typeface="JetBrains Mono"/>
              </a:rPr>
              <a:t>AlphabetRepositoryImpl</a:t>
            </a:r>
            <a:br>
              <a:rPr lang="en-US" sz="2000" i="1" dirty="0">
                <a:solidFill>
                  <a:srgbClr val="8C8C8C"/>
                </a:solidFill>
                <a:effectLst/>
                <a:latin typeface="JetBrains Mono"/>
              </a:rPr>
            </a:br>
            <a:r>
              <a:rPr lang="en-US" sz="2000" i="1" dirty="0">
                <a:solidFill>
                  <a:srgbClr val="8C8C8C"/>
                </a:solidFill>
                <a:effectLst/>
                <a:latin typeface="JetBrains Mono"/>
              </a:rPr>
              <a:t>// using Kotlin’s delegation feature (the </a:t>
            </a:r>
            <a:r>
              <a:rPr lang="en-US" sz="2000" b="1" i="1" dirty="0">
                <a:solidFill>
                  <a:srgbClr val="8C8C8C"/>
                </a:solidFill>
                <a:effectLst/>
                <a:highlight>
                  <a:srgbClr val="FFFF00"/>
                </a:highlight>
                <a:latin typeface="JetBrains Mono"/>
              </a:rPr>
              <a:t>by</a:t>
            </a:r>
            <a:r>
              <a:rPr lang="en-US" sz="2000" i="1" dirty="0">
                <a:solidFill>
                  <a:srgbClr val="8C8C8C"/>
                </a:solidFill>
                <a:effectLst/>
                <a:latin typeface="JetBrains Mono"/>
              </a:rPr>
              <a:t> keyword).</a:t>
            </a:r>
            <a:endParaRPr lang="en-US" sz="2000" dirty="0">
              <a:solidFill>
                <a:srgbClr val="080808"/>
              </a:solidFill>
              <a:effectLst/>
              <a:latin typeface="JetBrains Mono"/>
            </a:endParaRPr>
          </a:p>
        </p:txBody>
      </p:sp>
      <p:sp>
        <p:nvSpPr>
          <p:cNvPr id="4" name="Slide Number Placeholder 3">
            <a:extLst>
              <a:ext uri="{FF2B5EF4-FFF2-40B4-BE49-F238E27FC236}">
                <a16:creationId xmlns:a16="http://schemas.microsoft.com/office/drawing/2014/main" id="{26B94F9E-FA5F-C9DD-2647-1D468850A76E}"/>
              </a:ext>
            </a:extLst>
          </p:cNvPr>
          <p:cNvSpPr>
            <a:spLocks noGrp="1"/>
          </p:cNvSpPr>
          <p:nvPr>
            <p:ph type="sldNum" sz="quarter" idx="12"/>
          </p:nvPr>
        </p:nvSpPr>
        <p:spPr/>
        <p:txBody>
          <a:bodyPr/>
          <a:lstStyle/>
          <a:p>
            <a:fld id="{330EA680-D336-4FF7-8B7A-9848BB0A1C32}" type="slidenum">
              <a:rPr lang="en-US" smtClean="0"/>
              <a:t>49</a:t>
            </a:fld>
            <a:endParaRPr lang="en-US"/>
          </a:p>
        </p:txBody>
      </p:sp>
    </p:spTree>
    <p:extLst>
      <p:ext uri="{BB962C8B-B14F-4D97-AF65-F5344CB8AC3E}">
        <p14:creationId xmlns:p14="http://schemas.microsoft.com/office/powerpoint/2010/main" val="18479027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8AB52E-ACE3-C9F2-28D7-C490BEF45C55}"/>
              </a:ext>
            </a:extLst>
          </p:cNvPr>
          <p:cNvSpPr>
            <a:spLocks noGrp="1"/>
          </p:cNvSpPr>
          <p:nvPr>
            <p:ph type="title"/>
          </p:nvPr>
        </p:nvSpPr>
        <p:spPr>
          <a:xfrm>
            <a:off x="841248" y="334644"/>
            <a:ext cx="10509504" cy="1076914"/>
          </a:xfrm>
        </p:spPr>
        <p:txBody>
          <a:bodyPr vert="horz" lIns="91440" tIns="45720" rIns="91440" bIns="45720" rtlCol="0" anchor="ctr">
            <a:normAutofit/>
          </a:bodyPr>
          <a:lstStyle/>
          <a:p>
            <a:r>
              <a:rPr lang="en-US" sz="4000" kern="1200">
                <a:solidFill>
                  <a:schemeClr val="tx1"/>
                </a:solidFill>
                <a:latin typeface="+mj-lt"/>
                <a:ea typeface="+mj-ea"/>
                <a:cs typeface="+mj-cs"/>
              </a:rPr>
              <a:t>Create a Test class, </a:t>
            </a:r>
            <a:r>
              <a:rPr lang="en-US" sz="4000" b="1" kern="1200">
                <a:solidFill>
                  <a:schemeClr val="tx1"/>
                </a:solidFill>
                <a:latin typeface="+mj-lt"/>
                <a:ea typeface="+mj-ea"/>
                <a:cs typeface="+mj-cs"/>
              </a:rPr>
              <a:t>AlphabetViewModelTest</a:t>
            </a:r>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0C10FBD7-352E-84F5-235B-8D41F96C5223}"/>
              </a:ext>
            </a:extLst>
          </p:cNvPr>
          <p:cNvPicPr>
            <a:picLocks noChangeAspect="1"/>
          </p:cNvPicPr>
          <p:nvPr/>
        </p:nvPicPr>
        <p:blipFill>
          <a:blip r:embed="rId2"/>
          <a:stretch>
            <a:fillRect/>
          </a:stretch>
        </p:blipFill>
        <p:spPr>
          <a:xfrm>
            <a:off x="841248" y="1905379"/>
            <a:ext cx="3987800" cy="2692400"/>
          </a:xfrm>
          <a:prstGeom prst="rect">
            <a:avLst/>
          </a:prstGeom>
        </p:spPr>
      </p:pic>
      <p:sp>
        <p:nvSpPr>
          <p:cNvPr id="6" name="TextBox 5">
            <a:extLst>
              <a:ext uri="{FF2B5EF4-FFF2-40B4-BE49-F238E27FC236}">
                <a16:creationId xmlns:a16="http://schemas.microsoft.com/office/drawing/2014/main" id="{B14FF88A-4D47-4F6C-B143-B3B0F5C4C3D5}"/>
              </a:ext>
            </a:extLst>
          </p:cNvPr>
          <p:cNvSpPr txBox="1"/>
          <p:nvPr/>
        </p:nvSpPr>
        <p:spPr>
          <a:xfrm>
            <a:off x="5015756" y="1746202"/>
            <a:ext cx="6331948" cy="4199611"/>
          </a:xfrm>
          <a:prstGeom prst="rect">
            <a:avLst/>
          </a:prstGeom>
          <a:noFill/>
        </p:spPr>
        <p:txBody>
          <a:bodyPr wrap="square">
            <a:spAutoFit/>
          </a:bodyPr>
          <a:lstStyle/>
          <a:p>
            <a:pPr>
              <a:lnSpc>
                <a:spcPct val="150000"/>
              </a:lnSpc>
              <a:buNone/>
            </a:pPr>
            <a:r>
              <a:rPr lang="en-US" sz="2000" dirty="0">
                <a:solidFill>
                  <a:srgbClr val="0033B3"/>
                </a:solidFill>
                <a:effectLst/>
                <a:latin typeface="JetBrains Mono"/>
              </a:rPr>
              <a:t>class </a:t>
            </a:r>
            <a:r>
              <a:rPr lang="en-US" sz="2000" dirty="0" err="1">
                <a:solidFill>
                  <a:srgbClr val="000000"/>
                </a:solidFill>
                <a:effectLst/>
                <a:latin typeface="JetBrains Mono"/>
              </a:rPr>
              <a:t>AlphabetViewModelTest</a:t>
            </a:r>
            <a:r>
              <a:rPr lang="en-US" sz="2000" dirty="0">
                <a:solidFill>
                  <a:srgbClr val="000000"/>
                </a:solidFill>
                <a:effectLst/>
                <a:latin typeface="JetBrains Mono"/>
              </a:rPr>
              <a:t> </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033B3"/>
                </a:solidFill>
                <a:effectLst/>
                <a:latin typeface="JetBrains Mono"/>
              </a:rPr>
              <a:t>private </a:t>
            </a:r>
            <a:r>
              <a:rPr lang="en-US" sz="2000" dirty="0" err="1">
                <a:solidFill>
                  <a:srgbClr val="0033B3"/>
                </a:solidFill>
                <a:effectLst/>
                <a:latin typeface="JetBrains Mono"/>
              </a:rPr>
              <a:t>lateinit</a:t>
            </a:r>
            <a:r>
              <a:rPr lang="en-US" sz="2000" dirty="0">
                <a:solidFill>
                  <a:srgbClr val="0033B3"/>
                </a:solidFill>
                <a:effectLst/>
                <a:latin typeface="JetBrains Mono"/>
              </a:rPr>
              <a:t> var </a:t>
            </a:r>
            <a:r>
              <a:rPr lang="en-US" sz="2000" dirty="0" err="1">
                <a:solidFill>
                  <a:srgbClr val="871094"/>
                </a:solidFill>
                <a:effectLst/>
                <a:latin typeface="JetBrains Mono"/>
              </a:rPr>
              <a:t>viewModel</a:t>
            </a:r>
            <a:r>
              <a:rPr lang="en-US" sz="2000" dirty="0">
                <a:solidFill>
                  <a:srgbClr val="080808"/>
                </a:solidFill>
                <a:effectLst/>
                <a:latin typeface="JetBrains Mono"/>
              </a:rPr>
              <a:t>: </a:t>
            </a:r>
            <a:r>
              <a:rPr lang="en-US" sz="2000" dirty="0" err="1">
                <a:solidFill>
                  <a:srgbClr val="000000"/>
                </a:solidFill>
                <a:effectLst/>
                <a:latin typeface="JetBrains Mono"/>
              </a:rPr>
              <a:t>AlphabetViewModel</a:t>
            </a:r>
            <a:br>
              <a:rPr lang="en-US" sz="2000" dirty="0">
                <a:solidFill>
                  <a:srgbClr val="000000"/>
                </a:solidFill>
                <a:effectLst/>
                <a:latin typeface="JetBrains Mono"/>
              </a:rPr>
            </a:br>
            <a:r>
              <a:rPr lang="en-US" sz="2000" dirty="0">
                <a:solidFill>
                  <a:srgbClr val="000000"/>
                </a:solidFill>
                <a:effectLst/>
                <a:latin typeface="JetBrains Mono"/>
              </a:rPr>
              <a:t>    </a:t>
            </a:r>
          </a:p>
          <a:p>
            <a:pPr>
              <a:lnSpc>
                <a:spcPct val="150000"/>
              </a:lnSpc>
              <a:buNone/>
            </a:pPr>
            <a:r>
              <a:rPr lang="en-US" sz="2000" dirty="0">
                <a:solidFill>
                  <a:srgbClr val="000000"/>
                </a:solidFill>
                <a:latin typeface="JetBrains Mono"/>
              </a:rPr>
              <a:t>    </a:t>
            </a:r>
            <a:r>
              <a:rPr lang="en-US" sz="2000" dirty="0">
                <a:solidFill>
                  <a:srgbClr val="9E880D"/>
                </a:solidFill>
                <a:effectLst/>
                <a:latin typeface="JetBrains Mono"/>
              </a:rPr>
              <a:t>@Before</a:t>
            </a:r>
            <a:br>
              <a:rPr lang="en-US" sz="2000" dirty="0">
                <a:solidFill>
                  <a:srgbClr val="9E880D"/>
                </a:solidFill>
                <a:effectLst/>
                <a:latin typeface="JetBrains Mono"/>
              </a:rPr>
            </a:br>
            <a:r>
              <a:rPr lang="en-US" sz="2000" dirty="0">
                <a:solidFill>
                  <a:srgbClr val="9E880D"/>
                </a:solidFill>
                <a:effectLst/>
                <a:latin typeface="JetBrains Mono"/>
              </a:rPr>
              <a:t>    </a:t>
            </a:r>
            <a:r>
              <a:rPr lang="en-US" sz="2000" dirty="0">
                <a:solidFill>
                  <a:srgbClr val="0033B3"/>
                </a:solidFill>
                <a:effectLst/>
                <a:latin typeface="JetBrains Mono"/>
              </a:rPr>
              <a:t>fun </a:t>
            </a:r>
            <a:r>
              <a:rPr lang="en-US" sz="2000" dirty="0">
                <a:solidFill>
                  <a:srgbClr val="00627A"/>
                </a:solidFill>
                <a:effectLst/>
                <a:latin typeface="JetBrains Mono"/>
              </a:rPr>
              <a:t>setup</a:t>
            </a:r>
            <a:r>
              <a:rPr lang="en-US" sz="2000" dirty="0">
                <a:solidFill>
                  <a:srgbClr val="080808"/>
                </a:solidFill>
                <a:effectLst/>
                <a:latin typeface="JetBrains Mono"/>
              </a:rPr>
              <a:t>() {</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err="1">
                <a:solidFill>
                  <a:srgbClr val="871094"/>
                </a:solidFill>
                <a:effectLst/>
                <a:latin typeface="JetBrains Mono"/>
              </a:rPr>
              <a:t>viewModel</a:t>
            </a:r>
            <a:r>
              <a:rPr lang="en-US" sz="2000" dirty="0">
                <a:solidFill>
                  <a:srgbClr val="871094"/>
                </a:solidFill>
                <a:effectLst/>
                <a:latin typeface="JetBrains Mono"/>
              </a:rPr>
              <a:t> </a:t>
            </a:r>
            <a:r>
              <a:rPr lang="en-US" sz="2000" dirty="0">
                <a:solidFill>
                  <a:srgbClr val="080808"/>
                </a:solidFill>
                <a:effectLst/>
                <a:latin typeface="JetBrains Mono"/>
              </a:rPr>
              <a:t>= </a:t>
            </a:r>
            <a:r>
              <a:rPr lang="en-US" sz="2000" dirty="0" err="1">
                <a:solidFill>
                  <a:srgbClr val="080808"/>
                </a:solidFill>
                <a:effectLst/>
                <a:latin typeface="JetBrains Mono"/>
              </a:rPr>
              <a:t>AlphabetViewModel</a:t>
            </a:r>
            <a:r>
              <a:rPr lang="en-US" sz="2000" dirty="0">
                <a:solidFill>
                  <a:srgbClr val="080808"/>
                </a:solidFill>
                <a:effectLst/>
                <a:latin typeface="JetBrains Mono"/>
              </a:rPr>
              <a:t>(</a:t>
            </a:r>
            <a:r>
              <a:rPr lang="en-US" sz="2000" dirty="0" err="1">
                <a:solidFill>
                  <a:srgbClr val="080808"/>
                </a:solidFill>
                <a:effectLst/>
                <a:latin typeface="JetBrains Mono"/>
              </a:rPr>
              <a:t>FakeRepository</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br>
              <a:rPr lang="en-US" sz="2000" dirty="0">
                <a:solidFill>
                  <a:srgbClr val="080808"/>
                </a:solidFill>
                <a:effectLst/>
                <a:latin typeface="JetBrains Mono"/>
              </a:rPr>
            </a:br>
            <a:r>
              <a:rPr lang="en-US" sz="2000" dirty="0">
                <a:solidFill>
                  <a:schemeClr val="bg1">
                    <a:lumMod val="75000"/>
                  </a:schemeClr>
                </a:solidFill>
                <a:effectLst/>
                <a:latin typeface="JetBrains Mono"/>
              </a:rPr>
              <a:t>    //…</a:t>
            </a:r>
            <a:br>
              <a:rPr lang="en-US" sz="2000" dirty="0">
                <a:solidFill>
                  <a:srgbClr val="080808"/>
                </a:solidFill>
                <a:effectLst/>
                <a:latin typeface="JetBrains Mono"/>
              </a:rPr>
            </a:br>
            <a:r>
              <a:rPr lang="en-US" sz="2000" dirty="0">
                <a:solidFill>
                  <a:srgbClr val="080808"/>
                </a:solidFill>
                <a:effectLst/>
                <a:latin typeface="JetBrains Mono"/>
              </a:rPr>
              <a:t>}</a:t>
            </a:r>
          </a:p>
        </p:txBody>
      </p:sp>
      <p:sp>
        <p:nvSpPr>
          <p:cNvPr id="7" name="Rounded Rectangle 6">
            <a:extLst>
              <a:ext uri="{FF2B5EF4-FFF2-40B4-BE49-F238E27FC236}">
                <a16:creationId xmlns:a16="http://schemas.microsoft.com/office/drawing/2014/main" id="{EBEDF148-C81F-FC79-27C4-570B0E01CF04}"/>
              </a:ext>
            </a:extLst>
          </p:cNvPr>
          <p:cNvSpPr/>
          <p:nvPr/>
        </p:nvSpPr>
        <p:spPr>
          <a:xfrm>
            <a:off x="1507868" y="3680071"/>
            <a:ext cx="3321179" cy="632622"/>
          </a:xfrm>
          <a:prstGeom prst="round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DC150722-86BC-4A45-16F6-617ABF2C73DD}"/>
              </a:ext>
            </a:extLst>
          </p:cNvPr>
          <p:cNvSpPr>
            <a:spLocks noGrp="1"/>
          </p:cNvSpPr>
          <p:nvPr>
            <p:ph type="sldNum" sz="quarter" idx="12"/>
          </p:nvPr>
        </p:nvSpPr>
        <p:spPr/>
        <p:txBody>
          <a:bodyPr/>
          <a:lstStyle/>
          <a:p>
            <a:fld id="{330EA680-D336-4FF7-8B7A-9848BB0A1C32}" type="slidenum">
              <a:rPr lang="en-US" smtClean="0"/>
              <a:t>50</a:t>
            </a:fld>
            <a:endParaRPr lang="en-US"/>
          </a:p>
        </p:txBody>
      </p:sp>
    </p:spTree>
    <p:extLst>
      <p:ext uri="{BB962C8B-B14F-4D97-AF65-F5344CB8AC3E}">
        <p14:creationId xmlns:p14="http://schemas.microsoft.com/office/powerpoint/2010/main" val="30238937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Freeform: Shape 22">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Freeform: Shape 24">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38AB52E-ACE3-C9F2-28D7-C490BEF45C55}"/>
              </a:ext>
            </a:extLst>
          </p:cNvPr>
          <p:cNvSpPr>
            <a:spLocks noGrp="1"/>
          </p:cNvSpPr>
          <p:nvPr>
            <p:ph type="title"/>
          </p:nvPr>
        </p:nvSpPr>
        <p:spPr>
          <a:xfrm>
            <a:off x="838200" y="253397"/>
            <a:ext cx="10515600" cy="1273233"/>
          </a:xfrm>
        </p:spPr>
        <p:txBody>
          <a:bodyPr vert="horz" lIns="91440" tIns="45720" rIns="91440" bIns="45720" rtlCol="0" anchor="ctr">
            <a:normAutofit/>
          </a:bodyPr>
          <a:lstStyle/>
          <a:p>
            <a:r>
              <a:rPr lang="en-US" sz="4000" kern="1200">
                <a:solidFill>
                  <a:schemeClr val="tx1"/>
                </a:solidFill>
                <a:latin typeface="+mj-lt"/>
                <a:ea typeface="+mj-ea"/>
                <a:cs typeface="+mj-cs"/>
              </a:rPr>
              <a:t>Write a test to check initial state</a:t>
            </a:r>
          </a:p>
        </p:txBody>
      </p:sp>
      <p:sp>
        <p:nvSpPr>
          <p:cNvPr id="22" name="Rectangle 21">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TextBox 4">
            <a:extLst>
              <a:ext uri="{FF2B5EF4-FFF2-40B4-BE49-F238E27FC236}">
                <a16:creationId xmlns:a16="http://schemas.microsoft.com/office/drawing/2014/main" id="{945A40EA-9BAD-7A96-16FE-81630FB0F41C}"/>
              </a:ext>
            </a:extLst>
          </p:cNvPr>
          <p:cNvSpPr txBox="1"/>
          <p:nvPr/>
        </p:nvSpPr>
        <p:spPr>
          <a:xfrm>
            <a:off x="838200" y="1899601"/>
            <a:ext cx="7050206" cy="2814617"/>
          </a:xfrm>
          <a:prstGeom prst="rect">
            <a:avLst/>
          </a:prstGeom>
          <a:noFill/>
        </p:spPr>
        <p:txBody>
          <a:bodyPr wrap="square">
            <a:spAutoFit/>
          </a:bodyPr>
          <a:lstStyle/>
          <a:p>
            <a:pPr>
              <a:lnSpc>
                <a:spcPct val="150000"/>
              </a:lnSpc>
              <a:buNone/>
            </a:pPr>
            <a:r>
              <a:rPr lang="en-US" sz="2000" dirty="0">
                <a:solidFill>
                  <a:srgbClr val="9E880D"/>
                </a:solidFill>
                <a:effectLst/>
                <a:latin typeface="JetBrains Mono"/>
              </a:rPr>
              <a:t>@Test</a:t>
            </a:r>
            <a:br>
              <a:rPr lang="en-US" sz="2000" dirty="0">
                <a:solidFill>
                  <a:srgbClr val="9E880D"/>
                </a:solidFill>
                <a:effectLst/>
                <a:latin typeface="JetBrains Mono"/>
              </a:rPr>
            </a:br>
            <a:r>
              <a:rPr lang="en-US" sz="2000" dirty="0">
                <a:solidFill>
                  <a:srgbClr val="0033B3"/>
                </a:solidFill>
                <a:effectLst/>
                <a:latin typeface="JetBrains Mono"/>
              </a:rPr>
              <a:t>fun </a:t>
            </a:r>
            <a:r>
              <a:rPr lang="en-US" sz="2000" dirty="0" err="1">
                <a:solidFill>
                  <a:srgbClr val="00627A"/>
                </a:solidFill>
                <a:effectLst/>
                <a:latin typeface="JetBrains Mono"/>
              </a:rPr>
              <a:t>testInitialUiState</a:t>
            </a:r>
            <a:r>
              <a:rPr lang="en-US" sz="2000" dirty="0">
                <a:solidFill>
                  <a:srgbClr val="080808"/>
                </a:solidFill>
                <a:effectLst/>
                <a:latin typeface="JetBrains Mono"/>
              </a:rPr>
              <a:t>() {</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err="1">
                <a:solidFill>
                  <a:srgbClr val="0033B3"/>
                </a:solidFill>
                <a:effectLst/>
                <a:latin typeface="JetBrains Mono"/>
              </a:rPr>
              <a:t>val</a:t>
            </a:r>
            <a:r>
              <a:rPr lang="en-US" sz="2000" dirty="0">
                <a:solidFill>
                  <a:srgbClr val="0033B3"/>
                </a:solidFill>
                <a:effectLst/>
                <a:latin typeface="JetBrains Mono"/>
              </a:rPr>
              <a:t> </a:t>
            </a:r>
            <a:r>
              <a:rPr lang="en-US" sz="2000" dirty="0" err="1">
                <a:solidFill>
                  <a:srgbClr val="000000"/>
                </a:solidFill>
                <a:effectLst/>
                <a:latin typeface="JetBrains Mono"/>
              </a:rPr>
              <a:t>uiState</a:t>
            </a:r>
            <a:r>
              <a:rPr lang="en-US" sz="2000" dirty="0">
                <a:solidFill>
                  <a:srgbClr val="000000"/>
                </a:solidFill>
                <a:effectLst/>
                <a:latin typeface="JetBrains Mono"/>
              </a:rPr>
              <a:t> </a:t>
            </a:r>
            <a:r>
              <a:rPr lang="en-US" sz="2000" dirty="0">
                <a:solidFill>
                  <a:srgbClr val="080808"/>
                </a:solidFill>
                <a:effectLst/>
                <a:latin typeface="JetBrains Mono"/>
              </a:rPr>
              <a:t>= </a:t>
            </a:r>
            <a:r>
              <a:rPr lang="en-US" sz="2000" dirty="0" err="1">
                <a:solidFill>
                  <a:srgbClr val="871094"/>
                </a:solidFill>
                <a:effectLst/>
                <a:latin typeface="JetBrains Mono"/>
              </a:rPr>
              <a:t>viewModel</a:t>
            </a:r>
            <a:r>
              <a:rPr lang="en-US" sz="2000" dirty="0" err="1">
                <a:solidFill>
                  <a:srgbClr val="080808"/>
                </a:solidFill>
                <a:effectLst/>
                <a:latin typeface="JetBrains Mono"/>
              </a:rPr>
              <a:t>.</a:t>
            </a:r>
            <a:r>
              <a:rPr lang="en-US" sz="2000" dirty="0" err="1">
                <a:solidFill>
                  <a:srgbClr val="871094"/>
                </a:solidFill>
                <a:effectLst/>
                <a:latin typeface="JetBrains Mono"/>
              </a:rPr>
              <a:t>alphabetUiState</a:t>
            </a:r>
            <a:r>
              <a:rPr lang="en-US" sz="2000" dirty="0" err="1">
                <a:solidFill>
                  <a:srgbClr val="080808"/>
                </a:solidFill>
                <a:effectLst/>
                <a:latin typeface="JetBrains Mono"/>
              </a:rPr>
              <a:t>.</a:t>
            </a:r>
            <a:r>
              <a:rPr lang="en-US" sz="2000" dirty="0" err="1">
                <a:solidFill>
                  <a:srgbClr val="871094"/>
                </a:solidFill>
                <a:effectLst/>
                <a:latin typeface="JetBrains Mono"/>
              </a:rPr>
              <a:t>value</a:t>
            </a:r>
            <a:br>
              <a:rPr lang="en-US" sz="2000" dirty="0">
                <a:solidFill>
                  <a:srgbClr val="871094"/>
                </a:solidFill>
                <a:effectLst/>
                <a:latin typeface="JetBrains Mono"/>
              </a:rPr>
            </a:br>
            <a:r>
              <a:rPr lang="en-US" sz="2000" dirty="0">
                <a:solidFill>
                  <a:srgbClr val="871094"/>
                </a:solidFill>
                <a:effectLst/>
                <a:latin typeface="JetBrains Mono"/>
              </a:rPr>
              <a:t>    </a:t>
            </a:r>
            <a:r>
              <a:rPr lang="en-US" sz="2000" i="1" dirty="0">
                <a:solidFill>
                  <a:srgbClr val="00627A"/>
                </a:solidFill>
                <a:effectLst/>
                <a:latin typeface="JetBrains Mono"/>
              </a:rPr>
              <a:t>assert</a:t>
            </a:r>
            <a:r>
              <a:rPr lang="en-US" sz="2000" dirty="0">
                <a:solidFill>
                  <a:srgbClr val="080808"/>
                </a:solidFill>
                <a:effectLst/>
                <a:latin typeface="JetBrains Mono"/>
              </a:rPr>
              <a:t>(</a:t>
            </a:r>
            <a:r>
              <a:rPr lang="en-US" sz="2000" dirty="0" err="1">
                <a:solidFill>
                  <a:srgbClr val="000000"/>
                </a:solidFill>
                <a:effectLst/>
                <a:latin typeface="JetBrains Mono"/>
              </a:rPr>
              <a:t>uiState</a:t>
            </a:r>
            <a:r>
              <a:rPr lang="en-US" sz="2000" dirty="0" err="1">
                <a:solidFill>
                  <a:srgbClr val="080808"/>
                </a:solidFill>
                <a:effectLst/>
                <a:latin typeface="JetBrains Mono"/>
              </a:rPr>
              <a:t>.</a:t>
            </a:r>
            <a:r>
              <a:rPr lang="en-US" sz="2000" dirty="0" err="1">
                <a:solidFill>
                  <a:srgbClr val="871094"/>
                </a:solidFill>
                <a:effectLst/>
                <a:latin typeface="JetBrains Mono"/>
              </a:rPr>
              <a:t>currentChar</a:t>
            </a:r>
            <a:r>
              <a:rPr lang="en-US" sz="2000" dirty="0">
                <a:solidFill>
                  <a:srgbClr val="871094"/>
                </a:solidFill>
                <a:effectLst/>
                <a:latin typeface="JetBrains Mono"/>
              </a:rPr>
              <a:t> </a:t>
            </a:r>
            <a:r>
              <a:rPr lang="en-US" sz="2000" dirty="0">
                <a:solidFill>
                  <a:srgbClr val="080808"/>
                </a:solidFill>
                <a:effectLst/>
                <a:latin typeface="JetBrains Mono"/>
              </a:rPr>
              <a:t>== </a:t>
            </a:r>
            <a:r>
              <a:rPr lang="en-US" sz="2000" dirty="0">
                <a:solidFill>
                  <a:srgbClr val="067D17"/>
                </a:solidFill>
                <a:effectLst/>
                <a:latin typeface="JetBrains Mono"/>
              </a:rPr>
              <a:t>'A'</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i="1" dirty="0">
                <a:solidFill>
                  <a:srgbClr val="00627A"/>
                </a:solidFill>
                <a:effectLst/>
                <a:latin typeface="JetBrains Mono"/>
              </a:rPr>
              <a:t>assert</a:t>
            </a:r>
            <a:r>
              <a:rPr lang="en-US" sz="2000" dirty="0">
                <a:solidFill>
                  <a:srgbClr val="080808"/>
                </a:solidFill>
                <a:effectLst/>
                <a:latin typeface="JetBrains Mono"/>
              </a:rPr>
              <a:t>(</a:t>
            </a:r>
            <a:r>
              <a:rPr lang="en-US" sz="2000" dirty="0" err="1">
                <a:solidFill>
                  <a:srgbClr val="000000"/>
                </a:solidFill>
                <a:effectLst/>
                <a:latin typeface="JetBrains Mono"/>
              </a:rPr>
              <a:t>uiState</a:t>
            </a:r>
            <a:r>
              <a:rPr lang="en-US" sz="2000" dirty="0" err="1">
                <a:solidFill>
                  <a:srgbClr val="080808"/>
                </a:solidFill>
                <a:effectLst/>
                <a:latin typeface="JetBrains Mono"/>
              </a:rPr>
              <a:t>.</a:t>
            </a:r>
            <a:r>
              <a:rPr lang="en-US" sz="2000" dirty="0" err="1">
                <a:solidFill>
                  <a:srgbClr val="871094"/>
                </a:solidFill>
                <a:effectLst/>
                <a:latin typeface="JetBrains Mono"/>
              </a:rPr>
              <a:t>currentWord</a:t>
            </a:r>
            <a:r>
              <a:rPr lang="en-US" sz="2000" dirty="0">
                <a:solidFill>
                  <a:srgbClr val="871094"/>
                </a:solidFill>
                <a:effectLst/>
                <a:latin typeface="JetBrains Mono"/>
              </a:rPr>
              <a:t> </a:t>
            </a:r>
            <a:r>
              <a:rPr lang="en-US" sz="2000" dirty="0">
                <a:solidFill>
                  <a:srgbClr val="080808"/>
                </a:solidFill>
                <a:effectLst/>
                <a:latin typeface="JetBrains Mono"/>
              </a:rPr>
              <a:t>== </a:t>
            </a:r>
            <a:r>
              <a:rPr lang="en-US" sz="2000" dirty="0">
                <a:solidFill>
                  <a:srgbClr val="067D17"/>
                </a:solidFill>
                <a:effectLst/>
                <a:latin typeface="JetBrains Mono"/>
              </a:rPr>
              <a:t>"Alpha"</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a:t>
            </a:r>
          </a:p>
        </p:txBody>
      </p:sp>
      <p:sp>
        <p:nvSpPr>
          <p:cNvPr id="3" name="Slide Number Placeholder 2">
            <a:extLst>
              <a:ext uri="{FF2B5EF4-FFF2-40B4-BE49-F238E27FC236}">
                <a16:creationId xmlns:a16="http://schemas.microsoft.com/office/drawing/2014/main" id="{AA9E6539-8343-883A-F058-C3C1D04A4C7A}"/>
              </a:ext>
            </a:extLst>
          </p:cNvPr>
          <p:cNvSpPr>
            <a:spLocks noGrp="1"/>
          </p:cNvSpPr>
          <p:nvPr>
            <p:ph type="sldNum" sz="quarter" idx="12"/>
          </p:nvPr>
        </p:nvSpPr>
        <p:spPr/>
        <p:txBody>
          <a:bodyPr/>
          <a:lstStyle/>
          <a:p>
            <a:fld id="{330EA680-D336-4FF7-8B7A-9848BB0A1C32}" type="slidenum">
              <a:rPr lang="en-US" smtClean="0"/>
              <a:t>51</a:t>
            </a:fld>
            <a:endParaRPr lang="en-US"/>
          </a:p>
        </p:txBody>
      </p:sp>
    </p:spTree>
    <p:extLst>
      <p:ext uri="{BB962C8B-B14F-4D97-AF65-F5344CB8AC3E}">
        <p14:creationId xmlns:p14="http://schemas.microsoft.com/office/powerpoint/2010/main" val="2797030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38AB52E-ACE3-C9F2-28D7-C490BEF45C55}"/>
              </a:ext>
            </a:extLst>
          </p:cNvPr>
          <p:cNvSpPr>
            <a:spLocks noGrp="1"/>
          </p:cNvSpPr>
          <p:nvPr>
            <p:ph type="title"/>
          </p:nvPr>
        </p:nvSpPr>
        <p:spPr>
          <a:xfrm>
            <a:off x="838200" y="253397"/>
            <a:ext cx="10515600" cy="1273233"/>
          </a:xfrm>
        </p:spPr>
        <p:txBody>
          <a:bodyPr vert="horz" lIns="91440" tIns="45720" rIns="91440" bIns="45720" rtlCol="0" anchor="ctr">
            <a:normAutofit/>
          </a:bodyPr>
          <a:lstStyle/>
          <a:p>
            <a:r>
              <a:rPr lang="en-US" sz="4000" kern="1200">
                <a:solidFill>
                  <a:schemeClr val="tx1"/>
                </a:solidFill>
                <a:latin typeface="+mj-lt"/>
                <a:ea typeface="+mj-ea"/>
                <a:cs typeface="+mj-cs"/>
              </a:rPr>
              <a:t>Write a test to check the next alphabet after initial state</a:t>
            </a:r>
          </a:p>
        </p:txBody>
      </p:sp>
      <p:sp>
        <p:nvSpPr>
          <p:cNvPr id="17" name="Rectangle 16">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E6A0B41F-E9D9-82CD-A686-A7D78487A24E}"/>
              </a:ext>
            </a:extLst>
          </p:cNvPr>
          <p:cNvSpPr txBox="1"/>
          <p:nvPr/>
        </p:nvSpPr>
        <p:spPr>
          <a:xfrm>
            <a:off x="838199" y="2343035"/>
            <a:ext cx="8715233" cy="3276282"/>
          </a:xfrm>
          <a:prstGeom prst="rect">
            <a:avLst/>
          </a:prstGeom>
          <a:noFill/>
        </p:spPr>
        <p:txBody>
          <a:bodyPr wrap="square">
            <a:spAutoFit/>
          </a:bodyPr>
          <a:lstStyle/>
          <a:p>
            <a:pPr>
              <a:lnSpc>
                <a:spcPct val="150000"/>
              </a:lnSpc>
              <a:buNone/>
            </a:pPr>
            <a:r>
              <a:rPr lang="en-US" sz="2000" dirty="0">
                <a:solidFill>
                  <a:srgbClr val="9E880D"/>
                </a:solidFill>
                <a:effectLst/>
                <a:latin typeface="JetBrains Mono"/>
              </a:rPr>
              <a:t>@Test</a:t>
            </a:r>
            <a:br>
              <a:rPr lang="en-US" sz="2000" dirty="0">
                <a:solidFill>
                  <a:srgbClr val="9E880D"/>
                </a:solidFill>
                <a:effectLst/>
                <a:latin typeface="JetBrains Mono"/>
              </a:rPr>
            </a:br>
            <a:r>
              <a:rPr lang="en-US" sz="2000" dirty="0">
                <a:solidFill>
                  <a:srgbClr val="0033B3"/>
                </a:solidFill>
                <a:effectLst/>
                <a:latin typeface="JetBrains Mono"/>
              </a:rPr>
              <a:t>fun </a:t>
            </a:r>
            <a:r>
              <a:rPr lang="en-US" sz="2000" dirty="0" err="1">
                <a:solidFill>
                  <a:srgbClr val="00627A"/>
                </a:solidFill>
                <a:effectLst/>
                <a:latin typeface="JetBrains Mono"/>
              </a:rPr>
              <a:t>testNextAlphabet</a:t>
            </a:r>
            <a:r>
              <a:rPr lang="en-US" sz="2000" dirty="0">
                <a:solidFill>
                  <a:srgbClr val="080808"/>
                </a:solidFill>
                <a:effectLst/>
                <a:latin typeface="JetBrains Mono"/>
              </a:rPr>
              <a:t>() {</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err="1">
                <a:solidFill>
                  <a:srgbClr val="871094"/>
                </a:solidFill>
                <a:effectLst/>
                <a:latin typeface="JetBrains Mono"/>
              </a:rPr>
              <a:t>viewModel</a:t>
            </a:r>
            <a:r>
              <a:rPr lang="en-US" sz="2000" dirty="0" err="1">
                <a:solidFill>
                  <a:srgbClr val="080808"/>
                </a:solidFill>
                <a:effectLst/>
                <a:latin typeface="JetBrains Mono"/>
              </a:rPr>
              <a:t>.getNextAlphabet</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err="1">
                <a:solidFill>
                  <a:srgbClr val="0033B3"/>
                </a:solidFill>
                <a:effectLst/>
                <a:latin typeface="JetBrains Mono"/>
              </a:rPr>
              <a:t>val</a:t>
            </a:r>
            <a:r>
              <a:rPr lang="en-US" sz="2000" dirty="0">
                <a:solidFill>
                  <a:srgbClr val="0033B3"/>
                </a:solidFill>
                <a:effectLst/>
                <a:latin typeface="JetBrains Mono"/>
              </a:rPr>
              <a:t> </a:t>
            </a:r>
            <a:r>
              <a:rPr lang="en-US" sz="2000" dirty="0" err="1">
                <a:solidFill>
                  <a:srgbClr val="000000"/>
                </a:solidFill>
                <a:effectLst/>
                <a:latin typeface="JetBrains Mono"/>
              </a:rPr>
              <a:t>uiState</a:t>
            </a:r>
            <a:r>
              <a:rPr lang="en-US" sz="2000" dirty="0">
                <a:solidFill>
                  <a:srgbClr val="000000"/>
                </a:solidFill>
                <a:effectLst/>
                <a:latin typeface="JetBrains Mono"/>
              </a:rPr>
              <a:t> </a:t>
            </a:r>
            <a:r>
              <a:rPr lang="en-US" sz="2000" dirty="0">
                <a:solidFill>
                  <a:srgbClr val="080808"/>
                </a:solidFill>
                <a:effectLst/>
                <a:latin typeface="JetBrains Mono"/>
              </a:rPr>
              <a:t>= </a:t>
            </a:r>
            <a:r>
              <a:rPr lang="en-US" sz="2000" dirty="0" err="1">
                <a:solidFill>
                  <a:srgbClr val="871094"/>
                </a:solidFill>
                <a:effectLst/>
                <a:latin typeface="JetBrains Mono"/>
              </a:rPr>
              <a:t>viewModel</a:t>
            </a:r>
            <a:r>
              <a:rPr lang="en-US" sz="2000" dirty="0" err="1">
                <a:solidFill>
                  <a:srgbClr val="080808"/>
                </a:solidFill>
                <a:effectLst/>
                <a:latin typeface="JetBrains Mono"/>
              </a:rPr>
              <a:t>.</a:t>
            </a:r>
            <a:r>
              <a:rPr lang="en-US" sz="2000" dirty="0" err="1">
                <a:solidFill>
                  <a:srgbClr val="871094"/>
                </a:solidFill>
                <a:effectLst/>
                <a:latin typeface="JetBrains Mono"/>
              </a:rPr>
              <a:t>alphabetUiState</a:t>
            </a:r>
            <a:r>
              <a:rPr lang="en-US" sz="2000" dirty="0" err="1">
                <a:solidFill>
                  <a:srgbClr val="080808"/>
                </a:solidFill>
                <a:effectLst/>
                <a:latin typeface="JetBrains Mono"/>
              </a:rPr>
              <a:t>.</a:t>
            </a:r>
            <a:r>
              <a:rPr lang="en-US" sz="2000" dirty="0" err="1">
                <a:solidFill>
                  <a:srgbClr val="871094"/>
                </a:solidFill>
                <a:effectLst/>
                <a:latin typeface="JetBrains Mono"/>
              </a:rPr>
              <a:t>value</a:t>
            </a:r>
            <a:br>
              <a:rPr lang="en-US" sz="2000" dirty="0">
                <a:solidFill>
                  <a:srgbClr val="871094"/>
                </a:solidFill>
                <a:effectLst/>
                <a:latin typeface="JetBrains Mono"/>
              </a:rPr>
            </a:br>
            <a:r>
              <a:rPr lang="en-US" sz="2000" dirty="0">
                <a:solidFill>
                  <a:srgbClr val="871094"/>
                </a:solidFill>
                <a:effectLst/>
                <a:latin typeface="JetBrains Mono"/>
              </a:rPr>
              <a:t>    </a:t>
            </a:r>
            <a:r>
              <a:rPr lang="en-US" sz="2000" i="1" dirty="0">
                <a:solidFill>
                  <a:srgbClr val="00627A"/>
                </a:solidFill>
                <a:effectLst/>
                <a:latin typeface="JetBrains Mono"/>
              </a:rPr>
              <a:t>assert</a:t>
            </a:r>
            <a:r>
              <a:rPr lang="en-US" sz="2000" dirty="0">
                <a:solidFill>
                  <a:srgbClr val="080808"/>
                </a:solidFill>
                <a:effectLst/>
                <a:latin typeface="JetBrains Mono"/>
              </a:rPr>
              <a:t>(</a:t>
            </a:r>
            <a:r>
              <a:rPr lang="en-US" sz="2000" dirty="0" err="1">
                <a:solidFill>
                  <a:srgbClr val="000000"/>
                </a:solidFill>
                <a:effectLst/>
                <a:latin typeface="JetBrains Mono"/>
              </a:rPr>
              <a:t>uiState</a:t>
            </a:r>
            <a:r>
              <a:rPr lang="en-US" sz="2000" dirty="0" err="1">
                <a:solidFill>
                  <a:srgbClr val="080808"/>
                </a:solidFill>
                <a:effectLst/>
                <a:latin typeface="JetBrains Mono"/>
              </a:rPr>
              <a:t>.</a:t>
            </a:r>
            <a:r>
              <a:rPr lang="en-US" sz="2000" dirty="0" err="1">
                <a:solidFill>
                  <a:srgbClr val="871094"/>
                </a:solidFill>
                <a:effectLst/>
                <a:latin typeface="JetBrains Mono"/>
              </a:rPr>
              <a:t>currentChar</a:t>
            </a:r>
            <a:r>
              <a:rPr lang="en-US" sz="2000" dirty="0">
                <a:solidFill>
                  <a:srgbClr val="871094"/>
                </a:solidFill>
                <a:effectLst/>
                <a:latin typeface="JetBrains Mono"/>
              </a:rPr>
              <a:t> </a:t>
            </a:r>
            <a:r>
              <a:rPr lang="en-US" sz="2000" dirty="0">
                <a:solidFill>
                  <a:srgbClr val="080808"/>
                </a:solidFill>
                <a:effectLst/>
                <a:latin typeface="JetBrains Mono"/>
              </a:rPr>
              <a:t>== </a:t>
            </a:r>
            <a:r>
              <a:rPr lang="en-US" sz="2000" dirty="0">
                <a:solidFill>
                  <a:srgbClr val="067D17"/>
                </a:solidFill>
                <a:effectLst/>
                <a:latin typeface="JetBrains Mono"/>
              </a:rPr>
              <a:t>'B'</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i="1" dirty="0">
                <a:solidFill>
                  <a:srgbClr val="00627A"/>
                </a:solidFill>
                <a:effectLst/>
                <a:latin typeface="JetBrains Mono"/>
              </a:rPr>
              <a:t>assert</a:t>
            </a:r>
            <a:r>
              <a:rPr lang="en-US" sz="2000" dirty="0">
                <a:solidFill>
                  <a:srgbClr val="080808"/>
                </a:solidFill>
                <a:effectLst/>
                <a:latin typeface="JetBrains Mono"/>
              </a:rPr>
              <a:t>(</a:t>
            </a:r>
            <a:r>
              <a:rPr lang="en-US" sz="2000" dirty="0" err="1">
                <a:solidFill>
                  <a:srgbClr val="000000"/>
                </a:solidFill>
                <a:effectLst/>
                <a:latin typeface="JetBrains Mono"/>
              </a:rPr>
              <a:t>uiState</a:t>
            </a:r>
            <a:r>
              <a:rPr lang="en-US" sz="2000" dirty="0" err="1">
                <a:solidFill>
                  <a:srgbClr val="080808"/>
                </a:solidFill>
                <a:effectLst/>
                <a:latin typeface="JetBrains Mono"/>
              </a:rPr>
              <a:t>.</a:t>
            </a:r>
            <a:r>
              <a:rPr lang="en-US" sz="2000" dirty="0" err="1">
                <a:solidFill>
                  <a:srgbClr val="871094"/>
                </a:solidFill>
                <a:effectLst/>
                <a:latin typeface="JetBrains Mono"/>
              </a:rPr>
              <a:t>currentWord</a:t>
            </a:r>
            <a:r>
              <a:rPr lang="en-US" sz="2000" dirty="0">
                <a:solidFill>
                  <a:srgbClr val="871094"/>
                </a:solidFill>
                <a:effectLst/>
                <a:latin typeface="JetBrains Mono"/>
              </a:rPr>
              <a:t> </a:t>
            </a:r>
            <a:r>
              <a:rPr lang="en-US" sz="2000" dirty="0">
                <a:solidFill>
                  <a:srgbClr val="080808"/>
                </a:solidFill>
                <a:effectLst/>
                <a:latin typeface="JetBrains Mono"/>
              </a:rPr>
              <a:t>== </a:t>
            </a:r>
            <a:r>
              <a:rPr lang="en-US" sz="2000" dirty="0">
                <a:solidFill>
                  <a:srgbClr val="067D17"/>
                </a:solidFill>
                <a:effectLst/>
                <a:latin typeface="JetBrains Mono"/>
              </a:rPr>
              <a:t>"Bravo"</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a:t>
            </a:r>
          </a:p>
        </p:txBody>
      </p:sp>
      <p:sp>
        <p:nvSpPr>
          <p:cNvPr id="3" name="Slide Number Placeholder 2">
            <a:extLst>
              <a:ext uri="{FF2B5EF4-FFF2-40B4-BE49-F238E27FC236}">
                <a16:creationId xmlns:a16="http://schemas.microsoft.com/office/drawing/2014/main" id="{BA8867BC-EAB1-B6FF-ECE8-3373327A7DF4}"/>
              </a:ext>
            </a:extLst>
          </p:cNvPr>
          <p:cNvSpPr>
            <a:spLocks noGrp="1"/>
          </p:cNvSpPr>
          <p:nvPr>
            <p:ph type="sldNum" sz="quarter" idx="12"/>
          </p:nvPr>
        </p:nvSpPr>
        <p:spPr/>
        <p:txBody>
          <a:bodyPr/>
          <a:lstStyle/>
          <a:p>
            <a:fld id="{330EA680-D336-4FF7-8B7A-9848BB0A1C32}" type="slidenum">
              <a:rPr lang="en-US" smtClean="0"/>
              <a:t>52</a:t>
            </a:fld>
            <a:endParaRPr lang="en-US"/>
          </a:p>
        </p:txBody>
      </p:sp>
    </p:spTree>
    <p:extLst>
      <p:ext uri="{BB962C8B-B14F-4D97-AF65-F5344CB8AC3E}">
        <p14:creationId xmlns:p14="http://schemas.microsoft.com/office/powerpoint/2010/main" val="18503124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0BC69B-B90E-08DF-07BC-0B74F7BE78E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D75CA55-04C3-B7AB-1AAD-D976240D1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31FD0560-D3B4-8663-8779-32597DC418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483C5029-064D-3E6C-4220-A97D154A31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F469CA7-2FFF-716B-FEFE-318CADC28FCA}"/>
              </a:ext>
            </a:extLst>
          </p:cNvPr>
          <p:cNvSpPr>
            <a:spLocks noGrp="1"/>
          </p:cNvSpPr>
          <p:nvPr>
            <p:ph type="title"/>
          </p:nvPr>
        </p:nvSpPr>
        <p:spPr>
          <a:xfrm>
            <a:off x="838200" y="253397"/>
            <a:ext cx="10515600" cy="1273233"/>
          </a:xfrm>
        </p:spPr>
        <p:txBody>
          <a:bodyPr vert="horz" lIns="91440" tIns="45720" rIns="91440" bIns="45720" rtlCol="0" anchor="ctr">
            <a:normAutofit/>
          </a:bodyPr>
          <a:lstStyle/>
          <a:p>
            <a:r>
              <a:rPr lang="en-US" sz="4000" kern="1200">
                <a:solidFill>
                  <a:schemeClr val="tx1"/>
                </a:solidFill>
                <a:latin typeface="+mj-lt"/>
                <a:ea typeface="+mj-ea"/>
                <a:cs typeface="+mj-cs"/>
              </a:rPr>
              <a:t>Write a test to check the completed alphabet</a:t>
            </a:r>
          </a:p>
        </p:txBody>
      </p:sp>
      <p:sp>
        <p:nvSpPr>
          <p:cNvPr id="14" name="Rectangle 13">
            <a:extLst>
              <a:ext uri="{FF2B5EF4-FFF2-40B4-BE49-F238E27FC236}">
                <a16:creationId xmlns:a16="http://schemas.microsoft.com/office/drawing/2014/main" id="{94270AB7-7599-7184-407D-602A1EE63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TextBox 4">
            <a:extLst>
              <a:ext uri="{FF2B5EF4-FFF2-40B4-BE49-F238E27FC236}">
                <a16:creationId xmlns:a16="http://schemas.microsoft.com/office/drawing/2014/main" id="{16534E61-91EF-4864-DA17-A26DF3C97107}"/>
              </a:ext>
            </a:extLst>
          </p:cNvPr>
          <p:cNvSpPr txBox="1"/>
          <p:nvPr/>
        </p:nvSpPr>
        <p:spPr>
          <a:xfrm>
            <a:off x="747784" y="1560027"/>
            <a:ext cx="7377752" cy="3737946"/>
          </a:xfrm>
          <a:prstGeom prst="rect">
            <a:avLst/>
          </a:prstGeom>
          <a:noFill/>
        </p:spPr>
        <p:txBody>
          <a:bodyPr wrap="square">
            <a:spAutoFit/>
          </a:bodyPr>
          <a:lstStyle/>
          <a:p>
            <a:pPr>
              <a:lnSpc>
                <a:spcPct val="150000"/>
              </a:lnSpc>
              <a:buNone/>
            </a:pPr>
            <a:r>
              <a:rPr lang="en-US" sz="2000" dirty="0">
                <a:solidFill>
                  <a:srgbClr val="9E880D"/>
                </a:solidFill>
                <a:effectLst/>
                <a:latin typeface="JetBrains Mono"/>
              </a:rPr>
              <a:t>@Test</a:t>
            </a:r>
            <a:br>
              <a:rPr lang="en-US" sz="2000" dirty="0">
                <a:solidFill>
                  <a:srgbClr val="9E880D"/>
                </a:solidFill>
                <a:effectLst/>
                <a:latin typeface="JetBrains Mono"/>
              </a:rPr>
            </a:br>
            <a:r>
              <a:rPr lang="en-US" sz="2000" dirty="0">
                <a:solidFill>
                  <a:srgbClr val="0033B3"/>
                </a:solidFill>
                <a:effectLst/>
                <a:latin typeface="JetBrains Mono"/>
              </a:rPr>
              <a:t>fun </a:t>
            </a:r>
            <a:r>
              <a:rPr lang="en-US" sz="2000" dirty="0" err="1">
                <a:solidFill>
                  <a:srgbClr val="00627A"/>
                </a:solidFill>
                <a:effectLst/>
                <a:latin typeface="JetBrains Mono"/>
              </a:rPr>
              <a:t>testCompletedAlphabet</a:t>
            </a:r>
            <a:r>
              <a:rPr lang="en-US" sz="2000" dirty="0">
                <a:solidFill>
                  <a:srgbClr val="080808"/>
                </a:solidFill>
                <a:effectLst/>
                <a:latin typeface="JetBrains Mono"/>
              </a:rPr>
              <a:t>() {</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i="1" dirty="0">
                <a:solidFill>
                  <a:srgbClr val="00627A"/>
                </a:solidFill>
                <a:effectLst/>
                <a:latin typeface="JetBrains Mono"/>
              </a:rPr>
              <a:t>repeat</a:t>
            </a:r>
            <a:r>
              <a:rPr lang="en-US" sz="2000" dirty="0">
                <a:solidFill>
                  <a:srgbClr val="080808"/>
                </a:solidFill>
                <a:effectLst/>
                <a:latin typeface="JetBrains Mono"/>
              </a:rPr>
              <a:t>(</a:t>
            </a:r>
            <a:r>
              <a:rPr lang="en-US" sz="2000" dirty="0">
                <a:solidFill>
                  <a:srgbClr val="1750EB"/>
                </a:solidFill>
                <a:effectLst/>
                <a:latin typeface="JetBrains Mono"/>
              </a:rPr>
              <a:t>2</a:t>
            </a:r>
            <a:r>
              <a:rPr lang="en-US" sz="2000" dirty="0">
                <a:solidFill>
                  <a:srgbClr val="080808"/>
                </a:solidFill>
                <a:effectLst/>
                <a:latin typeface="JetBrains Mono"/>
              </a:rPr>
              <a:t>) </a:t>
            </a:r>
            <a:r>
              <a:rPr lang="en-US" sz="2000" b="1" dirty="0">
                <a:solidFill>
                  <a:srgbClr val="080808"/>
                </a:solidFill>
                <a:effectLst/>
                <a:latin typeface="JetBrains Mono"/>
              </a:rPr>
              <a:t>{</a:t>
            </a:r>
            <a:br>
              <a:rPr lang="en-US" sz="2000" b="1" dirty="0">
                <a:solidFill>
                  <a:srgbClr val="080808"/>
                </a:solidFill>
                <a:effectLst/>
                <a:latin typeface="JetBrains Mono"/>
              </a:rPr>
            </a:br>
            <a:r>
              <a:rPr lang="en-US" sz="2000" b="1" dirty="0">
                <a:solidFill>
                  <a:srgbClr val="080808"/>
                </a:solidFill>
                <a:effectLst/>
                <a:latin typeface="JetBrains Mono"/>
              </a:rPr>
              <a:t>        </a:t>
            </a:r>
            <a:r>
              <a:rPr lang="en-US" sz="2000" dirty="0" err="1">
                <a:solidFill>
                  <a:srgbClr val="871094"/>
                </a:solidFill>
                <a:effectLst/>
                <a:latin typeface="JetBrains Mono"/>
              </a:rPr>
              <a:t>viewModel</a:t>
            </a:r>
            <a:r>
              <a:rPr lang="en-US" sz="2000" dirty="0" err="1">
                <a:solidFill>
                  <a:srgbClr val="080808"/>
                </a:solidFill>
                <a:effectLst/>
                <a:latin typeface="JetBrains Mono"/>
              </a:rPr>
              <a:t>.getNextAlphabet</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b="1" dirty="0">
                <a:solidFill>
                  <a:srgbClr val="080808"/>
                </a:solidFill>
                <a:effectLst/>
                <a:latin typeface="JetBrains Mono"/>
              </a:rPr>
              <a:t>}</a:t>
            </a:r>
            <a:br>
              <a:rPr lang="en-US" sz="2000" b="1" dirty="0">
                <a:solidFill>
                  <a:srgbClr val="080808"/>
                </a:solidFill>
                <a:effectLst/>
                <a:latin typeface="JetBrains Mono"/>
              </a:rPr>
            </a:br>
            <a:r>
              <a:rPr lang="en-US" sz="2000" b="1" dirty="0">
                <a:solidFill>
                  <a:srgbClr val="080808"/>
                </a:solidFill>
                <a:effectLst/>
                <a:latin typeface="JetBrains Mono"/>
              </a:rPr>
              <a:t>    </a:t>
            </a:r>
            <a:r>
              <a:rPr lang="en-US" sz="2000" dirty="0" err="1">
                <a:solidFill>
                  <a:srgbClr val="0033B3"/>
                </a:solidFill>
                <a:effectLst/>
                <a:latin typeface="JetBrains Mono"/>
              </a:rPr>
              <a:t>val</a:t>
            </a:r>
            <a:r>
              <a:rPr lang="en-US" sz="2000" dirty="0">
                <a:solidFill>
                  <a:srgbClr val="0033B3"/>
                </a:solidFill>
                <a:effectLst/>
                <a:latin typeface="JetBrains Mono"/>
              </a:rPr>
              <a:t> </a:t>
            </a:r>
            <a:r>
              <a:rPr lang="en-US" sz="2000" dirty="0" err="1">
                <a:solidFill>
                  <a:srgbClr val="000000"/>
                </a:solidFill>
                <a:effectLst/>
                <a:latin typeface="JetBrains Mono"/>
              </a:rPr>
              <a:t>uiState</a:t>
            </a:r>
            <a:r>
              <a:rPr lang="en-US" sz="2000" dirty="0">
                <a:solidFill>
                  <a:srgbClr val="000000"/>
                </a:solidFill>
                <a:effectLst/>
                <a:latin typeface="JetBrains Mono"/>
              </a:rPr>
              <a:t> </a:t>
            </a:r>
            <a:r>
              <a:rPr lang="en-US" sz="2000" dirty="0">
                <a:solidFill>
                  <a:srgbClr val="080808"/>
                </a:solidFill>
                <a:effectLst/>
                <a:latin typeface="JetBrains Mono"/>
              </a:rPr>
              <a:t>= </a:t>
            </a:r>
            <a:r>
              <a:rPr lang="en-US" sz="2000" dirty="0" err="1">
                <a:solidFill>
                  <a:srgbClr val="871094"/>
                </a:solidFill>
                <a:effectLst/>
                <a:latin typeface="JetBrains Mono"/>
              </a:rPr>
              <a:t>viewModel</a:t>
            </a:r>
            <a:r>
              <a:rPr lang="en-US" sz="2000" dirty="0" err="1">
                <a:solidFill>
                  <a:srgbClr val="080808"/>
                </a:solidFill>
                <a:effectLst/>
                <a:latin typeface="JetBrains Mono"/>
              </a:rPr>
              <a:t>.</a:t>
            </a:r>
            <a:r>
              <a:rPr lang="en-US" sz="2000" dirty="0" err="1">
                <a:solidFill>
                  <a:srgbClr val="871094"/>
                </a:solidFill>
                <a:effectLst/>
                <a:latin typeface="JetBrains Mono"/>
              </a:rPr>
              <a:t>alphabetUiState</a:t>
            </a:r>
            <a:r>
              <a:rPr lang="en-US" sz="2000" dirty="0" err="1">
                <a:solidFill>
                  <a:srgbClr val="080808"/>
                </a:solidFill>
                <a:effectLst/>
                <a:latin typeface="JetBrains Mono"/>
              </a:rPr>
              <a:t>.</a:t>
            </a:r>
            <a:r>
              <a:rPr lang="en-US" sz="2000" dirty="0" err="1">
                <a:solidFill>
                  <a:srgbClr val="871094"/>
                </a:solidFill>
                <a:effectLst/>
                <a:latin typeface="JetBrains Mono"/>
              </a:rPr>
              <a:t>value</a:t>
            </a:r>
            <a:br>
              <a:rPr lang="en-US" sz="2000" dirty="0">
                <a:solidFill>
                  <a:srgbClr val="871094"/>
                </a:solidFill>
                <a:effectLst/>
                <a:latin typeface="JetBrains Mono"/>
              </a:rPr>
            </a:br>
            <a:r>
              <a:rPr lang="en-US" sz="2000" dirty="0">
                <a:solidFill>
                  <a:srgbClr val="871094"/>
                </a:solidFill>
                <a:effectLst/>
                <a:latin typeface="JetBrains Mono"/>
              </a:rPr>
              <a:t>    </a:t>
            </a:r>
            <a:r>
              <a:rPr lang="en-US" sz="2000" i="1" dirty="0">
                <a:solidFill>
                  <a:srgbClr val="00627A"/>
                </a:solidFill>
                <a:effectLst/>
                <a:latin typeface="JetBrains Mono"/>
              </a:rPr>
              <a:t>assert</a:t>
            </a:r>
            <a:r>
              <a:rPr lang="en-US" sz="2000" dirty="0">
                <a:solidFill>
                  <a:srgbClr val="080808"/>
                </a:solidFill>
                <a:effectLst/>
                <a:latin typeface="JetBrains Mono"/>
              </a:rPr>
              <a:t>(</a:t>
            </a:r>
            <a:r>
              <a:rPr lang="en-US" sz="2000" dirty="0" err="1">
                <a:solidFill>
                  <a:srgbClr val="000000"/>
                </a:solidFill>
                <a:effectLst/>
                <a:latin typeface="JetBrains Mono"/>
              </a:rPr>
              <a:t>uiState</a:t>
            </a:r>
            <a:r>
              <a:rPr lang="en-US" sz="2000" dirty="0" err="1">
                <a:solidFill>
                  <a:srgbClr val="080808"/>
                </a:solidFill>
                <a:effectLst/>
                <a:latin typeface="JetBrains Mono"/>
              </a:rPr>
              <a:t>.</a:t>
            </a:r>
            <a:r>
              <a:rPr lang="en-US" sz="2000" dirty="0" err="1">
                <a:solidFill>
                  <a:srgbClr val="871094"/>
                </a:solidFill>
                <a:effectLst/>
                <a:latin typeface="JetBrains Mono"/>
              </a:rPr>
              <a:t>isCompleted</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a:t>
            </a:r>
          </a:p>
        </p:txBody>
      </p:sp>
      <p:sp>
        <p:nvSpPr>
          <p:cNvPr id="7" name="TextBox 6">
            <a:extLst>
              <a:ext uri="{FF2B5EF4-FFF2-40B4-BE49-F238E27FC236}">
                <a16:creationId xmlns:a16="http://schemas.microsoft.com/office/drawing/2014/main" id="{A77FE193-7D57-2392-5EB9-713BEC08F2CD}"/>
              </a:ext>
            </a:extLst>
          </p:cNvPr>
          <p:cNvSpPr txBox="1"/>
          <p:nvPr/>
        </p:nvSpPr>
        <p:spPr>
          <a:xfrm>
            <a:off x="5657748" y="4755707"/>
            <a:ext cx="6155140" cy="2031325"/>
          </a:xfrm>
          <a:prstGeom prst="rect">
            <a:avLst/>
          </a:prstGeom>
          <a:noFill/>
          <a:ln>
            <a:solidFill>
              <a:schemeClr val="accent2"/>
            </a:solidFill>
          </a:ln>
        </p:spPr>
        <p:txBody>
          <a:bodyPr wrap="square">
            <a:spAutoFit/>
          </a:bodyPr>
          <a:lstStyle/>
          <a:p>
            <a:pPr>
              <a:buNone/>
            </a:pPr>
            <a:r>
              <a:rPr lang="en-US" sz="1800" dirty="0">
                <a:solidFill>
                  <a:srgbClr val="0033B3"/>
                </a:solidFill>
                <a:effectLst/>
                <a:latin typeface="JetBrains Mono"/>
              </a:rPr>
              <a:t>class   </a:t>
            </a:r>
            <a:r>
              <a:rPr lang="en-US" sz="1800" dirty="0" err="1">
                <a:solidFill>
                  <a:srgbClr val="000000"/>
                </a:solidFill>
                <a:effectLst/>
                <a:latin typeface="JetBrains Mono"/>
              </a:rPr>
              <a:t>FakeRepository</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dirty="0">
                <a:solidFill>
                  <a:srgbClr val="000000"/>
                </a:solidFill>
                <a:effectLst/>
                <a:latin typeface="JetBrains Mono"/>
              </a:rPr>
              <a:t>alphabets</a:t>
            </a:r>
            <a:r>
              <a:rPr lang="en-US" sz="1800" dirty="0">
                <a:solidFill>
                  <a:srgbClr val="080808"/>
                </a:solidFill>
                <a:effectLst/>
                <a:latin typeface="JetBrains Mono"/>
              </a:rPr>
              <a:t>: </a:t>
            </a:r>
            <a:r>
              <a:rPr lang="en-US" sz="1800" dirty="0">
                <a:solidFill>
                  <a:srgbClr val="000000"/>
                </a:solidFill>
                <a:effectLst/>
                <a:latin typeface="JetBrains Mono"/>
              </a:rPr>
              <a:t>List</a:t>
            </a:r>
            <a:r>
              <a:rPr lang="en-US" sz="1800" dirty="0">
                <a:solidFill>
                  <a:srgbClr val="080808"/>
                </a:solidFill>
                <a:effectLst/>
                <a:latin typeface="JetBrains Mono"/>
              </a:rPr>
              <a:t>&lt;</a:t>
            </a:r>
            <a:r>
              <a:rPr lang="en-US" sz="1800" dirty="0">
                <a:solidFill>
                  <a:srgbClr val="000000"/>
                </a:solidFill>
                <a:effectLst/>
                <a:latin typeface="JetBrains Mono"/>
              </a:rPr>
              <a:t>Pair</a:t>
            </a:r>
            <a:r>
              <a:rPr lang="en-US" sz="1800" dirty="0">
                <a:solidFill>
                  <a:srgbClr val="080808"/>
                </a:solidFill>
                <a:effectLst/>
                <a:latin typeface="JetBrains Mono"/>
              </a:rPr>
              <a:t>&lt;</a:t>
            </a:r>
            <a:r>
              <a:rPr lang="en-US" sz="1800" dirty="0">
                <a:solidFill>
                  <a:srgbClr val="000000"/>
                </a:solidFill>
                <a:effectLst/>
                <a:latin typeface="JetBrains Mono"/>
              </a:rPr>
              <a:t>Char</a:t>
            </a:r>
            <a:r>
              <a:rPr lang="en-US" sz="1800" dirty="0">
                <a:solidFill>
                  <a:srgbClr val="080808"/>
                </a:solidFill>
                <a:effectLst/>
                <a:latin typeface="JetBrains Mono"/>
              </a:rPr>
              <a:t>, </a:t>
            </a:r>
            <a:r>
              <a:rPr lang="en-US" sz="1800" dirty="0">
                <a:solidFill>
                  <a:srgbClr val="000000"/>
                </a:solidFill>
                <a:effectLst/>
                <a:latin typeface="JetBrains Mono"/>
              </a:rPr>
              <a:t>String</a:t>
            </a:r>
            <a:r>
              <a:rPr lang="en-US" sz="1800" dirty="0">
                <a:solidFill>
                  <a:srgbClr val="080808"/>
                </a:solidFill>
                <a:effectLst/>
                <a:latin typeface="JetBrains Mono"/>
              </a:rPr>
              <a:t>&gt;&gt; = </a:t>
            </a:r>
            <a:r>
              <a:rPr lang="en-US" sz="1800" i="1" dirty="0" err="1">
                <a:solidFill>
                  <a:srgbClr val="00627A"/>
                </a:solidFill>
                <a:effectLst/>
                <a:latin typeface="JetBrains Mono"/>
              </a:rPr>
              <a:t>listOf</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dirty="0">
                <a:solidFill>
                  <a:srgbClr val="067D17"/>
                </a:solidFill>
                <a:effectLst/>
                <a:latin typeface="JetBrains Mono"/>
              </a:rPr>
              <a:t>'A' </a:t>
            </a:r>
            <a:r>
              <a:rPr lang="en-US" sz="1800" i="1" dirty="0">
                <a:solidFill>
                  <a:srgbClr val="00627A"/>
                </a:solidFill>
                <a:effectLst/>
                <a:latin typeface="JetBrains Mono"/>
              </a:rPr>
              <a:t>to </a:t>
            </a:r>
            <a:r>
              <a:rPr lang="en-US" sz="1800" dirty="0">
                <a:solidFill>
                  <a:srgbClr val="067D17"/>
                </a:solidFill>
                <a:effectLst/>
                <a:latin typeface="JetBrains Mono"/>
              </a:rPr>
              <a:t>"Alpha"</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dirty="0">
                <a:solidFill>
                  <a:srgbClr val="067D17"/>
                </a:solidFill>
                <a:effectLst/>
                <a:latin typeface="JetBrains Mono"/>
              </a:rPr>
              <a:t>'B' </a:t>
            </a:r>
            <a:r>
              <a:rPr lang="en-US" sz="1800" i="1" dirty="0">
                <a:solidFill>
                  <a:srgbClr val="00627A"/>
                </a:solidFill>
                <a:effectLst/>
                <a:latin typeface="JetBrains Mono"/>
              </a:rPr>
              <a:t>to </a:t>
            </a:r>
            <a:r>
              <a:rPr lang="en-US" sz="1800" dirty="0">
                <a:solidFill>
                  <a:srgbClr val="067D17"/>
                </a:solidFill>
                <a:effectLst/>
                <a:latin typeface="JetBrains Mono"/>
              </a:rPr>
              <a:t>"Bravo"</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dirty="0">
                <a:solidFill>
                  <a:srgbClr val="067D17"/>
                </a:solidFill>
                <a:effectLst/>
                <a:latin typeface="JetBrains Mono"/>
              </a:rPr>
              <a:t>'C' </a:t>
            </a:r>
            <a:r>
              <a:rPr lang="en-US" sz="1800" i="1" dirty="0">
                <a:solidFill>
                  <a:srgbClr val="00627A"/>
                </a:solidFill>
                <a:effectLst/>
                <a:latin typeface="JetBrains Mono"/>
              </a:rPr>
              <a:t>to </a:t>
            </a:r>
            <a:r>
              <a:rPr lang="en-US" sz="1800" dirty="0">
                <a:solidFill>
                  <a:srgbClr val="067D17"/>
                </a:solidFill>
                <a:effectLst/>
                <a:latin typeface="JetBrains Mono"/>
              </a:rPr>
              <a:t>"Charlie"</a:t>
            </a:r>
            <a:br>
              <a:rPr lang="en-US" sz="1800" dirty="0">
                <a:solidFill>
                  <a:srgbClr val="067D17"/>
                </a:solidFill>
                <a:effectLst/>
                <a:latin typeface="JetBrains Mono"/>
              </a:rPr>
            </a:br>
            <a:r>
              <a:rPr lang="en-US" sz="1800" dirty="0">
                <a:solidFill>
                  <a:srgbClr val="067D17"/>
                </a:solidFill>
                <a:effectLst/>
                <a:latin typeface="JetBrains Mono"/>
              </a:rPr>
              <a:t>    </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dirty="0" err="1">
                <a:solidFill>
                  <a:srgbClr val="000000"/>
                </a:solidFill>
                <a:effectLst/>
                <a:latin typeface="JetBrains Mono"/>
              </a:rPr>
              <a:t>AlphabetRepository</a:t>
            </a:r>
            <a:r>
              <a:rPr lang="en-US" sz="1800" dirty="0">
                <a:solidFill>
                  <a:srgbClr val="000000"/>
                </a:solidFill>
                <a:effectLst/>
                <a:latin typeface="JetBrains Mono"/>
              </a:rPr>
              <a:t> </a:t>
            </a:r>
            <a:r>
              <a:rPr lang="en-US" sz="1800" dirty="0">
                <a:solidFill>
                  <a:srgbClr val="0033B3"/>
                </a:solidFill>
                <a:effectLst/>
                <a:latin typeface="JetBrains Mono"/>
              </a:rPr>
              <a:t>by </a:t>
            </a:r>
            <a:r>
              <a:rPr lang="en-US" sz="1800" dirty="0" err="1">
                <a:solidFill>
                  <a:srgbClr val="080808"/>
                </a:solidFill>
                <a:effectLst/>
                <a:latin typeface="JetBrains Mono"/>
              </a:rPr>
              <a:t>AlphabetRepositoryImpl</a:t>
            </a:r>
            <a:r>
              <a:rPr lang="en-US" sz="1800" dirty="0">
                <a:solidFill>
                  <a:srgbClr val="080808"/>
                </a:solidFill>
                <a:effectLst/>
                <a:latin typeface="JetBrains Mono"/>
              </a:rPr>
              <a:t>(</a:t>
            </a:r>
            <a:r>
              <a:rPr lang="en-US" sz="1800" dirty="0">
                <a:solidFill>
                  <a:srgbClr val="000000"/>
                </a:solidFill>
                <a:effectLst/>
                <a:latin typeface="JetBrains Mono"/>
              </a:rPr>
              <a:t>alphabets</a:t>
            </a:r>
            <a:r>
              <a:rPr lang="en-US" sz="1800" dirty="0">
                <a:solidFill>
                  <a:srgbClr val="080808"/>
                </a:solidFill>
                <a:effectLst/>
                <a:latin typeface="JetBrains Mono"/>
              </a:rPr>
              <a:t>)</a:t>
            </a:r>
          </a:p>
        </p:txBody>
      </p:sp>
      <p:sp>
        <p:nvSpPr>
          <p:cNvPr id="3" name="Slide Number Placeholder 2">
            <a:extLst>
              <a:ext uri="{FF2B5EF4-FFF2-40B4-BE49-F238E27FC236}">
                <a16:creationId xmlns:a16="http://schemas.microsoft.com/office/drawing/2014/main" id="{DC29AE50-D71D-5F21-9BE4-87B75BF964EF}"/>
              </a:ext>
            </a:extLst>
          </p:cNvPr>
          <p:cNvSpPr>
            <a:spLocks noGrp="1"/>
          </p:cNvSpPr>
          <p:nvPr>
            <p:ph type="sldNum" sz="quarter" idx="12"/>
          </p:nvPr>
        </p:nvSpPr>
        <p:spPr/>
        <p:txBody>
          <a:bodyPr/>
          <a:lstStyle/>
          <a:p>
            <a:fld id="{330EA680-D336-4FF7-8B7A-9848BB0A1C32}" type="slidenum">
              <a:rPr lang="en-US" smtClean="0"/>
              <a:t>53</a:t>
            </a:fld>
            <a:endParaRPr lang="en-US"/>
          </a:p>
        </p:txBody>
      </p:sp>
    </p:spTree>
    <p:extLst>
      <p:ext uri="{BB962C8B-B14F-4D97-AF65-F5344CB8AC3E}">
        <p14:creationId xmlns:p14="http://schemas.microsoft.com/office/powerpoint/2010/main" val="41474549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25CF84-0D04-B0C6-8C79-B577FA111DCF}"/>
              </a:ext>
            </a:extLst>
          </p:cNvPr>
          <p:cNvSpPr>
            <a:spLocks noGrp="1"/>
          </p:cNvSpPr>
          <p:nvPr>
            <p:ph type="title"/>
          </p:nvPr>
        </p:nvSpPr>
        <p:spPr>
          <a:xfrm>
            <a:off x="841248" y="256032"/>
            <a:ext cx="10506456" cy="1014984"/>
          </a:xfrm>
        </p:spPr>
        <p:txBody>
          <a:bodyPr anchor="b">
            <a:normAutofit/>
          </a:bodyPr>
          <a:lstStyle/>
          <a:p>
            <a:r>
              <a:rPr lang="en-US"/>
              <a:t>Run all test cases</a:t>
            </a:r>
          </a:p>
        </p:txBody>
      </p:sp>
      <p:sp>
        <p:nvSpPr>
          <p:cNvPr id="13" name="Rectangle 12">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1A0E417-7AC6-7B56-5996-6098803943FD}"/>
              </a:ext>
            </a:extLst>
          </p:cNvPr>
          <p:cNvSpPr>
            <a:spLocks/>
          </p:cNvSpPr>
          <p:nvPr/>
        </p:nvSpPr>
        <p:spPr>
          <a:xfrm>
            <a:off x="838200" y="1929359"/>
            <a:ext cx="10515600" cy="4351338"/>
          </a:xfrm>
          <a:prstGeom prst="rect">
            <a:avLst/>
          </a:prstGeom>
        </p:spPr>
        <p:txBody>
          <a:bodyPr/>
          <a:lstStyle/>
          <a:p>
            <a:r>
              <a:rPr lang="en-US" sz="3200" kern="1200">
                <a:solidFill>
                  <a:schemeClr val="tx1"/>
                </a:solidFill>
                <a:latin typeface="+mn-lt"/>
                <a:ea typeface="+mn-ea"/>
                <a:cs typeface="+mn-cs"/>
              </a:rPr>
              <a:t>Go to the project folder</a:t>
            </a:r>
            <a:endParaRPr lang="en-US" sz="3200"/>
          </a:p>
        </p:txBody>
      </p:sp>
      <p:pic>
        <p:nvPicPr>
          <p:cNvPr id="5" name="Picture 4">
            <a:extLst>
              <a:ext uri="{FF2B5EF4-FFF2-40B4-BE49-F238E27FC236}">
                <a16:creationId xmlns:a16="http://schemas.microsoft.com/office/drawing/2014/main" id="{C95F85FE-9324-EFFD-20B6-02DD48C17EE8}"/>
              </a:ext>
            </a:extLst>
          </p:cNvPr>
          <p:cNvPicPr>
            <a:picLocks noChangeAspect="1"/>
          </p:cNvPicPr>
          <p:nvPr/>
        </p:nvPicPr>
        <p:blipFill>
          <a:blip r:embed="rId2"/>
          <a:stretch>
            <a:fillRect/>
          </a:stretch>
        </p:blipFill>
        <p:spPr>
          <a:xfrm>
            <a:off x="865952" y="2909145"/>
            <a:ext cx="7874635" cy="3198527"/>
          </a:xfrm>
          <a:prstGeom prst="rect">
            <a:avLst/>
          </a:prstGeom>
          <a:ln>
            <a:noFill/>
          </a:ln>
          <a:effectLst>
            <a:outerShdw blurRad="292100" dist="139700" dir="2700000" algn="tl" rotWithShape="0">
              <a:srgbClr val="333333">
                <a:alpha val="65000"/>
              </a:srgbClr>
            </a:outerShdw>
          </a:effectLst>
        </p:spPr>
      </p:pic>
      <p:cxnSp>
        <p:nvCxnSpPr>
          <p:cNvPr id="6" name="Straight Arrow Connector 5">
            <a:extLst>
              <a:ext uri="{FF2B5EF4-FFF2-40B4-BE49-F238E27FC236}">
                <a16:creationId xmlns:a16="http://schemas.microsoft.com/office/drawing/2014/main" id="{FD1A1A58-6C8B-7489-0D19-EEF7D725DA94}"/>
              </a:ext>
            </a:extLst>
          </p:cNvPr>
          <p:cNvCxnSpPr>
            <a:cxnSpLocks/>
          </p:cNvCxnSpPr>
          <p:nvPr/>
        </p:nvCxnSpPr>
        <p:spPr>
          <a:xfrm>
            <a:off x="3840480" y="2564035"/>
            <a:ext cx="3084755" cy="1295271"/>
          </a:xfrm>
          <a:prstGeom prst="straightConnector1">
            <a:avLst/>
          </a:prstGeom>
          <a:ln w="69850" cap="flat" cmpd="sng" algn="ctr">
            <a:solidFill>
              <a:schemeClr val="accent2"/>
            </a:solidFill>
            <a:prstDash val="solid"/>
            <a:round/>
            <a:headEnd type="none" w="med" len="med"/>
            <a:tailEnd type="arrow" w="med" len="med"/>
          </a:ln>
          <a:effectLst>
            <a:innerShdw blurRad="63500" dist="50800" dir="2700000">
              <a:prstClr val="black">
                <a:alpha val="50000"/>
              </a:prstClr>
            </a:innerShdw>
          </a:effectLst>
        </p:spPr>
        <p:style>
          <a:lnRef idx="0">
            <a:scrgbClr r="0" g="0" b="0"/>
          </a:lnRef>
          <a:fillRef idx="0">
            <a:scrgbClr r="0" g="0" b="0"/>
          </a:fillRef>
          <a:effectRef idx="0">
            <a:scrgbClr r="0" g="0" b="0"/>
          </a:effectRef>
          <a:fontRef idx="minor">
            <a:schemeClr val="tx1"/>
          </a:fontRef>
        </p:style>
      </p:cxnSp>
      <p:sp>
        <p:nvSpPr>
          <p:cNvPr id="4" name="Slide Number Placeholder 3">
            <a:extLst>
              <a:ext uri="{FF2B5EF4-FFF2-40B4-BE49-F238E27FC236}">
                <a16:creationId xmlns:a16="http://schemas.microsoft.com/office/drawing/2014/main" id="{D2BA04A8-0910-CC6E-0651-4DABFB9A85C3}"/>
              </a:ext>
            </a:extLst>
          </p:cNvPr>
          <p:cNvSpPr>
            <a:spLocks noGrp="1"/>
          </p:cNvSpPr>
          <p:nvPr>
            <p:ph type="sldNum" sz="quarter" idx="12"/>
          </p:nvPr>
        </p:nvSpPr>
        <p:spPr/>
        <p:txBody>
          <a:bodyPr/>
          <a:lstStyle/>
          <a:p>
            <a:fld id="{330EA680-D336-4FF7-8B7A-9848BB0A1C32}" type="slidenum">
              <a:rPr lang="en-US" smtClean="0"/>
              <a:t>54</a:t>
            </a:fld>
            <a:endParaRPr lang="en-US"/>
          </a:p>
        </p:txBody>
      </p:sp>
    </p:spTree>
    <p:extLst>
      <p:ext uri="{BB962C8B-B14F-4D97-AF65-F5344CB8AC3E}">
        <p14:creationId xmlns:p14="http://schemas.microsoft.com/office/powerpoint/2010/main" val="8124532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9DAFC5-F168-70FA-1D9B-B5E555DAE275}"/>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Examine the test report</a:t>
            </a:r>
          </a:p>
        </p:txBody>
      </p:sp>
      <p:sp>
        <p:nvSpPr>
          <p:cNvPr id="23" name="Rectangle 2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3" name="Picture 2">
            <a:extLst>
              <a:ext uri="{FF2B5EF4-FFF2-40B4-BE49-F238E27FC236}">
                <a16:creationId xmlns:a16="http://schemas.microsoft.com/office/drawing/2014/main" id="{FC30ACE2-11A6-3DF7-5691-A0FAD67F04CC}"/>
              </a:ext>
            </a:extLst>
          </p:cNvPr>
          <p:cNvPicPr>
            <a:picLocks noChangeAspect="1"/>
          </p:cNvPicPr>
          <p:nvPr/>
        </p:nvPicPr>
        <p:blipFill>
          <a:blip r:embed="rId3"/>
          <a:stretch>
            <a:fillRect/>
          </a:stretch>
        </p:blipFill>
        <p:spPr>
          <a:xfrm>
            <a:off x="3938571" y="670312"/>
            <a:ext cx="7772400" cy="4191294"/>
          </a:xfrm>
          <a:prstGeom prst="rect">
            <a:avLst/>
          </a:prstGeom>
        </p:spPr>
      </p:pic>
      <p:pic>
        <p:nvPicPr>
          <p:cNvPr id="5" name="Picture 4">
            <a:extLst>
              <a:ext uri="{FF2B5EF4-FFF2-40B4-BE49-F238E27FC236}">
                <a16:creationId xmlns:a16="http://schemas.microsoft.com/office/drawing/2014/main" id="{2C1A120E-B5FD-FAD4-17FE-F8FF37D2C544}"/>
              </a:ext>
            </a:extLst>
          </p:cNvPr>
          <p:cNvPicPr>
            <a:picLocks noChangeAspect="1"/>
          </p:cNvPicPr>
          <p:nvPr/>
        </p:nvPicPr>
        <p:blipFill>
          <a:blip r:embed="rId4"/>
          <a:stretch>
            <a:fillRect/>
          </a:stretch>
        </p:blipFill>
        <p:spPr>
          <a:xfrm>
            <a:off x="477981" y="4565161"/>
            <a:ext cx="7772400" cy="1461366"/>
          </a:xfrm>
          <a:prstGeom prst="rect">
            <a:avLst/>
          </a:prstGeom>
        </p:spPr>
      </p:pic>
      <p:sp>
        <p:nvSpPr>
          <p:cNvPr id="4" name="Slide Number Placeholder 3">
            <a:extLst>
              <a:ext uri="{FF2B5EF4-FFF2-40B4-BE49-F238E27FC236}">
                <a16:creationId xmlns:a16="http://schemas.microsoft.com/office/drawing/2014/main" id="{1CEA528B-8A82-3208-2A67-6967DE7459D7}"/>
              </a:ext>
            </a:extLst>
          </p:cNvPr>
          <p:cNvSpPr>
            <a:spLocks noGrp="1"/>
          </p:cNvSpPr>
          <p:nvPr>
            <p:ph type="sldNum" sz="quarter" idx="12"/>
          </p:nvPr>
        </p:nvSpPr>
        <p:spPr/>
        <p:txBody>
          <a:bodyPr/>
          <a:lstStyle/>
          <a:p>
            <a:fld id="{330EA680-D336-4FF7-8B7A-9848BB0A1C32}" type="slidenum">
              <a:rPr lang="en-US" smtClean="0"/>
              <a:t>55</a:t>
            </a:fld>
            <a:endParaRPr lang="en-US"/>
          </a:p>
        </p:txBody>
      </p:sp>
    </p:spTree>
    <p:extLst>
      <p:ext uri="{BB962C8B-B14F-4D97-AF65-F5344CB8AC3E}">
        <p14:creationId xmlns:p14="http://schemas.microsoft.com/office/powerpoint/2010/main" val="25923622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6ABDD-56A9-DE55-4F20-B9136D4F29E9}"/>
              </a:ext>
            </a:extLst>
          </p:cNvPr>
          <p:cNvSpPr>
            <a:spLocks noGrp="1"/>
          </p:cNvSpPr>
          <p:nvPr>
            <p:ph type="ctrTitle"/>
          </p:nvPr>
        </p:nvSpPr>
        <p:spPr/>
        <p:txBody>
          <a:bodyPr/>
          <a:lstStyle/>
          <a:p>
            <a:r>
              <a:rPr lang="en-US"/>
              <a:t>Dependency injection with Hilt</a:t>
            </a:r>
          </a:p>
        </p:txBody>
      </p:sp>
      <p:sp>
        <p:nvSpPr>
          <p:cNvPr id="3" name="Subtitle 2">
            <a:extLst>
              <a:ext uri="{FF2B5EF4-FFF2-40B4-BE49-F238E27FC236}">
                <a16:creationId xmlns:a16="http://schemas.microsoft.com/office/drawing/2014/main" id="{7271ECAD-393C-F1A1-3273-CD087202B500}"/>
              </a:ext>
            </a:extLst>
          </p:cNvPr>
          <p:cNvSpPr>
            <a:spLocks noGrp="1"/>
          </p:cNvSpPr>
          <p:nvPr>
            <p:ph type="subTitle" idx="1"/>
          </p:nvPr>
        </p:nvSpPr>
        <p:spPr/>
        <p:txBody>
          <a:bodyPr/>
          <a:lstStyle/>
          <a:p>
            <a:r>
              <a:rPr lang="en-US">
                <a:hlinkClick r:id="rId2"/>
              </a:rPr>
              <a:t>goo.gle/hilt-</a:t>
            </a:r>
            <a:r>
              <a:rPr lang="en-US" err="1">
                <a:hlinkClick r:id="rId2"/>
              </a:rPr>
              <a:t>cheatsheet</a:t>
            </a:r>
            <a:r>
              <a:rPr lang="en-US">
                <a:hlinkClick r:id="rId2"/>
              </a:rPr>
              <a:t> </a:t>
            </a:r>
            <a:endParaRPr lang="en-US"/>
          </a:p>
        </p:txBody>
      </p:sp>
      <p:sp>
        <p:nvSpPr>
          <p:cNvPr id="4" name="Slide Number Placeholder 3">
            <a:extLst>
              <a:ext uri="{FF2B5EF4-FFF2-40B4-BE49-F238E27FC236}">
                <a16:creationId xmlns:a16="http://schemas.microsoft.com/office/drawing/2014/main" id="{74956822-96ED-836C-4AB6-5535A3D296C1}"/>
              </a:ext>
            </a:extLst>
          </p:cNvPr>
          <p:cNvSpPr>
            <a:spLocks noGrp="1"/>
          </p:cNvSpPr>
          <p:nvPr>
            <p:ph type="sldNum" sz="quarter" idx="12"/>
          </p:nvPr>
        </p:nvSpPr>
        <p:spPr/>
        <p:txBody>
          <a:bodyPr/>
          <a:lstStyle/>
          <a:p>
            <a:fld id="{330EA680-D336-4FF7-8B7A-9848BB0A1C32}" type="slidenum">
              <a:rPr lang="en-US" smtClean="0"/>
              <a:t>56</a:t>
            </a:fld>
            <a:endParaRPr lang="en-US"/>
          </a:p>
        </p:txBody>
      </p:sp>
    </p:spTree>
    <p:extLst>
      <p:ext uri="{BB962C8B-B14F-4D97-AF65-F5344CB8AC3E}">
        <p14:creationId xmlns:p14="http://schemas.microsoft.com/office/powerpoint/2010/main" val="16793840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5ACC6BB2-28F8-4405-829D-0562733BE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0" name="Freeform: Shape 41">
            <a:extLst>
              <a:ext uri="{FF2B5EF4-FFF2-40B4-BE49-F238E27FC236}">
                <a16:creationId xmlns:a16="http://schemas.microsoft.com/office/drawing/2014/main" id="{5C2E53F0-AD54-4A55-99A0-EC896CE3C2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889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1" name="Freeform: Shape 43">
            <a:extLst>
              <a:ext uri="{FF2B5EF4-FFF2-40B4-BE49-F238E27FC236}">
                <a16:creationId xmlns:a16="http://schemas.microsoft.com/office/drawing/2014/main" id="{D15F19F8-85EE-477A-ACBA-4B6D0697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4EB9F5B-E843-9EE8-8577-81196BECE83A}"/>
              </a:ext>
            </a:extLst>
          </p:cNvPr>
          <p:cNvSpPr>
            <a:spLocks noGrp="1"/>
          </p:cNvSpPr>
          <p:nvPr>
            <p:ph type="title"/>
          </p:nvPr>
        </p:nvSpPr>
        <p:spPr>
          <a:xfrm>
            <a:off x="838200" y="253397"/>
            <a:ext cx="10515600" cy="1273233"/>
          </a:xfrm>
        </p:spPr>
        <p:txBody>
          <a:bodyPr>
            <a:normAutofit/>
          </a:bodyPr>
          <a:lstStyle/>
          <a:p>
            <a:r>
              <a:rPr lang="en-US" sz="4000"/>
              <a:t>Hilt</a:t>
            </a:r>
          </a:p>
        </p:txBody>
      </p:sp>
      <p:sp>
        <p:nvSpPr>
          <p:cNvPr id="46" name="Rectangle 45">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797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35" name="Content Placeholder 34">
            <a:extLst>
              <a:ext uri="{FF2B5EF4-FFF2-40B4-BE49-F238E27FC236}">
                <a16:creationId xmlns:a16="http://schemas.microsoft.com/office/drawing/2014/main" id="{D93DF1AE-2D49-4D86-0C9B-F1BA9EEDF754}"/>
              </a:ext>
            </a:extLst>
          </p:cNvPr>
          <p:cNvGraphicFramePr>
            <a:graphicFrameLocks noGrp="1"/>
          </p:cNvGraphicFramePr>
          <p:nvPr>
            <p:ph idx="1"/>
            <p:extLst>
              <p:ext uri="{D42A27DB-BD31-4B8C-83A1-F6EECF244321}">
                <p14:modId xmlns:p14="http://schemas.microsoft.com/office/powerpoint/2010/main" val="640418396"/>
              </p:ext>
            </p:extLst>
          </p:nvPr>
        </p:nvGraphicFramePr>
        <p:xfrm>
          <a:off x="838200" y="2184158"/>
          <a:ext cx="10515600" cy="4061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3A79AF96-2AD9-4307-9B4B-8CAF050B28FD}"/>
              </a:ext>
            </a:extLst>
          </p:cNvPr>
          <p:cNvSpPr>
            <a:spLocks noGrp="1"/>
          </p:cNvSpPr>
          <p:nvPr>
            <p:ph type="sldNum" sz="quarter" idx="12"/>
          </p:nvPr>
        </p:nvSpPr>
        <p:spPr/>
        <p:txBody>
          <a:bodyPr/>
          <a:lstStyle/>
          <a:p>
            <a:fld id="{330EA680-D336-4FF7-8B7A-9848BB0A1C32}" type="slidenum">
              <a:rPr lang="en-US" smtClean="0"/>
              <a:t>57</a:t>
            </a:fld>
            <a:endParaRPr lang="en-US"/>
          </a:p>
        </p:txBody>
      </p:sp>
    </p:spTree>
    <p:extLst>
      <p:ext uri="{BB962C8B-B14F-4D97-AF65-F5344CB8AC3E}">
        <p14:creationId xmlns:p14="http://schemas.microsoft.com/office/powerpoint/2010/main" val="35943827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A20261-EC30-5914-C573-24030589A38D}"/>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CC64492-C008-90DC-50D7-1AD5DDFBD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6">
            <a:extLst>
              <a:ext uri="{FF2B5EF4-FFF2-40B4-BE49-F238E27FC236}">
                <a16:creationId xmlns:a16="http://schemas.microsoft.com/office/drawing/2014/main" id="{71A5C4C6-F760-26F1-3FA0-6852654D9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Freeform: Shape 18">
            <a:extLst>
              <a:ext uri="{FF2B5EF4-FFF2-40B4-BE49-F238E27FC236}">
                <a16:creationId xmlns:a16="http://schemas.microsoft.com/office/drawing/2014/main" id="{9DFB58EA-9BDE-6E97-BC06-F8D4D2EDC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232776D-9523-265D-634F-62C41F3A977D}"/>
              </a:ext>
            </a:extLst>
          </p:cNvPr>
          <p:cNvSpPr>
            <a:spLocks noGrp="1"/>
          </p:cNvSpPr>
          <p:nvPr>
            <p:ph type="title"/>
          </p:nvPr>
        </p:nvSpPr>
        <p:spPr>
          <a:xfrm>
            <a:off x="621792" y="1161288"/>
            <a:ext cx="3602736" cy="4526280"/>
          </a:xfrm>
        </p:spPr>
        <p:txBody>
          <a:bodyPr vert="horz" lIns="91440" tIns="45720" rIns="91440" bIns="45720" rtlCol="0">
            <a:normAutofit/>
          </a:bodyPr>
          <a:lstStyle/>
          <a:p>
            <a:r>
              <a:rPr lang="en-US" sz="4000" kern="1200">
                <a:latin typeface="+mj-lt"/>
                <a:ea typeface="+mj-ea"/>
                <a:cs typeface="+mj-cs"/>
              </a:rPr>
              <a:t>Setting Up Hilt</a:t>
            </a:r>
          </a:p>
        </p:txBody>
      </p:sp>
      <p:sp>
        <p:nvSpPr>
          <p:cNvPr id="21" name="Rectangle 20">
            <a:extLst>
              <a:ext uri="{FF2B5EF4-FFF2-40B4-BE49-F238E27FC236}">
                <a16:creationId xmlns:a16="http://schemas.microsoft.com/office/drawing/2014/main" id="{FFE77537-DFAB-6AC8-B4D6-E480681981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F8594C9-D195-559B-8163-DA9A41FD42DD}"/>
              </a:ext>
            </a:extLst>
          </p:cNvPr>
          <p:cNvSpPr>
            <a:spLocks noGrp="1"/>
          </p:cNvSpPr>
          <p:nvPr>
            <p:ph idx="1"/>
          </p:nvPr>
        </p:nvSpPr>
        <p:spPr>
          <a:xfrm>
            <a:off x="611973" y="2450592"/>
            <a:ext cx="3340945" cy="4992624"/>
          </a:xfrm>
        </p:spPr>
        <p:txBody>
          <a:bodyPr vert="horz" lIns="91440" tIns="45720" rIns="91440" bIns="45720" rtlCol="0" anchor="ctr">
            <a:normAutofit/>
          </a:bodyPr>
          <a:lstStyle/>
          <a:p>
            <a:r>
              <a:rPr lang="en-US" sz="2000"/>
              <a:t>Add the hilt-android-</a:t>
            </a:r>
            <a:r>
              <a:rPr lang="en-US" sz="2000" err="1"/>
              <a:t>gradle</a:t>
            </a:r>
            <a:r>
              <a:rPr lang="en-US" sz="2000"/>
              <a:t>-plugin plugin to your project's root </a:t>
            </a:r>
            <a:r>
              <a:rPr lang="en-US" sz="2000" err="1"/>
              <a:t>build.gradle</a:t>
            </a:r>
            <a:r>
              <a:rPr lang="en-US" sz="2000"/>
              <a:t> file:</a:t>
            </a:r>
          </a:p>
          <a:p>
            <a:endParaRPr lang="en-US" sz="2000"/>
          </a:p>
          <a:p>
            <a:endParaRPr lang="en-US" sz="2000"/>
          </a:p>
          <a:p>
            <a:pPr marL="0"/>
            <a:endParaRPr lang="en-US" sz="2000"/>
          </a:p>
        </p:txBody>
      </p:sp>
      <p:sp>
        <p:nvSpPr>
          <p:cNvPr id="8" name="TextBox 7">
            <a:extLst>
              <a:ext uri="{FF2B5EF4-FFF2-40B4-BE49-F238E27FC236}">
                <a16:creationId xmlns:a16="http://schemas.microsoft.com/office/drawing/2014/main" id="{B50D59C9-363C-5F32-1858-253A2D25ADAF}"/>
              </a:ext>
            </a:extLst>
          </p:cNvPr>
          <p:cNvSpPr txBox="1"/>
          <p:nvPr/>
        </p:nvSpPr>
        <p:spPr>
          <a:xfrm>
            <a:off x="3832811" y="978587"/>
            <a:ext cx="8137523" cy="4708981"/>
          </a:xfrm>
          <a:prstGeom prst="rect">
            <a:avLst/>
          </a:prstGeom>
          <a:solidFill>
            <a:schemeClr val="bg1"/>
          </a:solidFill>
        </p:spPr>
        <p:txBody>
          <a:bodyPr wrap="square">
            <a:spAutoFit/>
          </a:bodyPr>
          <a:lstStyle/>
          <a:p>
            <a:pPr>
              <a:buNone/>
            </a:pPr>
            <a:r>
              <a:rPr lang="en-US" sz="2000" i="1" dirty="0">
                <a:solidFill>
                  <a:srgbClr val="8C8C8C"/>
                </a:solidFill>
                <a:effectLst/>
                <a:latin typeface="JetBrains Mono"/>
              </a:rPr>
              <a:t>// Top-level build file where you can add configuration options common to all sub-projects/modules.</a:t>
            </a:r>
            <a:br>
              <a:rPr lang="en-US" sz="2000" i="1" dirty="0">
                <a:solidFill>
                  <a:srgbClr val="8C8C8C"/>
                </a:solidFill>
                <a:effectLst/>
                <a:latin typeface="JetBrains Mono"/>
              </a:rPr>
            </a:br>
            <a:r>
              <a:rPr lang="en-US" sz="2000" dirty="0">
                <a:solidFill>
                  <a:srgbClr val="080808"/>
                </a:solidFill>
                <a:effectLst/>
                <a:latin typeface="JetBrains Mono"/>
              </a:rPr>
              <a:t>plugins </a:t>
            </a:r>
            <a:r>
              <a:rPr lang="en-US" sz="2000" b="1" dirty="0">
                <a:solidFill>
                  <a:srgbClr val="080808"/>
                </a:solidFill>
                <a:effectLst/>
                <a:latin typeface="JetBrains Mono"/>
              </a:rPr>
              <a:t>{</a:t>
            </a:r>
            <a:br>
              <a:rPr lang="en-US" sz="2000" b="1" dirty="0">
                <a:solidFill>
                  <a:srgbClr val="080808"/>
                </a:solidFill>
                <a:effectLst/>
                <a:latin typeface="JetBrains Mono"/>
              </a:rPr>
            </a:br>
            <a:r>
              <a:rPr lang="en-US" sz="2000" b="1" dirty="0">
                <a:solidFill>
                  <a:srgbClr val="080808"/>
                </a:solidFill>
                <a:effectLst/>
                <a:latin typeface="JetBrains Mono"/>
              </a:rPr>
              <a:t>    </a:t>
            </a:r>
            <a:r>
              <a:rPr lang="en-US" sz="2000" dirty="0">
                <a:solidFill>
                  <a:srgbClr val="800000"/>
                </a:solidFill>
                <a:effectLst/>
                <a:latin typeface="JetBrains Mono"/>
              </a:rPr>
              <a:t>alias</a:t>
            </a:r>
            <a:r>
              <a:rPr lang="en-US" sz="2000" dirty="0">
                <a:solidFill>
                  <a:srgbClr val="080808"/>
                </a:solidFill>
                <a:effectLst/>
                <a:latin typeface="JetBrains Mono"/>
              </a:rPr>
              <a:t>(</a:t>
            </a:r>
            <a:r>
              <a:rPr lang="en-US" sz="2000" i="1" dirty="0" err="1">
                <a:solidFill>
                  <a:srgbClr val="871094"/>
                </a:solidFill>
                <a:effectLst/>
                <a:latin typeface="JetBrains Mono"/>
              </a:rPr>
              <a:t>libs</a:t>
            </a:r>
            <a:r>
              <a:rPr lang="en-US" sz="2000" dirty="0" err="1">
                <a:solidFill>
                  <a:srgbClr val="080808"/>
                </a:solidFill>
                <a:effectLst/>
                <a:latin typeface="JetBrains Mono"/>
              </a:rPr>
              <a:t>.</a:t>
            </a:r>
            <a:r>
              <a:rPr lang="en-US" sz="2000" i="1" dirty="0" err="1">
                <a:solidFill>
                  <a:srgbClr val="871094"/>
                </a:solidFill>
                <a:effectLst/>
                <a:latin typeface="JetBrains Mono"/>
              </a:rPr>
              <a:t>plugins</a:t>
            </a:r>
            <a:r>
              <a:rPr lang="en-US" sz="2000" dirty="0" err="1">
                <a:solidFill>
                  <a:srgbClr val="080808"/>
                </a:solidFill>
                <a:effectLst/>
                <a:latin typeface="JetBrains Mono"/>
              </a:rPr>
              <a:t>.</a:t>
            </a:r>
            <a:r>
              <a:rPr lang="en-US" sz="2000" i="1" dirty="0" err="1">
                <a:solidFill>
                  <a:srgbClr val="871094"/>
                </a:solidFill>
                <a:effectLst/>
                <a:latin typeface="JetBrains Mono"/>
              </a:rPr>
              <a:t>android</a:t>
            </a:r>
            <a:r>
              <a:rPr lang="en-US" sz="2000" dirty="0" err="1">
                <a:solidFill>
                  <a:srgbClr val="080808"/>
                </a:solidFill>
                <a:effectLst/>
                <a:latin typeface="JetBrains Mono"/>
              </a:rPr>
              <a:t>.</a:t>
            </a:r>
            <a:r>
              <a:rPr lang="en-US" sz="2000" i="1" dirty="0" err="1">
                <a:solidFill>
                  <a:srgbClr val="871094"/>
                </a:solidFill>
                <a:effectLst/>
                <a:latin typeface="JetBrains Mono"/>
              </a:rPr>
              <a:t>application</a:t>
            </a:r>
            <a:r>
              <a:rPr lang="en-US" sz="2000" dirty="0">
                <a:solidFill>
                  <a:srgbClr val="080808"/>
                </a:solidFill>
                <a:effectLst/>
                <a:latin typeface="JetBrains Mono"/>
              </a:rPr>
              <a:t>) </a:t>
            </a:r>
            <a:r>
              <a:rPr lang="en-US" sz="2000" i="1" dirty="0">
                <a:solidFill>
                  <a:srgbClr val="00627A"/>
                </a:solidFill>
                <a:effectLst/>
                <a:latin typeface="JetBrains Mono"/>
              </a:rPr>
              <a:t>apply </a:t>
            </a:r>
            <a:r>
              <a:rPr lang="en-US" sz="2000" dirty="0">
                <a:solidFill>
                  <a:srgbClr val="0033B3"/>
                </a:solidFill>
                <a:effectLst/>
                <a:latin typeface="JetBrains Mono"/>
              </a:rPr>
              <a:t>false</a:t>
            </a:r>
            <a:br>
              <a:rPr lang="en-US" sz="2000" dirty="0">
                <a:solidFill>
                  <a:srgbClr val="0033B3"/>
                </a:solidFill>
                <a:effectLst/>
                <a:latin typeface="JetBrains Mono"/>
              </a:rPr>
            </a:br>
            <a:r>
              <a:rPr lang="en-US" sz="2000" dirty="0">
                <a:solidFill>
                  <a:srgbClr val="0033B3"/>
                </a:solidFill>
                <a:effectLst/>
                <a:latin typeface="JetBrains Mono"/>
              </a:rPr>
              <a:t>    </a:t>
            </a:r>
            <a:r>
              <a:rPr lang="en-US" sz="2000" dirty="0">
                <a:solidFill>
                  <a:srgbClr val="800000"/>
                </a:solidFill>
                <a:effectLst/>
                <a:latin typeface="JetBrains Mono"/>
              </a:rPr>
              <a:t>alias</a:t>
            </a:r>
            <a:r>
              <a:rPr lang="en-US" sz="2000" dirty="0">
                <a:solidFill>
                  <a:srgbClr val="080808"/>
                </a:solidFill>
                <a:effectLst/>
                <a:latin typeface="JetBrains Mono"/>
              </a:rPr>
              <a:t>(</a:t>
            </a:r>
            <a:r>
              <a:rPr lang="en-US" sz="2000" i="1" dirty="0" err="1">
                <a:solidFill>
                  <a:srgbClr val="871094"/>
                </a:solidFill>
                <a:effectLst/>
                <a:latin typeface="JetBrains Mono"/>
              </a:rPr>
              <a:t>libs</a:t>
            </a:r>
            <a:r>
              <a:rPr lang="en-US" sz="2000" dirty="0" err="1">
                <a:solidFill>
                  <a:srgbClr val="080808"/>
                </a:solidFill>
                <a:effectLst/>
                <a:latin typeface="JetBrains Mono"/>
              </a:rPr>
              <a:t>.</a:t>
            </a:r>
            <a:r>
              <a:rPr lang="en-US" sz="2000" i="1" dirty="0" err="1">
                <a:solidFill>
                  <a:srgbClr val="871094"/>
                </a:solidFill>
                <a:effectLst/>
                <a:latin typeface="JetBrains Mono"/>
              </a:rPr>
              <a:t>plugins</a:t>
            </a:r>
            <a:r>
              <a:rPr lang="en-US" sz="2000" dirty="0" err="1">
                <a:solidFill>
                  <a:srgbClr val="080808"/>
                </a:solidFill>
                <a:effectLst/>
                <a:latin typeface="JetBrains Mono"/>
              </a:rPr>
              <a:t>.</a:t>
            </a:r>
            <a:r>
              <a:rPr lang="en-US" sz="2000" i="1" dirty="0" err="1">
                <a:solidFill>
                  <a:srgbClr val="871094"/>
                </a:solidFill>
                <a:effectLst/>
                <a:latin typeface="JetBrains Mono"/>
              </a:rPr>
              <a:t>kotlin</a:t>
            </a:r>
            <a:r>
              <a:rPr lang="en-US" sz="2000" dirty="0" err="1">
                <a:solidFill>
                  <a:srgbClr val="080808"/>
                </a:solidFill>
                <a:effectLst/>
                <a:latin typeface="JetBrains Mono"/>
              </a:rPr>
              <a:t>.</a:t>
            </a:r>
            <a:r>
              <a:rPr lang="en-US" sz="2000" i="1" dirty="0" err="1">
                <a:solidFill>
                  <a:srgbClr val="871094"/>
                </a:solidFill>
                <a:effectLst/>
                <a:latin typeface="JetBrains Mono"/>
              </a:rPr>
              <a:t>android</a:t>
            </a:r>
            <a:r>
              <a:rPr lang="en-US" sz="2000" dirty="0">
                <a:solidFill>
                  <a:srgbClr val="080808"/>
                </a:solidFill>
                <a:effectLst/>
                <a:latin typeface="JetBrains Mono"/>
              </a:rPr>
              <a:t>) </a:t>
            </a:r>
            <a:r>
              <a:rPr lang="en-US" sz="2000" i="1" dirty="0">
                <a:solidFill>
                  <a:srgbClr val="00627A"/>
                </a:solidFill>
                <a:effectLst/>
                <a:latin typeface="JetBrains Mono"/>
              </a:rPr>
              <a:t>apply </a:t>
            </a:r>
            <a:r>
              <a:rPr lang="en-US" sz="2000" dirty="0">
                <a:solidFill>
                  <a:srgbClr val="0033B3"/>
                </a:solidFill>
                <a:effectLst/>
                <a:latin typeface="JetBrains Mono"/>
              </a:rPr>
              <a:t>false</a:t>
            </a:r>
            <a:br>
              <a:rPr lang="en-US" sz="2000" dirty="0">
                <a:solidFill>
                  <a:srgbClr val="0033B3"/>
                </a:solidFill>
                <a:effectLst/>
                <a:latin typeface="JetBrains Mono"/>
              </a:rPr>
            </a:br>
            <a:r>
              <a:rPr lang="en-US" sz="2000" dirty="0">
                <a:solidFill>
                  <a:srgbClr val="0033B3"/>
                </a:solidFill>
                <a:effectLst/>
                <a:latin typeface="JetBrains Mono"/>
              </a:rPr>
              <a:t>    </a:t>
            </a:r>
            <a:r>
              <a:rPr lang="en-US" sz="2000" dirty="0">
                <a:solidFill>
                  <a:srgbClr val="800000"/>
                </a:solidFill>
                <a:effectLst/>
                <a:latin typeface="JetBrains Mono"/>
              </a:rPr>
              <a:t>alias</a:t>
            </a:r>
            <a:r>
              <a:rPr lang="en-US" sz="2000" dirty="0">
                <a:solidFill>
                  <a:srgbClr val="080808"/>
                </a:solidFill>
                <a:effectLst/>
                <a:latin typeface="JetBrains Mono"/>
              </a:rPr>
              <a:t>(</a:t>
            </a:r>
            <a:r>
              <a:rPr lang="en-US" sz="2000" i="1" dirty="0" err="1">
                <a:solidFill>
                  <a:srgbClr val="871094"/>
                </a:solidFill>
                <a:effectLst/>
                <a:latin typeface="JetBrains Mono"/>
              </a:rPr>
              <a:t>libs</a:t>
            </a:r>
            <a:r>
              <a:rPr lang="en-US" sz="2000" dirty="0" err="1">
                <a:solidFill>
                  <a:srgbClr val="080808"/>
                </a:solidFill>
                <a:effectLst/>
                <a:latin typeface="JetBrains Mono"/>
              </a:rPr>
              <a:t>.</a:t>
            </a:r>
            <a:r>
              <a:rPr lang="en-US" sz="2000" i="1" dirty="0" err="1">
                <a:solidFill>
                  <a:srgbClr val="871094"/>
                </a:solidFill>
                <a:effectLst/>
                <a:latin typeface="JetBrains Mono"/>
              </a:rPr>
              <a:t>plugins</a:t>
            </a:r>
            <a:r>
              <a:rPr lang="en-US" sz="2000" dirty="0" err="1">
                <a:solidFill>
                  <a:srgbClr val="080808"/>
                </a:solidFill>
                <a:effectLst/>
                <a:latin typeface="JetBrains Mono"/>
              </a:rPr>
              <a:t>.</a:t>
            </a:r>
            <a:r>
              <a:rPr lang="en-US" sz="2000" i="1" dirty="0" err="1">
                <a:solidFill>
                  <a:srgbClr val="871094"/>
                </a:solidFill>
                <a:effectLst/>
                <a:latin typeface="JetBrains Mono"/>
              </a:rPr>
              <a:t>kotlin</a:t>
            </a:r>
            <a:r>
              <a:rPr lang="en-US" sz="2000" dirty="0" err="1">
                <a:solidFill>
                  <a:srgbClr val="080808"/>
                </a:solidFill>
                <a:effectLst/>
                <a:latin typeface="JetBrains Mono"/>
              </a:rPr>
              <a:t>.</a:t>
            </a:r>
            <a:r>
              <a:rPr lang="en-US" sz="2000" i="1" dirty="0" err="1">
                <a:solidFill>
                  <a:srgbClr val="871094"/>
                </a:solidFill>
                <a:effectLst/>
                <a:latin typeface="JetBrains Mono"/>
              </a:rPr>
              <a:t>compose</a:t>
            </a:r>
            <a:r>
              <a:rPr lang="en-US" sz="2000" dirty="0">
                <a:solidFill>
                  <a:srgbClr val="080808"/>
                </a:solidFill>
                <a:effectLst/>
                <a:latin typeface="JetBrains Mono"/>
              </a:rPr>
              <a:t>) </a:t>
            </a:r>
            <a:r>
              <a:rPr lang="en-US" sz="2000" i="1" dirty="0">
                <a:solidFill>
                  <a:srgbClr val="00627A"/>
                </a:solidFill>
                <a:effectLst/>
                <a:latin typeface="JetBrains Mono"/>
              </a:rPr>
              <a:t>apply </a:t>
            </a:r>
            <a:r>
              <a:rPr lang="en-US" sz="2000" dirty="0">
                <a:solidFill>
                  <a:srgbClr val="0033B3"/>
                </a:solidFill>
                <a:effectLst/>
                <a:latin typeface="JetBrains Mono"/>
              </a:rPr>
              <a:t>false</a:t>
            </a:r>
            <a:br>
              <a:rPr lang="en-US" sz="2000" dirty="0">
                <a:solidFill>
                  <a:srgbClr val="0033B3"/>
                </a:solidFill>
                <a:effectLst/>
                <a:latin typeface="JetBrains Mono"/>
              </a:rPr>
            </a:br>
            <a:r>
              <a:rPr lang="en-US" sz="2000" dirty="0">
                <a:solidFill>
                  <a:srgbClr val="0033B3"/>
                </a:solidFill>
                <a:effectLst/>
                <a:latin typeface="JetBrains Mono"/>
              </a:rPr>
              <a:t>    </a:t>
            </a:r>
            <a:r>
              <a:rPr lang="en-US" sz="2000" i="1" dirty="0">
                <a:solidFill>
                  <a:srgbClr val="8C8C8C"/>
                </a:solidFill>
                <a:effectLst/>
                <a:latin typeface="JetBrains Mono"/>
              </a:rPr>
              <a:t>// Hilt plugin for Dependency Injection</a:t>
            </a:r>
            <a:br>
              <a:rPr lang="en-US" sz="2000" i="1" dirty="0">
                <a:solidFill>
                  <a:srgbClr val="8C8C8C"/>
                </a:solidFill>
                <a:effectLst/>
                <a:latin typeface="JetBrains Mono"/>
              </a:rPr>
            </a:br>
            <a:r>
              <a:rPr lang="en-US" sz="2000" i="1" dirty="0">
                <a:solidFill>
                  <a:srgbClr val="8C8C8C"/>
                </a:solidFill>
                <a:effectLst/>
                <a:latin typeface="JetBrains Mono"/>
              </a:rPr>
              <a:t>    // but not applied globally (apply false).</a:t>
            </a:r>
            <a:br>
              <a:rPr lang="en-US" sz="2000" i="1" dirty="0">
                <a:solidFill>
                  <a:srgbClr val="8C8C8C"/>
                </a:solidFill>
                <a:effectLst/>
                <a:latin typeface="JetBrains Mono"/>
              </a:rPr>
            </a:br>
            <a:r>
              <a:rPr lang="en-US" sz="2000" i="1" dirty="0">
                <a:solidFill>
                  <a:srgbClr val="8C8C8C"/>
                </a:solidFill>
                <a:effectLst/>
                <a:latin typeface="JetBrains Mono"/>
              </a:rPr>
              <a:t>    // Keeps it available for modules that explicitly need it.</a:t>
            </a:r>
            <a:br>
              <a:rPr lang="en-US" sz="2000" i="1" dirty="0">
                <a:solidFill>
                  <a:srgbClr val="8C8C8C"/>
                </a:solidFill>
                <a:effectLst/>
                <a:latin typeface="JetBrains Mono"/>
              </a:rPr>
            </a:br>
            <a:r>
              <a:rPr lang="en-US" sz="2000" i="1" dirty="0">
                <a:solidFill>
                  <a:srgbClr val="8C8C8C"/>
                </a:solidFill>
                <a:effectLst/>
                <a:latin typeface="JetBrains Mono"/>
              </a:rPr>
              <a:t>    </a:t>
            </a:r>
            <a:r>
              <a:rPr lang="en-US" sz="2000" dirty="0">
                <a:solidFill>
                  <a:srgbClr val="800000"/>
                </a:solidFill>
                <a:effectLst/>
                <a:latin typeface="JetBrains Mono"/>
              </a:rPr>
              <a:t>id</a:t>
            </a:r>
            <a:r>
              <a:rPr lang="en-US" sz="2000" dirty="0">
                <a:solidFill>
                  <a:srgbClr val="080808"/>
                </a:solidFill>
                <a:effectLst/>
                <a:latin typeface="JetBrains Mono"/>
              </a:rPr>
              <a:t>(</a:t>
            </a:r>
            <a:r>
              <a:rPr lang="en-US" sz="2000" dirty="0">
                <a:solidFill>
                  <a:srgbClr val="067D17"/>
                </a:solidFill>
                <a:effectLst/>
                <a:latin typeface="JetBrains Mono"/>
              </a:rPr>
              <a:t>"</a:t>
            </a:r>
            <a:r>
              <a:rPr lang="en-US" sz="2000" dirty="0" err="1">
                <a:solidFill>
                  <a:srgbClr val="067D17"/>
                </a:solidFill>
                <a:effectLst/>
                <a:latin typeface="JetBrains Mono"/>
              </a:rPr>
              <a:t>com.google.dagger.hilt.android</a:t>
            </a:r>
            <a:r>
              <a:rPr lang="en-US" sz="2000" dirty="0">
                <a:solidFill>
                  <a:srgbClr val="067D17"/>
                </a:solidFill>
                <a:effectLst/>
                <a:latin typeface="JetBrains Mono"/>
              </a:rPr>
              <a:t>"</a:t>
            </a:r>
            <a:r>
              <a:rPr lang="en-US" sz="2000" dirty="0">
                <a:solidFill>
                  <a:srgbClr val="080808"/>
                </a:solidFill>
                <a:effectLst/>
                <a:latin typeface="JetBrains Mono"/>
              </a:rPr>
              <a:t>) </a:t>
            </a:r>
            <a:r>
              <a:rPr lang="en-US" sz="2000" i="1" dirty="0">
                <a:solidFill>
                  <a:srgbClr val="00627A"/>
                </a:solidFill>
                <a:effectLst/>
                <a:latin typeface="JetBrains Mono"/>
              </a:rPr>
              <a:t>version </a:t>
            </a:r>
            <a:r>
              <a:rPr lang="en-US" sz="2000" dirty="0">
                <a:solidFill>
                  <a:srgbClr val="067D17"/>
                </a:solidFill>
                <a:effectLst/>
                <a:latin typeface="JetBrains Mono"/>
              </a:rPr>
              <a:t>"2.57.2" </a:t>
            </a:r>
            <a:r>
              <a:rPr lang="en-US" sz="2000" i="1" dirty="0">
                <a:solidFill>
                  <a:srgbClr val="00627A"/>
                </a:solidFill>
                <a:effectLst/>
                <a:latin typeface="JetBrains Mono"/>
              </a:rPr>
              <a:t>apply </a:t>
            </a:r>
            <a:r>
              <a:rPr lang="en-US" sz="2000" dirty="0">
                <a:solidFill>
                  <a:srgbClr val="0033B3"/>
                </a:solidFill>
                <a:effectLst/>
                <a:latin typeface="JetBrains Mono"/>
              </a:rPr>
              <a:t>false</a:t>
            </a:r>
            <a:br>
              <a:rPr lang="en-US" sz="2000" dirty="0">
                <a:solidFill>
                  <a:srgbClr val="0033B3"/>
                </a:solidFill>
                <a:effectLst/>
                <a:latin typeface="JetBrains Mono"/>
              </a:rPr>
            </a:br>
            <a:r>
              <a:rPr lang="en-US" sz="2000" dirty="0">
                <a:solidFill>
                  <a:srgbClr val="0033B3"/>
                </a:solidFill>
                <a:effectLst/>
                <a:latin typeface="JetBrains Mono"/>
              </a:rPr>
              <a:t>    </a:t>
            </a:r>
            <a:r>
              <a:rPr lang="en-US" sz="2000" i="1" dirty="0">
                <a:solidFill>
                  <a:srgbClr val="8C8C8C"/>
                </a:solidFill>
                <a:effectLst/>
                <a:latin typeface="JetBrains Mono"/>
              </a:rPr>
              <a:t>// Kotlin Symbol Processing (KSP) plugin</a:t>
            </a:r>
            <a:br>
              <a:rPr lang="en-US" sz="2000" i="1" dirty="0">
                <a:solidFill>
                  <a:srgbClr val="8C8C8C"/>
                </a:solidFill>
                <a:effectLst/>
                <a:latin typeface="JetBrains Mono"/>
              </a:rPr>
            </a:br>
            <a:r>
              <a:rPr lang="en-US" sz="2000" i="1" dirty="0">
                <a:solidFill>
                  <a:srgbClr val="8C8C8C"/>
                </a:solidFill>
                <a:effectLst/>
                <a:latin typeface="JetBrains Mono"/>
              </a:rPr>
              <a:t>    // Applied immediately at the root with version "2.2.10-2.0.2".</a:t>
            </a:r>
            <a:br>
              <a:rPr lang="en-US" sz="2000" i="1" dirty="0">
                <a:solidFill>
                  <a:srgbClr val="8C8C8C"/>
                </a:solidFill>
                <a:effectLst/>
                <a:latin typeface="JetBrains Mono"/>
              </a:rPr>
            </a:br>
            <a:r>
              <a:rPr lang="en-US" sz="2000" i="1" dirty="0">
                <a:solidFill>
                  <a:srgbClr val="8C8C8C"/>
                </a:solidFill>
                <a:effectLst/>
                <a:latin typeface="JetBrains Mono"/>
              </a:rPr>
              <a:t>    // Required to run annotation processors (e.g., Room, Moshi, Hilt </a:t>
            </a:r>
            <a:r>
              <a:rPr lang="en-US" sz="2000" i="1" dirty="0" err="1">
                <a:solidFill>
                  <a:srgbClr val="8C8C8C"/>
                </a:solidFill>
                <a:effectLst/>
                <a:latin typeface="JetBrains Mono"/>
              </a:rPr>
              <a:t>codegen</a:t>
            </a:r>
            <a:r>
              <a:rPr lang="en-US" sz="2000" i="1" dirty="0">
                <a:solidFill>
                  <a:srgbClr val="8C8C8C"/>
                </a:solidFill>
                <a:effectLst/>
                <a:latin typeface="JetBrains Mono"/>
              </a:rPr>
              <a:t>).</a:t>
            </a:r>
            <a:br>
              <a:rPr lang="en-US" sz="2000" i="1" dirty="0">
                <a:solidFill>
                  <a:srgbClr val="8C8C8C"/>
                </a:solidFill>
                <a:effectLst/>
                <a:latin typeface="JetBrains Mono"/>
              </a:rPr>
            </a:br>
            <a:r>
              <a:rPr lang="en-US" sz="2000" i="1" dirty="0">
                <a:solidFill>
                  <a:srgbClr val="8C8C8C"/>
                </a:solidFill>
                <a:effectLst/>
                <a:latin typeface="JetBrains Mono"/>
              </a:rPr>
              <a:t>    </a:t>
            </a:r>
            <a:r>
              <a:rPr lang="en-US" sz="2000" dirty="0">
                <a:solidFill>
                  <a:srgbClr val="800000"/>
                </a:solidFill>
                <a:effectLst/>
                <a:latin typeface="JetBrains Mono"/>
              </a:rPr>
              <a:t>id</a:t>
            </a:r>
            <a:r>
              <a:rPr lang="en-US" sz="2000" dirty="0">
                <a:solidFill>
                  <a:srgbClr val="080808"/>
                </a:solidFill>
                <a:effectLst/>
                <a:latin typeface="JetBrains Mono"/>
              </a:rPr>
              <a:t>(</a:t>
            </a:r>
            <a:r>
              <a:rPr lang="en-US" sz="2000" dirty="0">
                <a:solidFill>
                  <a:srgbClr val="067D17"/>
                </a:solidFill>
                <a:effectLst/>
                <a:latin typeface="JetBrains Mono"/>
              </a:rPr>
              <a:t>"</a:t>
            </a:r>
            <a:r>
              <a:rPr lang="en-US" sz="2000" dirty="0" err="1">
                <a:solidFill>
                  <a:srgbClr val="067D17"/>
                </a:solidFill>
                <a:effectLst/>
                <a:latin typeface="JetBrains Mono"/>
              </a:rPr>
              <a:t>com.google.devtools.ksp</a:t>
            </a:r>
            <a:r>
              <a:rPr lang="en-US" sz="2000" dirty="0">
                <a:solidFill>
                  <a:srgbClr val="067D17"/>
                </a:solidFill>
                <a:effectLst/>
                <a:latin typeface="JetBrains Mono"/>
              </a:rPr>
              <a:t>"</a:t>
            </a:r>
            <a:r>
              <a:rPr lang="en-US" sz="2000" dirty="0">
                <a:solidFill>
                  <a:srgbClr val="080808"/>
                </a:solidFill>
                <a:effectLst/>
                <a:latin typeface="JetBrains Mono"/>
              </a:rPr>
              <a:t>) </a:t>
            </a:r>
            <a:r>
              <a:rPr lang="en-US" sz="2000" i="1" dirty="0">
                <a:solidFill>
                  <a:srgbClr val="00627A"/>
                </a:solidFill>
                <a:effectLst/>
                <a:latin typeface="JetBrains Mono"/>
              </a:rPr>
              <a:t>version </a:t>
            </a:r>
            <a:r>
              <a:rPr lang="en-US" sz="2000" dirty="0">
                <a:solidFill>
                  <a:srgbClr val="067D17"/>
                </a:solidFill>
                <a:effectLst/>
                <a:latin typeface="JetBrains Mono"/>
              </a:rPr>
              <a:t>"2.2.10-2.0.2" </a:t>
            </a:r>
            <a:r>
              <a:rPr lang="en-US" sz="2000" i="1" dirty="0">
                <a:solidFill>
                  <a:srgbClr val="00627A"/>
                </a:solidFill>
                <a:effectLst/>
                <a:latin typeface="JetBrains Mono"/>
              </a:rPr>
              <a:t>apply </a:t>
            </a:r>
            <a:r>
              <a:rPr lang="en-US" sz="2000" dirty="0">
                <a:solidFill>
                  <a:srgbClr val="0033B3"/>
                </a:solidFill>
                <a:effectLst/>
                <a:latin typeface="JetBrains Mono"/>
              </a:rPr>
              <a:t>false</a:t>
            </a:r>
            <a:br>
              <a:rPr lang="en-US" sz="2000" dirty="0">
                <a:solidFill>
                  <a:srgbClr val="0033B3"/>
                </a:solidFill>
                <a:effectLst/>
                <a:latin typeface="JetBrains Mono"/>
              </a:rPr>
            </a:br>
            <a:r>
              <a:rPr lang="en-US" sz="2000" b="1" dirty="0">
                <a:solidFill>
                  <a:srgbClr val="080808"/>
                </a:solidFill>
                <a:effectLst/>
                <a:latin typeface="JetBrains Mono"/>
              </a:rPr>
              <a:t>}</a:t>
            </a:r>
            <a:endParaRPr lang="en-US" sz="2000" dirty="0">
              <a:solidFill>
                <a:srgbClr val="080808"/>
              </a:solidFill>
              <a:effectLst/>
              <a:latin typeface="JetBrains Mono"/>
            </a:endParaRPr>
          </a:p>
        </p:txBody>
      </p:sp>
      <p:sp>
        <p:nvSpPr>
          <p:cNvPr id="9" name="Rectangle 8">
            <a:extLst>
              <a:ext uri="{FF2B5EF4-FFF2-40B4-BE49-F238E27FC236}">
                <a16:creationId xmlns:a16="http://schemas.microsoft.com/office/drawing/2014/main" id="{026C71EE-A7A3-58FC-2BEF-A9154A754B72}"/>
              </a:ext>
            </a:extLst>
          </p:cNvPr>
          <p:cNvSpPr/>
          <p:nvPr/>
        </p:nvSpPr>
        <p:spPr>
          <a:xfrm>
            <a:off x="4138250" y="2825910"/>
            <a:ext cx="7832084" cy="2496718"/>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38093D2A-2378-E325-2C75-4ACA2CF88032}"/>
              </a:ext>
            </a:extLst>
          </p:cNvPr>
          <p:cNvSpPr>
            <a:spLocks noGrp="1"/>
          </p:cNvSpPr>
          <p:nvPr>
            <p:ph type="sldNum" sz="quarter" idx="12"/>
          </p:nvPr>
        </p:nvSpPr>
        <p:spPr/>
        <p:txBody>
          <a:bodyPr/>
          <a:lstStyle/>
          <a:p>
            <a:fld id="{330EA680-D336-4FF7-8B7A-9848BB0A1C32}" type="slidenum">
              <a:rPr lang="en-US" smtClean="0"/>
              <a:t>58</a:t>
            </a:fld>
            <a:endParaRPr lang="en-US" dirty="0"/>
          </a:p>
        </p:txBody>
      </p:sp>
    </p:spTree>
    <p:extLst>
      <p:ext uri="{BB962C8B-B14F-4D97-AF65-F5344CB8AC3E}">
        <p14:creationId xmlns:p14="http://schemas.microsoft.com/office/powerpoint/2010/main" val="33739165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1">
            <a:extLst>
              <a:ext uri="{FF2B5EF4-FFF2-40B4-BE49-F238E27FC236}">
                <a16:creationId xmlns:a16="http://schemas.microsoft.com/office/drawing/2014/main" id="{40D1A03B-207C-9DE4-30E0-CE4BC65B13F9}"/>
              </a:ext>
            </a:extLst>
          </p:cNvPr>
          <p:cNvSpPr txBox="1">
            <a:spLocks/>
          </p:cNvSpPr>
          <p:nvPr/>
        </p:nvSpPr>
        <p:spPr>
          <a:xfrm>
            <a:off x="443807" y="348195"/>
            <a:ext cx="3602736" cy="45262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4000" kern="1200">
                <a:solidFill>
                  <a:schemeClr val="tx1"/>
                </a:solidFill>
                <a:latin typeface="+mj-lt"/>
                <a:ea typeface="+mj-ea"/>
                <a:cs typeface="+mj-cs"/>
              </a:rPr>
              <a:t>Setting Up Hilt</a:t>
            </a:r>
          </a:p>
        </p:txBody>
      </p:sp>
      <p:sp>
        <p:nvSpPr>
          <p:cNvPr id="18" name="Rectangle 17">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TextBox 6">
            <a:extLst>
              <a:ext uri="{FF2B5EF4-FFF2-40B4-BE49-F238E27FC236}">
                <a16:creationId xmlns:a16="http://schemas.microsoft.com/office/drawing/2014/main" id="{82A1D698-8ADA-0757-C340-7C43FB76BF29}"/>
              </a:ext>
            </a:extLst>
          </p:cNvPr>
          <p:cNvSpPr txBox="1"/>
          <p:nvPr/>
        </p:nvSpPr>
        <p:spPr>
          <a:xfrm>
            <a:off x="597920" y="3102049"/>
            <a:ext cx="3259667" cy="1015663"/>
          </a:xfrm>
          <a:prstGeom prst="rect">
            <a:avLst/>
          </a:prstGeom>
          <a:noFill/>
        </p:spPr>
        <p:txBody>
          <a:bodyPr wrap="square">
            <a:spAutoFit/>
          </a:bodyPr>
          <a:lstStyle/>
          <a:p>
            <a:pPr>
              <a:spcAft>
                <a:spcPts val="600"/>
              </a:spcAft>
            </a:pPr>
            <a:r>
              <a:rPr lang="en-US" sz="2000" dirty="0"/>
              <a:t>Apply the Gradle plugin and add these dependencies in your app/</a:t>
            </a:r>
            <a:r>
              <a:rPr lang="en-US" sz="2000" dirty="0" err="1"/>
              <a:t>build.gradle</a:t>
            </a:r>
            <a:r>
              <a:rPr lang="en-US" sz="2000" dirty="0"/>
              <a:t> file:</a:t>
            </a:r>
          </a:p>
        </p:txBody>
      </p:sp>
      <p:sp>
        <p:nvSpPr>
          <p:cNvPr id="20" name="TextBox 19">
            <a:extLst>
              <a:ext uri="{FF2B5EF4-FFF2-40B4-BE49-F238E27FC236}">
                <a16:creationId xmlns:a16="http://schemas.microsoft.com/office/drawing/2014/main" id="{892392A9-B06F-ED68-918D-50DA3BDDCD4C}"/>
              </a:ext>
            </a:extLst>
          </p:cNvPr>
          <p:cNvSpPr txBox="1"/>
          <p:nvPr/>
        </p:nvSpPr>
        <p:spPr>
          <a:xfrm>
            <a:off x="4878695" y="0"/>
            <a:ext cx="7670216" cy="7294305"/>
          </a:xfrm>
          <a:prstGeom prst="rect">
            <a:avLst/>
          </a:prstGeom>
          <a:noFill/>
        </p:spPr>
        <p:txBody>
          <a:bodyPr wrap="square">
            <a:spAutoFit/>
          </a:bodyPr>
          <a:lstStyle/>
          <a:p>
            <a:pPr>
              <a:buNone/>
            </a:pPr>
            <a:r>
              <a:rPr lang="en-US" sz="1800" dirty="0">
                <a:solidFill>
                  <a:srgbClr val="0033B3"/>
                </a:solidFill>
                <a:effectLst/>
                <a:latin typeface="JetBrains Mono"/>
              </a:rPr>
              <a:t>import </a:t>
            </a:r>
            <a:r>
              <a:rPr lang="en-US" sz="1800" dirty="0" err="1">
                <a:solidFill>
                  <a:srgbClr val="080808"/>
                </a:solidFill>
                <a:effectLst/>
                <a:latin typeface="JetBrains Mono"/>
              </a:rPr>
              <a:t>org.jetbrains.kotlin.gradle.dsl.</a:t>
            </a:r>
            <a:r>
              <a:rPr lang="en-US" sz="1800" dirty="0" err="1">
                <a:solidFill>
                  <a:srgbClr val="000000"/>
                </a:solidFill>
                <a:effectLst/>
                <a:latin typeface="JetBrains Mono"/>
              </a:rPr>
              <a:t>JvmTarget</a:t>
            </a:r>
            <a:br>
              <a:rPr lang="en-US" sz="1800" dirty="0">
                <a:solidFill>
                  <a:srgbClr val="000000"/>
                </a:solidFill>
                <a:effectLst/>
                <a:latin typeface="JetBrains Mono"/>
              </a:rPr>
            </a:br>
            <a:br>
              <a:rPr lang="en-US" sz="1800" dirty="0">
                <a:solidFill>
                  <a:srgbClr val="000000"/>
                </a:solidFill>
                <a:effectLst/>
                <a:latin typeface="JetBrains Mono"/>
              </a:rPr>
            </a:br>
            <a:r>
              <a:rPr lang="en-US" sz="1800" dirty="0">
                <a:solidFill>
                  <a:srgbClr val="080808"/>
                </a:solidFill>
                <a:effectLst/>
                <a:latin typeface="JetBrains Mono"/>
              </a:rPr>
              <a:t>plugins </a:t>
            </a:r>
            <a:r>
              <a:rPr lang="en-US" sz="1800" b="1" dirty="0">
                <a:solidFill>
                  <a:srgbClr val="080808"/>
                </a:solidFill>
                <a:effectLst/>
                <a:latin typeface="JetBrains Mono"/>
              </a:rPr>
              <a:t>{</a:t>
            </a:r>
            <a:br>
              <a:rPr lang="en-US" sz="1800" b="1" dirty="0">
                <a:solidFill>
                  <a:srgbClr val="080808"/>
                </a:solidFill>
                <a:effectLst/>
                <a:latin typeface="JetBrains Mono"/>
              </a:rPr>
            </a:br>
            <a:r>
              <a:rPr lang="en-US" sz="1800" b="1" dirty="0">
                <a:solidFill>
                  <a:schemeClr val="bg1">
                    <a:lumMod val="75000"/>
                  </a:schemeClr>
                </a:solidFill>
                <a:effectLst/>
                <a:latin typeface="JetBrains Mono"/>
              </a:rPr>
              <a:t>    </a:t>
            </a:r>
            <a:r>
              <a:rPr lang="en-US" sz="1800" dirty="0">
                <a:solidFill>
                  <a:schemeClr val="bg1">
                    <a:lumMod val="75000"/>
                  </a:schemeClr>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dirty="0">
                <a:solidFill>
                  <a:srgbClr val="800000"/>
                </a:solidFill>
                <a:effectLst/>
                <a:latin typeface="JetBrains Mono"/>
              </a:rPr>
              <a:t>id</a:t>
            </a:r>
            <a:r>
              <a:rPr lang="en-US" sz="1800" dirty="0">
                <a:solidFill>
                  <a:srgbClr val="080808"/>
                </a:solidFill>
                <a:effectLst/>
                <a:latin typeface="JetBrains Mono"/>
              </a:rPr>
              <a:t>(</a:t>
            </a:r>
            <a:r>
              <a:rPr lang="en-US" sz="1800" dirty="0">
                <a:solidFill>
                  <a:srgbClr val="067D17"/>
                </a:solidFill>
                <a:effectLst/>
                <a:latin typeface="JetBrains Mono"/>
              </a:rPr>
              <a:t>"</a:t>
            </a:r>
            <a:r>
              <a:rPr lang="en-US" sz="1800" dirty="0" err="1">
                <a:solidFill>
                  <a:srgbClr val="067D17"/>
                </a:solidFill>
                <a:effectLst/>
                <a:latin typeface="JetBrains Mono"/>
              </a:rPr>
              <a:t>com.google.devtools.ksp</a:t>
            </a:r>
            <a:r>
              <a:rPr lang="en-US" sz="1800" dirty="0">
                <a:solidFill>
                  <a:srgbClr val="067D17"/>
                </a:solidFill>
                <a:effectLst/>
                <a:latin typeface="JetBrains Mono"/>
              </a:rPr>
              <a:t>"</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dirty="0">
                <a:solidFill>
                  <a:srgbClr val="800000"/>
                </a:solidFill>
                <a:effectLst/>
                <a:latin typeface="JetBrains Mono"/>
              </a:rPr>
              <a:t>id</a:t>
            </a:r>
            <a:r>
              <a:rPr lang="en-US" sz="1800" dirty="0">
                <a:solidFill>
                  <a:srgbClr val="080808"/>
                </a:solidFill>
                <a:effectLst/>
                <a:latin typeface="JetBrains Mono"/>
              </a:rPr>
              <a:t>(</a:t>
            </a:r>
            <a:r>
              <a:rPr lang="en-US" sz="1800" dirty="0">
                <a:solidFill>
                  <a:srgbClr val="067D17"/>
                </a:solidFill>
                <a:effectLst/>
                <a:latin typeface="JetBrains Mono"/>
              </a:rPr>
              <a:t>"</a:t>
            </a:r>
            <a:r>
              <a:rPr lang="en-US" sz="1800" dirty="0" err="1">
                <a:solidFill>
                  <a:srgbClr val="067D17"/>
                </a:solidFill>
                <a:effectLst/>
                <a:latin typeface="JetBrains Mono"/>
              </a:rPr>
              <a:t>com.google.dagger.hilt.android</a:t>
            </a:r>
            <a:r>
              <a:rPr lang="en-US" sz="1800" dirty="0">
                <a:solidFill>
                  <a:srgbClr val="067D17"/>
                </a:solidFill>
                <a:effectLst/>
                <a:latin typeface="JetBrains Mono"/>
              </a:rPr>
              <a:t>"</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1" dirty="0">
                <a:solidFill>
                  <a:srgbClr val="080808"/>
                </a:solidFill>
                <a:effectLst/>
                <a:latin typeface="JetBrains Mono"/>
              </a:rPr>
              <a:t>}</a:t>
            </a:r>
            <a:br>
              <a:rPr lang="en-US" sz="1800" b="1" dirty="0">
                <a:solidFill>
                  <a:srgbClr val="080808"/>
                </a:solidFill>
                <a:effectLst/>
                <a:latin typeface="JetBrains Mono"/>
              </a:rPr>
            </a:br>
            <a:r>
              <a:rPr lang="en-US" sz="1800" i="1" dirty="0">
                <a:solidFill>
                  <a:srgbClr val="00627A"/>
                </a:solidFill>
                <a:effectLst/>
                <a:latin typeface="JetBrains Mono"/>
              </a:rPr>
              <a:t>android </a:t>
            </a:r>
            <a:r>
              <a:rPr lang="en-US" sz="1800" b="1" dirty="0">
                <a:solidFill>
                  <a:srgbClr val="080808"/>
                </a:solidFill>
                <a:effectLst/>
                <a:latin typeface="JetBrains Mono"/>
              </a:rPr>
              <a:t>{</a:t>
            </a:r>
            <a:br>
              <a:rPr lang="en-US" sz="1800" b="1" dirty="0">
                <a:solidFill>
                  <a:srgbClr val="080808"/>
                </a:solidFill>
                <a:effectLst/>
                <a:latin typeface="JetBrains Mono"/>
              </a:rPr>
            </a:br>
            <a:r>
              <a:rPr lang="en-US" sz="1800" i="1" strike="sngStrike" dirty="0">
                <a:solidFill>
                  <a:srgbClr val="8C8C8C"/>
                </a:solidFill>
                <a:effectLst/>
                <a:latin typeface="JetBrains Mono"/>
              </a:rPr>
              <a:t>//    </a:t>
            </a:r>
            <a:r>
              <a:rPr lang="en-US" sz="1800" i="1" strike="sngStrike" dirty="0" err="1">
                <a:solidFill>
                  <a:srgbClr val="8C8C8C"/>
                </a:solidFill>
                <a:effectLst/>
                <a:latin typeface="JetBrains Mono"/>
              </a:rPr>
              <a:t>kotlinOptions</a:t>
            </a:r>
            <a:r>
              <a:rPr lang="en-US" sz="1800" i="1" strike="sngStrike" dirty="0">
                <a:solidFill>
                  <a:srgbClr val="8C8C8C"/>
                </a:solidFill>
                <a:effectLst/>
                <a:latin typeface="JetBrains Mono"/>
              </a:rPr>
              <a:t> {</a:t>
            </a:r>
            <a:br>
              <a:rPr lang="en-US" sz="1800" i="1" strike="sngStrike" dirty="0">
                <a:solidFill>
                  <a:srgbClr val="8C8C8C"/>
                </a:solidFill>
                <a:effectLst/>
                <a:latin typeface="JetBrains Mono"/>
              </a:rPr>
            </a:br>
            <a:r>
              <a:rPr lang="en-US" sz="1800" i="1" strike="sngStrike" dirty="0">
                <a:solidFill>
                  <a:srgbClr val="8C8C8C"/>
                </a:solidFill>
                <a:effectLst/>
                <a:latin typeface="JetBrains Mono"/>
              </a:rPr>
              <a:t>//        </a:t>
            </a:r>
            <a:r>
              <a:rPr lang="en-US" sz="1800" i="1" strike="sngStrike" dirty="0" err="1">
                <a:solidFill>
                  <a:srgbClr val="8C8C8C"/>
                </a:solidFill>
                <a:effectLst/>
                <a:latin typeface="JetBrains Mono"/>
              </a:rPr>
              <a:t>jvmTarget</a:t>
            </a:r>
            <a:r>
              <a:rPr lang="en-US" sz="1800" i="1" strike="sngStrike" dirty="0">
                <a:solidFill>
                  <a:srgbClr val="8C8C8C"/>
                </a:solidFill>
                <a:effectLst/>
                <a:latin typeface="JetBrains Mono"/>
              </a:rPr>
              <a:t> = "11"</a:t>
            </a:r>
            <a:br>
              <a:rPr lang="en-US" sz="1800" i="1" strike="sngStrike" dirty="0">
                <a:solidFill>
                  <a:srgbClr val="8C8C8C"/>
                </a:solidFill>
                <a:effectLst/>
                <a:latin typeface="JetBrains Mono"/>
              </a:rPr>
            </a:br>
            <a:r>
              <a:rPr lang="en-US" sz="1800" i="1" strike="sngStrike" dirty="0">
                <a:solidFill>
                  <a:srgbClr val="8C8C8C"/>
                </a:solidFill>
                <a:effectLst/>
                <a:latin typeface="JetBrains Mono"/>
              </a:rPr>
              <a:t>//    }</a:t>
            </a:r>
            <a:br>
              <a:rPr lang="en-US" sz="1800" i="1" dirty="0">
                <a:solidFill>
                  <a:srgbClr val="8C8C8C"/>
                </a:solidFill>
                <a:effectLst/>
                <a:latin typeface="JetBrains Mono"/>
              </a:rPr>
            </a:br>
            <a:r>
              <a:rPr lang="en-US" sz="1800" i="1" dirty="0">
                <a:solidFill>
                  <a:srgbClr val="8C8C8C"/>
                </a:solidFill>
                <a:effectLst/>
                <a:latin typeface="JetBrains Mono"/>
              </a:rPr>
              <a:t>    </a:t>
            </a:r>
            <a:r>
              <a:rPr lang="en-US" sz="1800" i="1" dirty="0" err="1">
                <a:solidFill>
                  <a:srgbClr val="00627A"/>
                </a:solidFill>
                <a:effectLst/>
                <a:latin typeface="JetBrains Mono"/>
              </a:rPr>
              <a:t>kotlin</a:t>
            </a:r>
            <a:r>
              <a:rPr lang="en-US" sz="1800" i="1" dirty="0">
                <a:solidFill>
                  <a:srgbClr val="00627A"/>
                </a:solidFill>
                <a:effectLst/>
                <a:latin typeface="JetBrains Mono"/>
              </a:rPr>
              <a:t> </a:t>
            </a:r>
            <a:r>
              <a:rPr lang="en-US" sz="1800" b="1" dirty="0">
                <a:solidFill>
                  <a:srgbClr val="080808"/>
                </a:solidFill>
                <a:effectLst/>
                <a:latin typeface="JetBrains Mono"/>
              </a:rPr>
              <a:t>{</a:t>
            </a:r>
            <a:br>
              <a:rPr lang="en-US" sz="1800" b="1" dirty="0">
                <a:solidFill>
                  <a:srgbClr val="080808"/>
                </a:solidFill>
                <a:effectLst/>
                <a:latin typeface="JetBrains Mono"/>
              </a:rPr>
            </a:br>
            <a:r>
              <a:rPr lang="en-US" sz="1800" b="1" dirty="0">
                <a:solidFill>
                  <a:srgbClr val="080808"/>
                </a:solidFill>
                <a:effectLst/>
                <a:latin typeface="JetBrains Mono"/>
              </a:rPr>
              <a:t>        </a:t>
            </a:r>
            <a:r>
              <a:rPr lang="en-US" sz="1800" dirty="0" err="1">
                <a:solidFill>
                  <a:srgbClr val="080808"/>
                </a:solidFill>
                <a:effectLst/>
                <a:latin typeface="JetBrains Mono"/>
              </a:rPr>
              <a:t>compilerOptions</a:t>
            </a:r>
            <a:r>
              <a:rPr lang="en-US" sz="1800" dirty="0">
                <a:solidFill>
                  <a:srgbClr val="080808"/>
                </a:solidFill>
                <a:effectLst/>
                <a:latin typeface="JetBrains Mono"/>
              </a:rPr>
              <a:t> </a:t>
            </a:r>
            <a:r>
              <a:rPr lang="en-US" sz="1800" b="1" dirty="0">
                <a:solidFill>
                  <a:srgbClr val="080808"/>
                </a:solidFill>
                <a:effectLst/>
                <a:latin typeface="JetBrains Mono"/>
              </a:rPr>
              <a:t>{</a:t>
            </a:r>
            <a:br>
              <a:rPr lang="en-US" sz="1800" b="1" dirty="0">
                <a:solidFill>
                  <a:srgbClr val="080808"/>
                </a:solidFill>
                <a:effectLst/>
                <a:latin typeface="JetBrains Mono"/>
              </a:rPr>
            </a:br>
            <a:r>
              <a:rPr lang="en-US" sz="1800" b="1" dirty="0">
                <a:solidFill>
                  <a:srgbClr val="080808"/>
                </a:solidFill>
                <a:effectLst/>
                <a:latin typeface="JetBrains Mono"/>
              </a:rPr>
              <a:t>            </a:t>
            </a:r>
            <a:r>
              <a:rPr lang="en-US" sz="1800" dirty="0" err="1">
                <a:solidFill>
                  <a:srgbClr val="871094"/>
                </a:solidFill>
                <a:effectLst/>
                <a:latin typeface="JetBrains Mono"/>
              </a:rPr>
              <a:t>jvmTarget</a:t>
            </a:r>
            <a:r>
              <a:rPr lang="en-US" sz="1800" dirty="0" err="1">
                <a:solidFill>
                  <a:srgbClr val="080808"/>
                </a:solidFill>
                <a:effectLst/>
                <a:latin typeface="JetBrains Mono"/>
              </a:rPr>
              <a:t>.set</a:t>
            </a:r>
            <a:r>
              <a:rPr lang="en-US" sz="1800" dirty="0">
                <a:solidFill>
                  <a:srgbClr val="080808"/>
                </a:solidFill>
                <a:effectLst/>
                <a:latin typeface="JetBrains Mono"/>
              </a:rPr>
              <a:t>(</a:t>
            </a:r>
            <a:r>
              <a:rPr lang="en-US" sz="1800" dirty="0">
                <a:solidFill>
                  <a:srgbClr val="000000"/>
                </a:solidFill>
                <a:effectLst/>
                <a:latin typeface="JetBrains Mono"/>
              </a:rPr>
              <a:t>JvmTarget</a:t>
            </a:r>
            <a:r>
              <a:rPr lang="en-US" sz="1800" dirty="0">
                <a:solidFill>
                  <a:srgbClr val="080808"/>
                </a:solidFill>
                <a:effectLst/>
                <a:latin typeface="JetBrains Mono"/>
              </a:rPr>
              <a:t>.</a:t>
            </a:r>
            <a:r>
              <a:rPr lang="en-US" sz="1800" i="1" dirty="0">
                <a:solidFill>
                  <a:srgbClr val="871094"/>
                </a:solidFill>
                <a:effectLst/>
                <a:latin typeface="JetBrains Mono"/>
              </a:rPr>
              <a:t>JVM_11</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b="1" dirty="0">
                <a:solidFill>
                  <a:srgbClr val="080808"/>
                </a:solidFill>
                <a:effectLst/>
                <a:latin typeface="JetBrains Mono"/>
              </a:rPr>
              <a:t>}</a:t>
            </a:r>
            <a:br>
              <a:rPr lang="en-US" sz="1800" b="1" dirty="0">
                <a:solidFill>
                  <a:srgbClr val="080808"/>
                </a:solidFill>
                <a:effectLst/>
                <a:latin typeface="JetBrains Mono"/>
              </a:rPr>
            </a:br>
            <a:r>
              <a:rPr lang="en-US" sz="1800" b="1" dirty="0">
                <a:solidFill>
                  <a:srgbClr val="080808"/>
                </a:solidFill>
                <a:effectLst/>
                <a:latin typeface="JetBrains Mono"/>
              </a:rPr>
              <a:t>    }</a:t>
            </a:r>
            <a:br>
              <a:rPr lang="en-US" sz="1800" b="1" dirty="0">
                <a:solidFill>
                  <a:srgbClr val="080808"/>
                </a:solidFill>
                <a:effectLst/>
                <a:latin typeface="JetBrains Mono"/>
              </a:rPr>
            </a:br>
            <a:r>
              <a:rPr lang="en-US" sz="1800" b="1" dirty="0">
                <a:solidFill>
                  <a:srgbClr val="080808"/>
                </a:solidFill>
                <a:effectLst/>
                <a:latin typeface="JetBrains Mono"/>
              </a:rPr>
              <a:t>}</a:t>
            </a:r>
            <a:br>
              <a:rPr lang="en-US" sz="1800" b="1" dirty="0">
                <a:solidFill>
                  <a:srgbClr val="080808"/>
                </a:solidFill>
                <a:effectLst/>
                <a:latin typeface="JetBrains Mono"/>
              </a:rPr>
            </a:br>
            <a:r>
              <a:rPr lang="en-US" sz="1800" i="1" dirty="0">
                <a:solidFill>
                  <a:srgbClr val="00627A"/>
                </a:solidFill>
                <a:effectLst/>
                <a:latin typeface="JetBrains Mono"/>
              </a:rPr>
              <a:t>dependencies </a:t>
            </a:r>
            <a:r>
              <a:rPr lang="en-US" sz="1800" b="1" dirty="0">
                <a:solidFill>
                  <a:srgbClr val="080808"/>
                </a:solidFill>
                <a:effectLst/>
                <a:latin typeface="JetBrains Mono"/>
              </a:rPr>
              <a:t>{</a:t>
            </a:r>
            <a:br>
              <a:rPr lang="en-US" sz="1800" b="1" dirty="0">
                <a:solidFill>
                  <a:srgbClr val="080808"/>
                </a:solidFill>
                <a:effectLst/>
                <a:latin typeface="JetBrains Mono"/>
              </a:rPr>
            </a:br>
            <a:r>
              <a:rPr lang="en-US" sz="1800" b="1" dirty="0">
                <a:solidFill>
                  <a:srgbClr val="080808"/>
                </a:solidFill>
                <a:effectLst/>
                <a:latin typeface="JetBrains Mono"/>
              </a:rPr>
              <a:t>    </a:t>
            </a:r>
            <a:r>
              <a:rPr lang="en-US" sz="1800" i="1" dirty="0">
                <a:solidFill>
                  <a:srgbClr val="00627A"/>
                </a:solidFill>
                <a:effectLst/>
                <a:latin typeface="JetBrains Mono"/>
              </a:rPr>
              <a:t>implementation</a:t>
            </a:r>
            <a:r>
              <a:rPr lang="en-US" sz="1800" dirty="0">
                <a:solidFill>
                  <a:srgbClr val="080808"/>
                </a:solidFill>
                <a:effectLst/>
                <a:latin typeface="JetBrains Mono"/>
              </a:rPr>
              <a:t>(</a:t>
            </a:r>
            <a:r>
              <a:rPr lang="en-US" sz="1800" dirty="0">
                <a:solidFill>
                  <a:srgbClr val="067D17"/>
                </a:solidFill>
                <a:effectLst/>
                <a:latin typeface="JetBrains Mono"/>
              </a:rPr>
              <a:t>"com.google.dagger:hilt-android:2.57.2"</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i="1" dirty="0">
                <a:solidFill>
                  <a:srgbClr val="8C8C8C"/>
                </a:solidFill>
                <a:effectLst/>
                <a:latin typeface="JetBrains Mono"/>
              </a:rPr>
              <a:t>//dependency for </a:t>
            </a:r>
            <a:r>
              <a:rPr lang="en-US" sz="1800" i="1" dirty="0" err="1">
                <a:solidFill>
                  <a:srgbClr val="8C8C8C"/>
                </a:solidFill>
                <a:effectLst/>
                <a:latin typeface="JetBrains Mono"/>
              </a:rPr>
              <a:t>hiltViewModel</a:t>
            </a:r>
            <a:r>
              <a:rPr lang="en-US" sz="1800" i="1" dirty="0">
                <a:solidFill>
                  <a:srgbClr val="8C8C8C"/>
                </a:solidFill>
                <a:effectLst/>
                <a:latin typeface="JetBrains Mono"/>
              </a:rPr>
              <a:t>()</a:t>
            </a:r>
            <a:br>
              <a:rPr lang="en-US" sz="1800" i="1" dirty="0">
                <a:solidFill>
                  <a:srgbClr val="8C8C8C"/>
                </a:solidFill>
                <a:effectLst/>
                <a:latin typeface="JetBrains Mono"/>
              </a:rPr>
            </a:br>
            <a:r>
              <a:rPr lang="en-US" sz="1800" i="1" dirty="0">
                <a:solidFill>
                  <a:srgbClr val="8C8C8C"/>
                </a:solidFill>
                <a:effectLst/>
                <a:latin typeface="JetBrains Mono"/>
              </a:rPr>
              <a:t>    </a:t>
            </a:r>
            <a:r>
              <a:rPr lang="en-US" sz="1800" i="1" dirty="0">
                <a:solidFill>
                  <a:srgbClr val="00627A"/>
                </a:solidFill>
                <a:effectLst/>
                <a:latin typeface="JetBrains Mono"/>
              </a:rPr>
              <a:t>implementation</a:t>
            </a:r>
            <a:r>
              <a:rPr lang="en-US" sz="1800" dirty="0">
                <a:solidFill>
                  <a:srgbClr val="080808"/>
                </a:solidFill>
                <a:effectLst/>
                <a:latin typeface="JetBrains Mono"/>
              </a:rPr>
              <a:t>(</a:t>
            </a:r>
            <a:r>
              <a:rPr lang="en-US" sz="1800" dirty="0">
                <a:solidFill>
                  <a:srgbClr val="067D17"/>
                </a:solidFill>
                <a:effectLst/>
                <a:latin typeface="JetBrains Mono"/>
              </a:rPr>
              <a:t>"androidx.hilt:hilt-navigation-compose:1.3.0"</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i="1" dirty="0" err="1">
                <a:solidFill>
                  <a:srgbClr val="00627A"/>
                </a:solidFill>
                <a:effectLst/>
                <a:latin typeface="JetBrains Mono"/>
              </a:rPr>
              <a:t>ksp</a:t>
            </a:r>
            <a:r>
              <a:rPr lang="en-US" sz="1800" dirty="0">
                <a:solidFill>
                  <a:srgbClr val="080808"/>
                </a:solidFill>
                <a:effectLst/>
                <a:latin typeface="JetBrains Mono"/>
              </a:rPr>
              <a:t>(</a:t>
            </a:r>
            <a:r>
              <a:rPr lang="en-US" sz="1800" dirty="0">
                <a:solidFill>
                  <a:srgbClr val="067D17"/>
                </a:solidFill>
                <a:effectLst/>
                <a:latin typeface="JetBrains Mono"/>
              </a:rPr>
              <a:t>"com.google.dagger:hilt-android-compiler:2.57.2"</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i="1" dirty="0">
                <a:solidFill>
                  <a:srgbClr val="00627A"/>
                </a:solidFill>
                <a:effectLst/>
                <a:latin typeface="JetBrains Mono"/>
              </a:rPr>
              <a:t>implementation</a:t>
            </a:r>
            <a:r>
              <a:rPr lang="en-US" sz="1800" dirty="0">
                <a:solidFill>
                  <a:srgbClr val="080808"/>
                </a:solidFill>
                <a:effectLst/>
                <a:latin typeface="JetBrains Mono"/>
              </a:rPr>
              <a:t>(</a:t>
            </a:r>
            <a:r>
              <a:rPr lang="en-US" sz="1800" dirty="0">
                <a:solidFill>
                  <a:srgbClr val="067D17"/>
                </a:solidFill>
                <a:effectLst/>
                <a:latin typeface="JetBrains Mono"/>
              </a:rPr>
              <a:t>"androidx.lifecycle:lifecycle-viewmodel-compose:2.9.4"</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chemeClr val="bg1">
                    <a:lumMod val="75000"/>
                  </a:schemeClr>
                </a:solidFill>
                <a:effectLst/>
                <a:latin typeface="JetBrains Mono"/>
              </a:rPr>
              <a:t>    </a:t>
            </a:r>
            <a:r>
              <a:rPr lang="en-US" sz="1800" i="1" dirty="0">
                <a:solidFill>
                  <a:schemeClr val="bg1">
                    <a:lumMod val="75000"/>
                  </a:schemeClr>
                </a:solidFill>
                <a:effectLst/>
                <a:latin typeface="JetBrains Mono"/>
              </a:rPr>
              <a:t>//…</a:t>
            </a:r>
            <a:br>
              <a:rPr lang="en-US" sz="1800" dirty="0">
                <a:solidFill>
                  <a:srgbClr val="080808"/>
                </a:solidFill>
                <a:effectLst/>
                <a:latin typeface="JetBrains Mono"/>
              </a:rPr>
            </a:br>
            <a:r>
              <a:rPr lang="en-US" sz="1800" b="1" dirty="0">
                <a:solidFill>
                  <a:srgbClr val="080808"/>
                </a:solidFill>
                <a:effectLst/>
                <a:latin typeface="JetBrains Mono"/>
              </a:rPr>
              <a:t>}</a:t>
            </a:r>
            <a:endParaRPr lang="en-US" sz="1800" dirty="0">
              <a:solidFill>
                <a:srgbClr val="080808"/>
              </a:solidFill>
              <a:effectLst/>
              <a:latin typeface="JetBrains Mono"/>
            </a:endParaRPr>
          </a:p>
        </p:txBody>
      </p:sp>
      <p:sp>
        <p:nvSpPr>
          <p:cNvPr id="21" name="Rectangle 20">
            <a:extLst>
              <a:ext uri="{FF2B5EF4-FFF2-40B4-BE49-F238E27FC236}">
                <a16:creationId xmlns:a16="http://schemas.microsoft.com/office/drawing/2014/main" id="{121B463F-8D94-0644-A6E9-F3A3753B3B4F}"/>
              </a:ext>
            </a:extLst>
          </p:cNvPr>
          <p:cNvSpPr/>
          <p:nvPr/>
        </p:nvSpPr>
        <p:spPr>
          <a:xfrm>
            <a:off x="5131558" y="4970011"/>
            <a:ext cx="6810233" cy="143079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5CC585B-172E-2016-4166-0BA484B8EE7D}"/>
              </a:ext>
            </a:extLst>
          </p:cNvPr>
          <p:cNvSpPr/>
          <p:nvPr/>
        </p:nvSpPr>
        <p:spPr>
          <a:xfrm>
            <a:off x="5127269" y="1172594"/>
            <a:ext cx="6810233" cy="5743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872C66C8-3169-6147-BA69-2B10AAD467D7}"/>
              </a:ext>
            </a:extLst>
          </p:cNvPr>
          <p:cNvSpPr>
            <a:spLocks noGrp="1"/>
          </p:cNvSpPr>
          <p:nvPr>
            <p:ph type="sldNum" sz="quarter" idx="12"/>
          </p:nvPr>
        </p:nvSpPr>
        <p:spPr/>
        <p:txBody>
          <a:bodyPr/>
          <a:lstStyle/>
          <a:p>
            <a:fld id="{330EA680-D336-4FF7-8B7A-9848BB0A1C32}" type="slidenum">
              <a:rPr lang="en-US" smtClean="0"/>
              <a:t>59</a:t>
            </a:fld>
            <a:endParaRPr lang="en-US"/>
          </a:p>
        </p:txBody>
      </p:sp>
    </p:spTree>
    <p:extLst>
      <p:ext uri="{BB962C8B-B14F-4D97-AF65-F5344CB8AC3E}">
        <p14:creationId xmlns:p14="http://schemas.microsoft.com/office/powerpoint/2010/main" val="12477430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ACC6BB2-28F8-4405-829D-0562733BE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5C2E53F0-AD54-4A55-99A0-EC896CE3C2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889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D15F19F8-85EE-477A-ACBA-4B6D0697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BFAD13D-65EB-9D51-DC13-970B730BD02B}"/>
              </a:ext>
            </a:extLst>
          </p:cNvPr>
          <p:cNvSpPr>
            <a:spLocks noGrp="1"/>
          </p:cNvSpPr>
          <p:nvPr>
            <p:ph type="title"/>
          </p:nvPr>
        </p:nvSpPr>
        <p:spPr>
          <a:xfrm>
            <a:off x="838200" y="253397"/>
            <a:ext cx="10515600" cy="1273233"/>
          </a:xfrm>
        </p:spPr>
        <p:txBody>
          <a:bodyPr vert="horz" lIns="91440" tIns="45720" rIns="91440" bIns="45720" rtlCol="0" anchor="ctr">
            <a:normAutofit/>
          </a:bodyPr>
          <a:lstStyle/>
          <a:p>
            <a:r>
              <a:rPr lang="en-US" sz="4000" kern="1200">
                <a:solidFill>
                  <a:schemeClr val="tx1"/>
                </a:solidFill>
                <a:latin typeface="+mj-lt"/>
                <a:ea typeface="+mj-ea"/>
                <a:cs typeface="+mj-cs"/>
              </a:rPr>
              <a:t>Create an Application Class</a:t>
            </a:r>
          </a:p>
        </p:txBody>
      </p:sp>
      <p:sp>
        <p:nvSpPr>
          <p:cNvPr id="17" name="Rectangle 16">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797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Line Callout 1 5">
            <a:extLst>
              <a:ext uri="{FF2B5EF4-FFF2-40B4-BE49-F238E27FC236}">
                <a16:creationId xmlns:a16="http://schemas.microsoft.com/office/drawing/2014/main" id="{4E424477-4887-6CBF-87A7-EB91C36D220F}"/>
              </a:ext>
            </a:extLst>
          </p:cNvPr>
          <p:cNvSpPr/>
          <p:nvPr/>
        </p:nvSpPr>
        <p:spPr>
          <a:xfrm>
            <a:off x="6094476" y="2152998"/>
            <a:ext cx="5345631" cy="1860202"/>
          </a:xfrm>
          <a:prstGeom prst="borderCallout1">
            <a:avLst>
              <a:gd name="adj1" fmla="val 26182"/>
              <a:gd name="adj2" fmla="val -730"/>
              <a:gd name="adj3" fmla="val 22749"/>
              <a:gd name="adj4" fmla="val -56706"/>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defTabSz="1060704">
              <a:buFont typeface="Arial" panose="020B0604020202020204" pitchFamily="34" charset="0"/>
              <a:buChar char="•"/>
            </a:pPr>
            <a:r>
              <a:rPr lang="en-US" sz="2088" kern="1200">
                <a:solidFill>
                  <a:schemeClr val="tx1"/>
                </a:solidFill>
                <a:latin typeface="+mn-lt"/>
                <a:ea typeface="+mn-ea"/>
                <a:cs typeface="+mn-cs"/>
              </a:rPr>
              <a:t>All apps that use Hilt must contain an Application class, annotated with </a:t>
            </a:r>
            <a:r>
              <a:rPr lang="en-US" sz="2088" kern="1200">
                <a:solidFill>
                  <a:srgbClr val="9E880D"/>
                </a:solidFill>
                <a:latin typeface="+mn-lt"/>
                <a:ea typeface="+mn-ea"/>
                <a:cs typeface="+mn-cs"/>
              </a:rPr>
              <a:t>@</a:t>
            </a:r>
            <a:r>
              <a:rPr lang="en-US" sz="2088" kern="1200" err="1">
                <a:solidFill>
                  <a:srgbClr val="9E880D"/>
                </a:solidFill>
                <a:latin typeface="+mn-lt"/>
                <a:ea typeface="+mn-ea"/>
                <a:cs typeface="+mn-cs"/>
              </a:rPr>
              <a:t>HiltAndroidApp</a:t>
            </a:r>
            <a:r>
              <a:rPr lang="en-US" sz="2088" kern="1200">
                <a:solidFill>
                  <a:srgbClr val="9E880D"/>
                </a:solidFill>
                <a:latin typeface="+mn-lt"/>
                <a:ea typeface="+mn-ea"/>
                <a:cs typeface="+mn-cs"/>
              </a:rPr>
              <a:t>.</a:t>
            </a:r>
          </a:p>
          <a:p>
            <a:pPr marL="342900" indent="-342900" defTabSz="1060704">
              <a:buFont typeface="Arial" panose="020B0604020202020204" pitchFamily="34" charset="0"/>
              <a:buChar char="•"/>
            </a:pPr>
            <a:r>
              <a:rPr lang="en-US" sz="2088" kern="1200">
                <a:solidFill>
                  <a:schemeClr val="tx1"/>
                </a:solidFill>
                <a:latin typeface="+mn-lt"/>
                <a:ea typeface="+mn-ea"/>
                <a:cs typeface="+mn-cs"/>
              </a:rPr>
              <a:t>It triggers Hilt’s code generation at compile time.</a:t>
            </a:r>
          </a:p>
          <a:p>
            <a:pPr marL="285750" indent="-285750">
              <a:buFont typeface="Arial" panose="020B0604020202020204" pitchFamily="34" charset="0"/>
              <a:buChar char="•"/>
            </a:pPr>
            <a:endParaRPr lang="en-US"/>
          </a:p>
        </p:txBody>
      </p:sp>
      <p:sp>
        <p:nvSpPr>
          <p:cNvPr id="5" name="TextBox 4">
            <a:extLst>
              <a:ext uri="{FF2B5EF4-FFF2-40B4-BE49-F238E27FC236}">
                <a16:creationId xmlns:a16="http://schemas.microsoft.com/office/drawing/2014/main" id="{BB6B3B19-8584-7345-4843-ACEF9E43CC9F}"/>
              </a:ext>
            </a:extLst>
          </p:cNvPr>
          <p:cNvSpPr txBox="1"/>
          <p:nvPr/>
        </p:nvSpPr>
        <p:spPr>
          <a:xfrm>
            <a:off x="597090" y="2348865"/>
            <a:ext cx="6189260" cy="830997"/>
          </a:xfrm>
          <a:prstGeom prst="rect">
            <a:avLst/>
          </a:prstGeom>
          <a:noFill/>
        </p:spPr>
        <p:txBody>
          <a:bodyPr wrap="square">
            <a:spAutoFit/>
          </a:bodyPr>
          <a:lstStyle/>
          <a:p>
            <a:pPr>
              <a:buNone/>
            </a:pPr>
            <a:r>
              <a:rPr lang="en-US" sz="2400" dirty="0">
                <a:solidFill>
                  <a:srgbClr val="9E880D"/>
                </a:solidFill>
                <a:effectLst/>
                <a:latin typeface="JetBrains Mono"/>
              </a:rPr>
              <a:t>@</a:t>
            </a:r>
            <a:r>
              <a:rPr lang="en-US" sz="2400" dirty="0" err="1">
                <a:solidFill>
                  <a:srgbClr val="9E880D"/>
                </a:solidFill>
                <a:effectLst/>
                <a:latin typeface="JetBrains Mono"/>
              </a:rPr>
              <a:t>HiltAndroidApp</a:t>
            </a:r>
            <a:br>
              <a:rPr lang="en-US" sz="2400" dirty="0">
                <a:solidFill>
                  <a:srgbClr val="9E880D"/>
                </a:solidFill>
                <a:effectLst/>
                <a:latin typeface="JetBrains Mono"/>
              </a:rPr>
            </a:br>
            <a:r>
              <a:rPr lang="en-US" sz="2400" dirty="0">
                <a:solidFill>
                  <a:srgbClr val="0033B3"/>
                </a:solidFill>
                <a:effectLst/>
                <a:latin typeface="JetBrains Mono"/>
              </a:rPr>
              <a:t>class </a:t>
            </a:r>
            <a:r>
              <a:rPr lang="en-US" sz="2400" dirty="0" err="1">
                <a:solidFill>
                  <a:srgbClr val="000000"/>
                </a:solidFill>
                <a:effectLst/>
                <a:latin typeface="JetBrains Mono"/>
              </a:rPr>
              <a:t>MyApp</a:t>
            </a:r>
            <a:r>
              <a:rPr lang="en-US" sz="2400" dirty="0">
                <a:solidFill>
                  <a:srgbClr val="080808"/>
                </a:solidFill>
                <a:effectLst/>
                <a:latin typeface="JetBrains Mono"/>
              </a:rPr>
              <a:t>: Application()</a:t>
            </a:r>
          </a:p>
        </p:txBody>
      </p:sp>
      <p:sp>
        <p:nvSpPr>
          <p:cNvPr id="3" name="Slide Number Placeholder 2">
            <a:extLst>
              <a:ext uri="{FF2B5EF4-FFF2-40B4-BE49-F238E27FC236}">
                <a16:creationId xmlns:a16="http://schemas.microsoft.com/office/drawing/2014/main" id="{F8880B8A-72B9-A364-A955-017E94CB0802}"/>
              </a:ext>
            </a:extLst>
          </p:cNvPr>
          <p:cNvSpPr>
            <a:spLocks noGrp="1"/>
          </p:cNvSpPr>
          <p:nvPr>
            <p:ph type="sldNum" sz="quarter" idx="12"/>
          </p:nvPr>
        </p:nvSpPr>
        <p:spPr/>
        <p:txBody>
          <a:bodyPr/>
          <a:lstStyle/>
          <a:p>
            <a:fld id="{330EA680-D336-4FF7-8B7A-9848BB0A1C32}" type="slidenum">
              <a:rPr lang="en-US" smtClean="0"/>
              <a:t>60</a:t>
            </a:fld>
            <a:endParaRPr lang="en-US"/>
          </a:p>
        </p:txBody>
      </p:sp>
    </p:spTree>
    <p:extLst>
      <p:ext uri="{BB962C8B-B14F-4D97-AF65-F5344CB8AC3E}">
        <p14:creationId xmlns:p14="http://schemas.microsoft.com/office/powerpoint/2010/main" val="19778570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12486F-226F-6CB7-EF87-092BFC17904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2543F8D-0136-FAC4-281F-48320627F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EE7C9BC1-2881-643B-1101-9B21186CC7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889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6CA675FF-6E43-3422-4459-7CF59E02C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4944BB4-147D-2FF8-B421-4015A03FFC5D}"/>
              </a:ext>
            </a:extLst>
          </p:cNvPr>
          <p:cNvSpPr>
            <a:spLocks noGrp="1"/>
          </p:cNvSpPr>
          <p:nvPr>
            <p:ph type="title"/>
          </p:nvPr>
        </p:nvSpPr>
        <p:spPr>
          <a:xfrm>
            <a:off x="838200" y="253397"/>
            <a:ext cx="10515600" cy="1273233"/>
          </a:xfrm>
        </p:spPr>
        <p:txBody>
          <a:bodyPr vert="horz" lIns="91440" tIns="45720" rIns="91440" bIns="45720" rtlCol="0" anchor="ctr">
            <a:normAutofit/>
          </a:bodyPr>
          <a:lstStyle/>
          <a:p>
            <a:r>
              <a:rPr lang="en-US" sz="4000" kern="1200" dirty="0">
                <a:solidFill>
                  <a:schemeClr val="tx1"/>
                </a:solidFill>
                <a:latin typeface="+mj-lt"/>
                <a:ea typeface="+mj-ea"/>
                <a:cs typeface="+mj-cs"/>
              </a:rPr>
              <a:t>Register Application </a:t>
            </a:r>
            <a:r>
              <a:rPr lang="en-US" sz="4000" dirty="0"/>
              <a:t>class in </a:t>
            </a:r>
            <a:r>
              <a:rPr lang="en-US" sz="4000" dirty="0" err="1"/>
              <a:t>AndroidManifest.xml</a:t>
            </a:r>
            <a:r>
              <a:rPr lang="en-US" sz="4000" dirty="0"/>
              <a:t> </a:t>
            </a:r>
            <a:endParaRPr lang="en-US" sz="4000" kern="1200" dirty="0">
              <a:solidFill>
                <a:schemeClr val="tx1"/>
              </a:solidFill>
              <a:latin typeface="+mj-lt"/>
              <a:ea typeface="+mj-ea"/>
              <a:cs typeface="+mj-cs"/>
            </a:endParaRPr>
          </a:p>
        </p:txBody>
      </p:sp>
      <p:sp>
        <p:nvSpPr>
          <p:cNvPr id="17" name="Rectangle 16">
            <a:extLst>
              <a:ext uri="{FF2B5EF4-FFF2-40B4-BE49-F238E27FC236}">
                <a16:creationId xmlns:a16="http://schemas.microsoft.com/office/drawing/2014/main" id="{6D40A6D4-7572-CC73-524F-27E70C619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797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1E59B2CE-0D28-FD13-8EDE-7CB5FFA24658}"/>
              </a:ext>
            </a:extLst>
          </p:cNvPr>
          <p:cNvSpPr txBox="1"/>
          <p:nvPr/>
        </p:nvSpPr>
        <p:spPr>
          <a:xfrm>
            <a:off x="8877795" y="2144119"/>
            <a:ext cx="3888179" cy="749854"/>
          </a:xfrm>
          <a:prstGeom prst="rect">
            <a:avLst/>
          </a:prstGeom>
          <a:noFill/>
        </p:spPr>
        <p:txBody>
          <a:bodyPr wrap="square">
            <a:spAutoFit/>
          </a:bodyPr>
          <a:lstStyle/>
          <a:p>
            <a:pPr defTabSz="1060704"/>
            <a:r>
              <a:rPr lang="en-US" sz="2088" kern="1200" dirty="0">
                <a:solidFill>
                  <a:srgbClr val="9E880D"/>
                </a:solidFill>
                <a:latin typeface="+mn-lt"/>
                <a:ea typeface="+mn-ea"/>
                <a:cs typeface="+mn-cs"/>
              </a:rPr>
              <a:t>@</a:t>
            </a:r>
            <a:r>
              <a:rPr lang="en-US" sz="2088" kern="1200" dirty="0" err="1">
                <a:solidFill>
                  <a:srgbClr val="9E880D"/>
                </a:solidFill>
                <a:latin typeface="+mn-lt"/>
                <a:ea typeface="+mn-ea"/>
                <a:cs typeface="+mn-cs"/>
              </a:rPr>
              <a:t>HiltAndroidApp</a:t>
            </a:r>
            <a:br>
              <a:rPr lang="en-US" sz="2088" kern="1200" dirty="0">
                <a:solidFill>
                  <a:srgbClr val="9E880D"/>
                </a:solidFill>
                <a:latin typeface="+mn-lt"/>
                <a:ea typeface="+mn-ea"/>
                <a:cs typeface="+mn-cs"/>
              </a:rPr>
            </a:br>
            <a:r>
              <a:rPr lang="en-US" sz="2088" kern="1200" dirty="0">
                <a:solidFill>
                  <a:srgbClr val="0033B3"/>
                </a:solidFill>
                <a:latin typeface="+mn-lt"/>
                <a:ea typeface="+mn-ea"/>
                <a:cs typeface="+mn-cs"/>
              </a:rPr>
              <a:t>class </a:t>
            </a:r>
            <a:r>
              <a:rPr lang="en-US" sz="2088" kern="1200" dirty="0" err="1">
                <a:solidFill>
                  <a:srgbClr val="000000"/>
                </a:solidFill>
                <a:latin typeface="+mn-lt"/>
                <a:ea typeface="+mn-ea"/>
                <a:cs typeface="+mn-cs"/>
              </a:rPr>
              <a:t>MyApp</a:t>
            </a:r>
            <a:r>
              <a:rPr lang="en-US" sz="2088" kern="1200" dirty="0">
                <a:solidFill>
                  <a:srgbClr val="080808"/>
                </a:solidFill>
                <a:latin typeface="+mn-lt"/>
                <a:ea typeface="+mn-ea"/>
                <a:cs typeface="+mn-cs"/>
              </a:rPr>
              <a:t>: Application()</a:t>
            </a:r>
            <a:endParaRPr lang="en-US" dirty="0">
              <a:solidFill>
                <a:srgbClr val="080808"/>
              </a:solidFill>
              <a:effectLst/>
            </a:endParaRPr>
          </a:p>
        </p:txBody>
      </p:sp>
      <p:sp>
        <p:nvSpPr>
          <p:cNvPr id="9" name="TextBox 8">
            <a:extLst>
              <a:ext uri="{FF2B5EF4-FFF2-40B4-BE49-F238E27FC236}">
                <a16:creationId xmlns:a16="http://schemas.microsoft.com/office/drawing/2014/main" id="{63F0D8E8-3E09-5AF4-D0C7-2F26549F9083}"/>
              </a:ext>
            </a:extLst>
          </p:cNvPr>
          <p:cNvSpPr txBox="1"/>
          <p:nvPr/>
        </p:nvSpPr>
        <p:spPr>
          <a:xfrm>
            <a:off x="364067" y="5657671"/>
            <a:ext cx="11252199" cy="1200329"/>
          </a:xfrm>
          <a:prstGeom prst="rect">
            <a:avLst/>
          </a:prstGeom>
          <a:noFill/>
        </p:spPr>
        <p:txBody>
          <a:bodyPr wrap="square">
            <a:spAutoFit/>
          </a:bodyPr>
          <a:lstStyle/>
          <a:p>
            <a:r>
              <a:rPr lang="en-US"/>
              <a:t>If you miss this step:</a:t>
            </a:r>
          </a:p>
          <a:p>
            <a:r>
              <a:rPr lang="en-US">
                <a:solidFill>
                  <a:srgbClr val="FF0000"/>
                </a:solidFill>
              </a:rPr>
              <a:t>Caused by: </a:t>
            </a:r>
            <a:r>
              <a:rPr lang="en-US" err="1">
                <a:solidFill>
                  <a:srgbClr val="FF0000"/>
                </a:solidFill>
              </a:rPr>
              <a:t>java.lang.IllegalStateException</a:t>
            </a:r>
            <a:r>
              <a:rPr lang="en-US">
                <a:solidFill>
                  <a:srgbClr val="FF0000"/>
                </a:solidFill>
              </a:rPr>
              <a:t>: Hilt Activity must be attached to an @</a:t>
            </a:r>
            <a:r>
              <a:rPr lang="en-US" err="1">
                <a:solidFill>
                  <a:srgbClr val="FF0000"/>
                </a:solidFill>
              </a:rPr>
              <a:t>HiltAndroidApp</a:t>
            </a:r>
            <a:r>
              <a:rPr lang="en-US">
                <a:solidFill>
                  <a:srgbClr val="FF0000"/>
                </a:solidFill>
              </a:rPr>
              <a:t> Application. Did you forget to specify your Application's class name in your manifest's &lt;application /&gt;'s </a:t>
            </a:r>
            <a:r>
              <a:rPr lang="en-US" err="1">
                <a:solidFill>
                  <a:srgbClr val="FF0000"/>
                </a:solidFill>
              </a:rPr>
              <a:t>android:name</a:t>
            </a:r>
            <a:r>
              <a:rPr lang="en-US">
                <a:solidFill>
                  <a:srgbClr val="FF0000"/>
                </a:solidFill>
              </a:rPr>
              <a:t> attribute?</a:t>
            </a:r>
          </a:p>
        </p:txBody>
      </p:sp>
      <p:pic>
        <p:nvPicPr>
          <p:cNvPr id="5" name="Picture 4">
            <a:extLst>
              <a:ext uri="{FF2B5EF4-FFF2-40B4-BE49-F238E27FC236}">
                <a16:creationId xmlns:a16="http://schemas.microsoft.com/office/drawing/2014/main" id="{F9C4E3A7-67D3-3B94-EF89-3E2E0532CA02}"/>
              </a:ext>
            </a:extLst>
          </p:cNvPr>
          <p:cNvPicPr>
            <a:picLocks noChangeAspect="1"/>
          </p:cNvPicPr>
          <p:nvPr/>
        </p:nvPicPr>
        <p:blipFill>
          <a:blip r:embed="rId2"/>
          <a:stretch>
            <a:fillRect/>
          </a:stretch>
        </p:blipFill>
        <p:spPr>
          <a:xfrm>
            <a:off x="552698" y="1939993"/>
            <a:ext cx="7772400" cy="3018407"/>
          </a:xfrm>
          <a:prstGeom prst="rect">
            <a:avLst/>
          </a:prstGeom>
        </p:spPr>
      </p:pic>
      <p:sp>
        <p:nvSpPr>
          <p:cNvPr id="10" name="Rounded Rectangle 9">
            <a:extLst>
              <a:ext uri="{FF2B5EF4-FFF2-40B4-BE49-F238E27FC236}">
                <a16:creationId xmlns:a16="http://schemas.microsoft.com/office/drawing/2014/main" id="{B7C17B9F-813B-7540-4113-ECC5D958956B}"/>
              </a:ext>
            </a:extLst>
          </p:cNvPr>
          <p:cNvSpPr/>
          <p:nvPr/>
        </p:nvSpPr>
        <p:spPr>
          <a:xfrm>
            <a:off x="2092282" y="3793221"/>
            <a:ext cx="2397831" cy="246516"/>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1F5FD1C7-FFE2-F699-18F9-DBD6D0DAA9C7}"/>
              </a:ext>
            </a:extLst>
          </p:cNvPr>
          <p:cNvSpPr>
            <a:spLocks noGrp="1"/>
          </p:cNvSpPr>
          <p:nvPr>
            <p:ph type="sldNum" sz="quarter" idx="12"/>
          </p:nvPr>
        </p:nvSpPr>
        <p:spPr/>
        <p:txBody>
          <a:bodyPr/>
          <a:lstStyle/>
          <a:p>
            <a:fld id="{330EA680-D336-4FF7-8B7A-9848BB0A1C32}" type="slidenum">
              <a:rPr lang="en-US" smtClean="0"/>
              <a:t>61</a:t>
            </a:fld>
            <a:endParaRPr lang="en-US"/>
          </a:p>
        </p:txBody>
      </p:sp>
    </p:spTree>
    <p:extLst>
      <p:ext uri="{BB962C8B-B14F-4D97-AF65-F5344CB8AC3E}">
        <p14:creationId xmlns:p14="http://schemas.microsoft.com/office/powerpoint/2010/main" val="40509220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C8289F-7377-2C9A-A399-E1B2058BC2C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F02F174-6295-4366-55F7-FE2EA716C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5F56E7E8-3A51-2605-A2B0-3B9B3022E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889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84FB5A17-6FB9-177A-3720-53CF4C4DF2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38311F7-0FA8-A823-BD36-93E01676D56B}"/>
              </a:ext>
            </a:extLst>
          </p:cNvPr>
          <p:cNvSpPr>
            <a:spLocks noGrp="1"/>
          </p:cNvSpPr>
          <p:nvPr>
            <p:ph type="title"/>
          </p:nvPr>
        </p:nvSpPr>
        <p:spPr>
          <a:xfrm>
            <a:off x="838200" y="253397"/>
            <a:ext cx="10515600" cy="1273233"/>
          </a:xfrm>
        </p:spPr>
        <p:txBody>
          <a:bodyPr vert="horz" lIns="91440" tIns="45720" rIns="91440" bIns="45720" rtlCol="0" anchor="ctr">
            <a:normAutofit/>
          </a:bodyPr>
          <a:lstStyle/>
          <a:p>
            <a:r>
              <a:rPr lang="en-US" sz="4000" kern="1200">
                <a:solidFill>
                  <a:schemeClr val="tx1"/>
                </a:solidFill>
                <a:latin typeface="+mj-lt"/>
                <a:ea typeface="+mj-ea"/>
                <a:cs typeface="+mj-cs"/>
              </a:rPr>
              <a:t>Create an Application Class</a:t>
            </a:r>
          </a:p>
        </p:txBody>
      </p:sp>
      <p:sp>
        <p:nvSpPr>
          <p:cNvPr id="17" name="Rectangle 16">
            <a:extLst>
              <a:ext uri="{FF2B5EF4-FFF2-40B4-BE49-F238E27FC236}">
                <a16:creationId xmlns:a16="http://schemas.microsoft.com/office/drawing/2014/main" id="{8A233D84-65A2-139A-5D95-7C222562D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797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D88AD6EE-A4CC-87B2-03EC-0F69A46B2598}"/>
              </a:ext>
            </a:extLst>
          </p:cNvPr>
          <p:cNvSpPr txBox="1"/>
          <p:nvPr/>
        </p:nvSpPr>
        <p:spPr>
          <a:xfrm>
            <a:off x="838200" y="2408447"/>
            <a:ext cx="7074694" cy="749854"/>
          </a:xfrm>
          <a:prstGeom prst="rect">
            <a:avLst/>
          </a:prstGeom>
          <a:noFill/>
        </p:spPr>
        <p:txBody>
          <a:bodyPr wrap="square">
            <a:spAutoFit/>
          </a:bodyPr>
          <a:lstStyle/>
          <a:p>
            <a:pPr defTabSz="1060704"/>
            <a:r>
              <a:rPr lang="en-US" sz="2088" kern="1200">
                <a:solidFill>
                  <a:srgbClr val="9E880D"/>
                </a:solidFill>
                <a:latin typeface="+mn-lt"/>
                <a:ea typeface="+mn-ea"/>
                <a:cs typeface="+mn-cs"/>
              </a:rPr>
              <a:t>@</a:t>
            </a:r>
            <a:r>
              <a:rPr lang="en-US" sz="2088" kern="1200" err="1">
                <a:solidFill>
                  <a:srgbClr val="9E880D"/>
                </a:solidFill>
                <a:latin typeface="+mn-lt"/>
                <a:ea typeface="+mn-ea"/>
                <a:cs typeface="+mn-cs"/>
              </a:rPr>
              <a:t>HiltAndroidApp</a:t>
            </a:r>
            <a:br>
              <a:rPr lang="en-US" sz="2088" kern="1200">
                <a:solidFill>
                  <a:srgbClr val="9E880D"/>
                </a:solidFill>
                <a:latin typeface="+mn-lt"/>
                <a:ea typeface="+mn-ea"/>
                <a:cs typeface="+mn-cs"/>
              </a:rPr>
            </a:br>
            <a:r>
              <a:rPr lang="en-US" sz="2088" kern="1200">
                <a:solidFill>
                  <a:srgbClr val="0033B3"/>
                </a:solidFill>
                <a:latin typeface="+mn-lt"/>
                <a:ea typeface="+mn-ea"/>
                <a:cs typeface="+mn-cs"/>
              </a:rPr>
              <a:t>class </a:t>
            </a:r>
            <a:r>
              <a:rPr lang="en-US" sz="2088" kern="1200" err="1">
                <a:solidFill>
                  <a:srgbClr val="000000"/>
                </a:solidFill>
                <a:latin typeface="+mn-lt"/>
                <a:ea typeface="+mn-ea"/>
                <a:cs typeface="+mn-cs"/>
              </a:rPr>
              <a:t>MiuApp</a:t>
            </a:r>
            <a:r>
              <a:rPr lang="en-US" sz="2088" kern="1200">
                <a:solidFill>
                  <a:srgbClr val="080808"/>
                </a:solidFill>
                <a:latin typeface="+mn-lt"/>
                <a:ea typeface="+mn-ea"/>
                <a:cs typeface="+mn-cs"/>
              </a:rPr>
              <a:t>: Application()</a:t>
            </a:r>
            <a:endParaRPr lang="en-US">
              <a:solidFill>
                <a:srgbClr val="080808"/>
              </a:solidFill>
              <a:effectLst/>
            </a:endParaRPr>
          </a:p>
        </p:txBody>
      </p:sp>
      <p:sp>
        <p:nvSpPr>
          <p:cNvPr id="6" name="Line Callout 1 5">
            <a:extLst>
              <a:ext uri="{FF2B5EF4-FFF2-40B4-BE49-F238E27FC236}">
                <a16:creationId xmlns:a16="http://schemas.microsoft.com/office/drawing/2014/main" id="{0E2DB719-28FB-3D2E-F54F-AD3ED5E31DE9}"/>
              </a:ext>
            </a:extLst>
          </p:cNvPr>
          <p:cNvSpPr/>
          <p:nvPr/>
        </p:nvSpPr>
        <p:spPr>
          <a:xfrm>
            <a:off x="6094476" y="2152998"/>
            <a:ext cx="5345631" cy="1860202"/>
          </a:xfrm>
          <a:prstGeom prst="borderCallout1">
            <a:avLst>
              <a:gd name="adj1" fmla="val 26182"/>
              <a:gd name="adj2" fmla="val -730"/>
              <a:gd name="adj3" fmla="val 22749"/>
              <a:gd name="adj4" fmla="val -56706"/>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defTabSz="1060704">
              <a:buFont typeface="Arial" panose="020B0604020202020204" pitchFamily="34" charset="0"/>
              <a:buChar char="•"/>
            </a:pPr>
            <a:r>
              <a:rPr lang="en-US" sz="2088" kern="1200">
                <a:solidFill>
                  <a:schemeClr val="tx1"/>
                </a:solidFill>
                <a:latin typeface="+mn-lt"/>
                <a:ea typeface="+mn-ea"/>
                <a:cs typeface="+mn-cs"/>
              </a:rPr>
              <a:t>All apps that use Hilt must contain an Application class, annotated with </a:t>
            </a:r>
            <a:r>
              <a:rPr lang="en-US" sz="2088" kern="1200">
                <a:solidFill>
                  <a:srgbClr val="9E880D"/>
                </a:solidFill>
                <a:latin typeface="+mn-lt"/>
                <a:ea typeface="+mn-ea"/>
                <a:cs typeface="+mn-cs"/>
              </a:rPr>
              <a:t>@</a:t>
            </a:r>
            <a:r>
              <a:rPr lang="en-US" sz="2088" kern="1200" err="1">
                <a:solidFill>
                  <a:srgbClr val="9E880D"/>
                </a:solidFill>
                <a:latin typeface="+mn-lt"/>
                <a:ea typeface="+mn-ea"/>
                <a:cs typeface="+mn-cs"/>
              </a:rPr>
              <a:t>HiltAndroidApp</a:t>
            </a:r>
            <a:r>
              <a:rPr lang="en-US" sz="2088" kern="1200">
                <a:solidFill>
                  <a:srgbClr val="9E880D"/>
                </a:solidFill>
                <a:latin typeface="+mn-lt"/>
                <a:ea typeface="+mn-ea"/>
                <a:cs typeface="+mn-cs"/>
              </a:rPr>
              <a:t>.</a:t>
            </a:r>
          </a:p>
          <a:p>
            <a:pPr marL="342900" indent="-342900" defTabSz="1060704">
              <a:buFont typeface="Arial" panose="020B0604020202020204" pitchFamily="34" charset="0"/>
              <a:buChar char="•"/>
            </a:pPr>
            <a:r>
              <a:rPr lang="en-US" sz="2088" kern="1200">
                <a:solidFill>
                  <a:schemeClr val="tx1"/>
                </a:solidFill>
                <a:latin typeface="+mn-lt"/>
                <a:ea typeface="+mn-ea"/>
                <a:cs typeface="+mn-cs"/>
              </a:rPr>
              <a:t>It triggers Hilt’s code generation at compile time.</a:t>
            </a:r>
          </a:p>
          <a:p>
            <a:pPr marL="285750" indent="-285750">
              <a:buFont typeface="Arial" panose="020B0604020202020204" pitchFamily="34" charset="0"/>
              <a:buChar char="•"/>
            </a:pPr>
            <a:endParaRPr lang="en-US"/>
          </a:p>
        </p:txBody>
      </p:sp>
      <p:sp>
        <p:nvSpPr>
          <p:cNvPr id="3" name="Slide Number Placeholder 2">
            <a:extLst>
              <a:ext uri="{FF2B5EF4-FFF2-40B4-BE49-F238E27FC236}">
                <a16:creationId xmlns:a16="http://schemas.microsoft.com/office/drawing/2014/main" id="{52B37F72-7F3E-CA03-C8AC-A8072231240D}"/>
              </a:ext>
            </a:extLst>
          </p:cNvPr>
          <p:cNvSpPr>
            <a:spLocks noGrp="1"/>
          </p:cNvSpPr>
          <p:nvPr>
            <p:ph type="sldNum" sz="quarter" idx="12"/>
          </p:nvPr>
        </p:nvSpPr>
        <p:spPr/>
        <p:txBody>
          <a:bodyPr/>
          <a:lstStyle/>
          <a:p>
            <a:fld id="{330EA680-D336-4FF7-8B7A-9848BB0A1C32}" type="slidenum">
              <a:rPr lang="en-US" smtClean="0"/>
              <a:t>62</a:t>
            </a:fld>
            <a:endParaRPr lang="en-US"/>
          </a:p>
        </p:txBody>
      </p:sp>
    </p:spTree>
    <p:extLst>
      <p:ext uri="{BB962C8B-B14F-4D97-AF65-F5344CB8AC3E}">
        <p14:creationId xmlns:p14="http://schemas.microsoft.com/office/powerpoint/2010/main" val="16995970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CC6BB2-28F8-4405-829D-0562733BE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12">
            <a:extLst>
              <a:ext uri="{FF2B5EF4-FFF2-40B4-BE49-F238E27FC236}">
                <a16:creationId xmlns:a16="http://schemas.microsoft.com/office/drawing/2014/main" id="{5C2E53F0-AD54-4A55-99A0-EC896CE3C2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889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Freeform: Shape 14">
            <a:extLst>
              <a:ext uri="{FF2B5EF4-FFF2-40B4-BE49-F238E27FC236}">
                <a16:creationId xmlns:a16="http://schemas.microsoft.com/office/drawing/2014/main" id="{D15F19F8-85EE-477A-ACBA-4B6D0697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BFAD13D-65EB-9D51-DC13-970B730BD02B}"/>
              </a:ext>
            </a:extLst>
          </p:cNvPr>
          <p:cNvSpPr>
            <a:spLocks noGrp="1"/>
          </p:cNvSpPr>
          <p:nvPr>
            <p:ph type="title"/>
          </p:nvPr>
        </p:nvSpPr>
        <p:spPr>
          <a:xfrm>
            <a:off x="838200" y="253397"/>
            <a:ext cx="10515600" cy="1273233"/>
          </a:xfrm>
        </p:spPr>
        <p:txBody>
          <a:bodyPr vert="horz" lIns="91440" tIns="45720" rIns="91440" bIns="45720" rtlCol="0" anchor="ctr">
            <a:normAutofit/>
          </a:bodyPr>
          <a:lstStyle/>
          <a:p>
            <a:r>
              <a:rPr lang="en-US" sz="4000" kern="1200">
                <a:solidFill>
                  <a:schemeClr val="tx1"/>
                </a:solidFill>
                <a:latin typeface="+mj-lt"/>
                <a:ea typeface="+mj-ea"/>
                <a:cs typeface="+mj-cs"/>
              </a:rPr>
              <a:t>Quick Start</a:t>
            </a:r>
          </a:p>
        </p:txBody>
      </p:sp>
      <p:sp>
        <p:nvSpPr>
          <p:cNvPr id="12" name="Rectangle 11">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797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TextBox 4">
            <a:extLst>
              <a:ext uri="{FF2B5EF4-FFF2-40B4-BE49-F238E27FC236}">
                <a16:creationId xmlns:a16="http://schemas.microsoft.com/office/drawing/2014/main" id="{29874D78-34F1-01E5-3BDB-3D93C5F24BB4}"/>
              </a:ext>
            </a:extLst>
          </p:cNvPr>
          <p:cNvSpPr txBox="1"/>
          <p:nvPr/>
        </p:nvSpPr>
        <p:spPr>
          <a:xfrm>
            <a:off x="838200" y="1895622"/>
            <a:ext cx="10301421" cy="4708981"/>
          </a:xfrm>
          <a:prstGeom prst="rect">
            <a:avLst/>
          </a:prstGeom>
          <a:noFill/>
        </p:spPr>
        <p:txBody>
          <a:bodyPr wrap="square">
            <a:spAutoFit/>
          </a:bodyPr>
          <a:lstStyle/>
          <a:p>
            <a:pPr>
              <a:buNone/>
            </a:pPr>
            <a:r>
              <a:rPr lang="en-US" sz="2000" i="1" dirty="0">
                <a:solidFill>
                  <a:srgbClr val="8C8C8C"/>
                </a:solidFill>
                <a:effectLst/>
                <a:latin typeface="JetBrains Mono"/>
              </a:rPr>
              <a:t>// @</a:t>
            </a:r>
            <a:r>
              <a:rPr lang="en-US" sz="2000" i="1" dirty="0" err="1">
                <a:solidFill>
                  <a:srgbClr val="8C8C8C"/>
                </a:solidFill>
                <a:effectLst/>
                <a:latin typeface="JetBrains Mono"/>
              </a:rPr>
              <a:t>AndroidEntryPoint</a:t>
            </a:r>
            <a:r>
              <a:rPr lang="en-US" sz="2000" i="1" dirty="0">
                <a:solidFill>
                  <a:srgbClr val="8C8C8C"/>
                </a:solidFill>
                <a:effectLst/>
                <a:latin typeface="JetBrains Mono"/>
              </a:rPr>
              <a:t> tells Hilt that this Activity is a dependency injection entry point.</a:t>
            </a:r>
            <a:br>
              <a:rPr lang="en-US" sz="2000" i="1" dirty="0">
                <a:solidFill>
                  <a:srgbClr val="8C8C8C"/>
                </a:solidFill>
                <a:effectLst/>
                <a:latin typeface="JetBrains Mono"/>
              </a:rPr>
            </a:br>
            <a:r>
              <a:rPr lang="en-US" sz="2000" i="1" dirty="0">
                <a:solidFill>
                  <a:srgbClr val="8C8C8C"/>
                </a:solidFill>
                <a:effectLst/>
                <a:latin typeface="JetBrains Mono"/>
              </a:rPr>
              <a:t>// Hilt will generate code so that this Activity (and any </a:t>
            </a:r>
            <a:r>
              <a:rPr lang="en-US" sz="2000" i="1" dirty="0" err="1">
                <a:solidFill>
                  <a:srgbClr val="8C8C8C"/>
                </a:solidFill>
                <a:effectLst/>
                <a:latin typeface="JetBrains Mono"/>
              </a:rPr>
              <a:t>Composables</a:t>
            </a:r>
            <a:r>
              <a:rPr lang="en-US" sz="2000" i="1" dirty="0">
                <a:solidFill>
                  <a:srgbClr val="8C8C8C"/>
                </a:solidFill>
                <a:effectLst/>
                <a:latin typeface="JetBrains Mono"/>
              </a:rPr>
              <a:t>/</a:t>
            </a:r>
            <a:r>
              <a:rPr lang="en-US" sz="2000" i="1" dirty="0" err="1">
                <a:solidFill>
                  <a:srgbClr val="8C8C8C"/>
                </a:solidFill>
                <a:effectLst/>
                <a:latin typeface="JetBrains Mono"/>
              </a:rPr>
              <a:t>ViewModels</a:t>
            </a:r>
            <a:r>
              <a:rPr lang="en-US" sz="2000" i="1" dirty="0">
                <a:solidFill>
                  <a:srgbClr val="8C8C8C"/>
                </a:solidFill>
                <a:effectLst/>
                <a:latin typeface="JetBrains Mono"/>
              </a:rPr>
              <a:t> it uses)</a:t>
            </a:r>
            <a:br>
              <a:rPr lang="en-US" sz="2000" i="1" dirty="0">
                <a:solidFill>
                  <a:srgbClr val="8C8C8C"/>
                </a:solidFill>
                <a:effectLst/>
                <a:latin typeface="JetBrains Mono"/>
              </a:rPr>
            </a:br>
            <a:r>
              <a:rPr lang="en-US" sz="2000" i="1" dirty="0">
                <a:solidFill>
                  <a:srgbClr val="8C8C8C"/>
                </a:solidFill>
                <a:effectLst/>
                <a:latin typeface="JetBrains Mono"/>
              </a:rPr>
              <a:t>// can receive dependencies (like repositories, use cases, etc.) from Hilt’s graph.</a:t>
            </a:r>
            <a:br>
              <a:rPr lang="en-US" sz="2000" i="1" dirty="0">
                <a:solidFill>
                  <a:srgbClr val="8C8C8C"/>
                </a:solidFill>
                <a:effectLst/>
                <a:latin typeface="JetBrains Mono"/>
              </a:rPr>
            </a:br>
            <a:r>
              <a:rPr lang="en-US" sz="2000" dirty="0">
                <a:solidFill>
                  <a:srgbClr val="9E880D"/>
                </a:solidFill>
                <a:effectLst/>
                <a:latin typeface="JetBrains Mono"/>
              </a:rPr>
              <a:t>@</a:t>
            </a:r>
            <a:r>
              <a:rPr lang="en-US" sz="2000" dirty="0" err="1">
                <a:solidFill>
                  <a:srgbClr val="9E880D"/>
                </a:solidFill>
                <a:effectLst/>
                <a:latin typeface="JetBrains Mono"/>
              </a:rPr>
              <a:t>AndroidEntryPoint</a:t>
            </a:r>
            <a:br>
              <a:rPr lang="en-US" sz="2000" dirty="0">
                <a:solidFill>
                  <a:srgbClr val="9E880D"/>
                </a:solidFill>
                <a:effectLst/>
                <a:latin typeface="JetBrains Mono"/>
              </a:rPr>
            </a:br>
            <a:r>
              <a:rPr lang="en-US" sz="2000" dirty="0">
                <a:solidFill>
                  <a:srgbClr val="0033B3"/>
                </a:solidFill>
                <a:effectLst/>
                <a:latin typeface="JetBrains Mono"/>
              </a:rPr>
              <a:t>class </a:t>
            </a:r>
            <a:r>
              <a:rPr lang="en-US" sz="2000" dirty="0" err="1">
                <a:solidFill>
                  <a:srgbClr val="000000"/>
                </a:solidFill>
                <a:effectLst/>
                <a:latin typeface="JetBrains Mono"/>
              </a:rPr>
              <a:t>MainActivity</a:t>
            </a:r>
            <a:r>
              <a:rPr lang="en-US" sz="2000" dirty="0">
                <a:solidFill>
                  <a:srgbClr val="000000"/>
                </a:solidFill>
                <a:effectLst/>
                <a:latin typeface="JetBrains Mono"/>
              </a:rPr>
              <a:t> </a:t>
            </a:r>
            <a:r>
              <a:rPr lang="en-US" sz="2000" dirty="0">
                <a:solidFill>
                  <a:srgbClr val="080808"/>
                </a:solidFill>
                <a:effectLst/>
                <a:latin typeface="JetBrains Mono"/>
              </a:rPr>
              <a:t>: </a:t>
            </a:r>
            <a:r>
              <a:rPr lang="en-US" sz="2000" dirty="0" err="1">
                <a:solidFill>
                  <a:srgbClr val="080808"/>
                </a:solidFill>
                <a:effectLst/>
                <a:latin typeface="JetBrains Mono"/>
              </a:rPr>
              <a:t>ComponentActivity</a:t>
            </a:r>
            <a:r>
              <a:rPr lang="en-US" sz="2000" dirty="0">
                <a:solidFill>
                  <a:srgbClr val="080808"/>
                </a:solidFill>
                <a:effectLst/>
                <a:latin typeface="JetBrains Mono"/>
              </a:rPr>
              <a:t>() {</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a:solidFill>
                  <a:srgbClr val="0033B3"/>
                </a:solidFill>
                <a:effectLst/>
                <a:latin typeface="JetBrains Mono"/>
              </a:rPr>
              <a:t>override fun </a:t>
            </a:r>
            <a:r>
              <a:rPr lang="en-US" sz="2000" dirty="0" err="1">
                <a:solidFill>
                  <a:srgbClr val="00627A"/>
                </a:solidFill>
                <a:effectLst/>
                <a:latin typeface="JetBrains Mono"/>
              </a:rPr>
              <a:t>onCreate</a:t>
            </a:r>
            <a:r>
              <a:rPr lang="en-US" sz="2000" dirty="0">
                <a:solidFill>
                  <a:srgbClr val="080808"/>
                </a:solidFill>
                <a:effectLst/>
                <a:latin typeface="JetBrains Mono"/>
              </a:rPr>
              <a:t>(</a:t>
            </a:r>
            <a:r>
              <a:rPr lang="en-US" sz="2000" dirty="0" err="1">
                <a:solidFill>
                  <a:srgbClr val="000000"/>
                </a:solidFill>
                <a:effectLst/>
                <a:latin typeface="JetBrains Mono"/>
              </a:rPr>
              <a:t>savedInstanceState</a:t>
            </a:r>
            <a:r>
              <a:rPr lang="en-US" sz="2000" dirty="0">
                <a:solidFill>
                  <a:srgbClr val="080808"/>
                </a:solidFill>
                <a:effectLst/>
                <a:latin typeface="JetBrains Mono"/>
              </a:rPr>
              <a:t>: </a:t>
            </a:r>
            <a:r>
              <a:rPr lang="en-US" sz="2000" dirty="0">
                <a:solidFill>
                  <a:srgbClr val="000000"/>
                </a:solidFill>
                <a:effectLst/>
                <a:latin typeface="JetBrains Mono"/>
              </a:rPr>
              <a:t>Bundle</a:t>
            </a:r>
            <a:r>
              <a:rPr lang="en-US" sz="2000" dirty="0">
                <a:solidFill>
                  <a:srgbClr val="080808"/>
                </a:solidFill>
                <a:effectLst/>
                <a:latin typeface="JetBrains Mono"/>
              </a:rPr>
              <a:t>?) {</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dirty="0" err="1">
                <a:solidFill>
                  <a:srgbClr val="0033B3"/>
                </a:solidFill>
                <a:effectLst/>
                <a:latin typeface="JetBrains Mono"/>
              </a:rPr>
              <a:t>super</a:t>
            </a:r>
            <a:r>
              <a:rPr lang="en-US" sz="2000" dirty="0" err="1">
                <a:solidFill>
                  <a:srgbClr val="080808"/>
                </a:solidFill>
                <a:effectLst/>
                <a:latin typeface="JetBrains Mono"/>
              </a:rPr>
              <a:t>.onCreate</a:t>
            </a:r>
            <a:r>
              <a:rPr lang="en-US" sz="2000" dirty="0">
                <a:solidFill>
                  <a:srgbClr val="080808"/>
                </a:solidFill>
                <a:effectLst/>
                <a:latin typeface="JetBrains Mono"/>
              </a:rPr>
              <a:t>(</a:t>
            </a:r>
            <a:r>
              <a:rPr lang="en-US" sz="2000" dirty="0" err="1">
                <a:solidFill>
                  <a:srgbClr val="000000"/>
                </a:solidFill>
                <a:effectLst/>
                <a:latin typeface="JetBrains Mono"/>
              </a:rPr>
              <a:t>savedInstanceState</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i="1" dirty="0" err="1">
                <a:solidFill>
                  <a:srgbClr val="00627A"/>
                </a:solidFill>
                <a:effectLst/>
                <a:latin typeface="JetBrains Mono"/>
              </a:rPr>
              <a:t>enableEdgeToEdge</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i="1" dirty="0" err="1">
                <a:solidFill>
                  <a:srgbClr val="00627A"/>
                </a:solidFill>
                <a:effectLst/>
                <a:latin typeface="JetBrains Mono"/>
              </a:rPr>
              <a:t>setContent</a:t>
            </a:r>
            <a:r>
              <a:rPr lang="en-US" sz="2000" i="1" dirty="0">
                <a:solidFill>
                  <a:srgbClr val="00627A"/>
                </a:solidFill>
                <a:effectLst/>
                <a:latin typeface="JetBrains Mono"/>
              </a:rPr>
              <a:t> </a:t>
            </a:r>
            <a:r>
              <a:rPr lang="en-US" sz="2000" b="1" dirty="0">
                <a:solidFill>
                  <a:srgbClr val="080808"/>
                </a:solidFill>
                <a:effectLst/>
                <a:latin typeface="JetBrains Mono"/>
              </a:rPr>
              <a:t>{</a:t>
            </a:r>
            <a:br>
              <a:rPr lang="en-US" sz="2000" b="1" dirty="0">
                <a:solidFill>
                  <a:srgbClr val="080808"/>
                </a:solidFill>
                <a:effectLst/>
                <a:latin typeface="JetBrains Mono"/>
              </a:rPr>
            </a:br>
            <a:r>
              <a:rPr lang="en-US" sz="2000" b="1" dirty="0">
                <a:solidFill>
                  <a:srgbClr val="080808"/>
                </a:solidFill>
                <a:effectLst/>
                <a:latin typeface="JetBrains Mono"/>
              </a:rPr>
              <a:t>            </a:t>
            </a:r>
            <a:r>
              <a:rPr lang="en-US" sz="2000" dirty="0" err="1">
                <a:solidFill>
                  <a:srgbClr val="009900"/>
                </a:solidFill>
                <a:effectLst/>
                <a:latin typeface="JetBrains Mono"/>
              </a:rPr>
              <a:t>AlphaGameTheme</a:t>
            </a:r>
            <a:r>
              <a:rPr lang="en-US" sz="2000" dirty="0">
                <a:solidFill>
                  <a:srgbClr val="009900"/>
                </a:solidFill>
                <a:effectLst/>
                <a:latin typeface="JetBrains Mono"/>
              </a:rPr>
              <a:t> </a:t>
            </a:r>
            <a:r>
              <a:rPr lang="en-US" sz="2000" b="1" dirty="0">
                <a:solidFill>
                  <a:srgbClr val="080808"/>
                </a:solidFill>
                <a:effectLst/>
                <a:latin typeface="JetBrains Mono"/>
              </a:rPr>
              <a:t>{</a:t>
            </a:r>
            <a:br>
              <a:rPr lang="en-US" sz="2000" b="1" dirty="0">
                <a:solidFill>
                  <a:srgbClr val="080808"/>
                </a:solidFill>
                <a:effectLst/>
                <a:latin typeface="JetBrains Mono"/>
              </a:rPr>
            </a:br>
            <a:r>
              <a:rPr lang="en-US" sz="2000" b="1" dirty="0">
                <a:solidFill>
                  <a:srgbClr val="080808"/>
                </a:solidFill>
                <a:effectLst/>
                <a:latin typeface="JetBrains Mono"/>
              </a:rPr>
              <a:t>                </a:t>
            </a:r>
            <a:r>
              <a:rPr lang="en-US" sz="2000" dirty="0" err="1">
                <a:solidFill>
                  <a:srgbClr val="009900"/>
                </a:solidFill>
                <a:effectLst/>
                <a:latin typeface="JetBrains Mono"/>
              </a:rPr>
              <a:t>AlphabetExplorerScreen</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            </a:t>
            </a:r>
            <a:r>
              <a:rPr lang="en-US" sz="2000" b="1" dirty="0">
                <a:solidFill>
                  <a:srgbClr val="080808"/>
                </a:solidFill>
                <a:effectLst/>
                <a:latin typeface="JetBrains Mono"/>
              </a:rPr>
              <a:t>}</a:t>
            </a:r>
            <a:br>
              <a:rPr lang="en-US" sz="2000" b="1" dirty="0">
                <a:solidFill>
                  <a:srgbClr val="080808"/>
                </a:solidFill>
                <a:effectLst/>
                <a:latin typeface="JetBrains Mono"/>
              </a:rPr>
            </a:br>
            <a:r>
              <a:rPr lang="en-US" sz="2000" b="1" dirty="0">
                <a:solidFill>
                  <a:srgbClr val="080808"/>
                </a:solidFill>
                <a:effectLst/>
                <a:latin typeface="JetBrains Mono"/>
              </a:rPr>
              <a:t>        }</a:t>
            </a:r>
            <a:br>
              <a:rPr lang="en-US" sz="2000" b="1" dirty="0">
                <a:solidFill>
                  <a:srgbClr val="080808"/>
                </a:solidFill>
                <a:effectLst/>
                <a:latin typeface="JetBrains Mono"/>
              </a:rPr>
            </a:br>
            <a:r>
              <a:rPr lang="en-US" sz="2000" b="1" dirty="0">
                <a:solidFill>
                  <a:srgbClr val="080808"/>
                </a:solidFill>
                <a:effectLst/>
                <a:latin typeface="JetBrains Mono"/>
              </a:rPr>
              <a:t>    </a:t>
            </a:r>
            <a:r>
              <a:rPr lang="en-US" sz="2000" dirty="0">
                <a:solidFill>
                  <a:srgbClr val="080808"/>
                </a:solidFill>
                <a:effectLst/>
                <a:latin typeface="JetBrains Mono"/>
              </a:rPr>
              <a:t>}</a:t>
            </a:r>
            <a:br>
              <a:rPr lang="en-US" sz="2000" dirty="0">
                <a:solidFill>
                  <a:srgbClr val="080808"/>
                </a:solidFill>
                <a:effectLst/>
                <a:latin typeface="JetBrains Mono"/>
              </a:rPr>
            </a:br>
            <a:r>
              <a:rPr lang="en-US" sz="2000" dirty="0">
                <a:solidFill>
                  <a:srgbClr val="080808"/>
                </a:solidFill>
                <a:effectLst/>
                <a:latin typeface="JetBrains Mono"/>
              </a:rPr>
              <a:t>}</a:t>
            </a:r>
          </a:p>
        </p:txBody>
      </p:sp>
      <p:sp>
        <p:nvSpPr>
          <p:cNvPr id="3" name="Slide Number Placeholder 2">
            <a:extLst>
              <a:ext uri="{FF2B5EF4-FFF2-40B4-BE49-F238E27FC236}">
                <a16:creationId xmlns:a16="http://schemas.microsoft.com/office/drawing/2014/main" id="{9855EE4A-3E0E-1DCE-313C-021DA3B6DD3E}"/>
              </a:ext>
            </a:extLst>
          </p:cNvPr>
          <p:cNvSpPr>
            <a:spLocks noGrp="1"/>
          </p:cNvSpPr>
          <p:nvPr>
            <p:ph type="sldNum" sz="quarter" idx="12"/>
          </p:nvPr>
        </p:nvSpPr>
        <p:spPr/>
        <p:txBody>
          <a:bodyPr/>
          <a:lstStyle/>
          <a:p>
            <a:fld id="{330EA680-D336-4FF7-8B7A-9848BB0A1C32}" type="slidenum">
              <a:rPr lang="en-US" smtClean="0"/>
              <a:t>63</a:t>
            </a:fld>
            <a:endParaRPr lang="en-US"/>
          </a:p>
        </p:txBody>
      </p:sp>
    </p:spTree>
    <p:extLst>
      <p:ext uri="{BB962C8B-B14F-4D97-AF65-F5344CB8AC3E}">
        <p14:creationId xmlns:p14="http://schemas.microsoft.com/office/powerpoint/2010/main" val="38160151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4F1CD0E-1793-EAE2-F56F-9B974065E4D5}"/>
              </a:ext>
            </a:extLst>
          </p:cNvPr>
          <p:cNvSpPr>
            <a:spLocks noGrp="1"/>
          </p:cNvSpPr>
          <p:nvPr>
            <p:ph type="title"/>
          </p:nvPr>
        </p:nvSpPr>
        <p:spPr>
          <a:xfrm>
            <a:off x="1045029" y="507160"/>
            <a:ext cx="2993571" cy="5438730"/>
          </a:xfrm>
        </p:spPr>
        <p:txBody>
          <a:bodyPr vert="horz" lIns="91440" tIns="45720" rIns="91440" bIns="45720" rtlCol="0">
            <a:normAutofit/>
          </a:bodyPr>
          <a:lstStyle/>
          <a:p>
            <a:r>
              <a:rPr lang="en-US" sz="3200" kern="1200">
                <a:latin typeface="+mj-lt"/>
                <a:ea typeface="+mj-ea"/>
                <a:cs typeface="+mj-cs"/>
              </a:rPr>
              <a:t>Create a Hilt module that provides a dependency for DataRepository</a:t>
            </a:r>
          </a:p>
        </p:txBody>
      </p:sp>
      <p:sp>
        <p:nvSpPr>
          <p:cNvPr id="25" name="Rectangle 24">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287448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Rectangle 2">
            <a:extLst>
              <a:ext uri="{FF2B5EF4-FFF2-40B4-BE49-F238E27FC236}">
                <a16:creationId xmlns:a16="http://schemas.microsoft.com/office/drawing/2014/main" id="{96391131-835D-39F3-6935-7B2272794243}"/>
              </a:ext>
            </a:extLst>
          </p:cNvPr>
          <p:cNvSpPr/>
          <p:nvPr/>
        </p:nvSpPr>
        <p:spPr>
          <a:xfrm>
            <a:off x="0" y="7806266"/>
            <a:ext cx="5300134" cy="1219825"/>
          </a:xfrm>
          <a:custGeom>
            <a:avLst/>
            <a:gdLst>
              <a:gd name="connsiteX0" fmla="*/ 0 w 5300134"/>
              <a:gd name="connsiteY0" fmla="*/ 0 h 1219825"/>
              <a:gd name="connsiteX1" fmla="*/ 609515 w 5300134"/>
              <a:gd name="connsiteY1" fmla="*/ 0 h 1219825"/>
              <a:gd name="connsiteX2" fmla="*/ 1113028 w 5300134"/>
              <a:gd name="connsiteY2" fmla="*/ 0 h 1219825"/>
              <a:gd name="connsiteX3" fmla="*/ 1881548 w 5300134"/>
              <a:gd name="connsiteY3" fmla="*/ 0 h 1219825"/>
              <a:gd name="connsiteX4" fmla="*/ 2491063 w 5300134"/>
              <a:gd name="connsiteY4" fmla="*/ 0 h 1219825"/>
              <a:gd name="connsiteX5" fmla="*/ 3100578 w 5300134"/>
              <a:gd name="connsiteY5" fmla="*/ 0 h 1219825"/>
              <a:gd name="connsiteX6" fmla="*/ 3869098 w 5300134"/>
              <a:gd name="connsiteY6" fmla="*/ 0 h 1219825"/>
              <a:gd name="connsiteX7" fmla="*/ 4425612 w 5300134"/>
              <a:gd name="connsiteY7" fmla="*/ 0 h 1219825"/>
              <a:gd name="connsiteX8" fmla="*/ 5300134 w 5300134"/>
              <a:gd name="connsiteY8" fmla="*/ 0 h 1219825"/>
              <a:gd name="connsiteX9" fmla="*/ 5300134 w 5300134"/>
              <a:gd name="connsiteY9" fmla="*/ 634309 h 1219825"/>
              <a:gd name="connsiteX10" fmla="*/ 5300134 w 5300134"/>
              <a:gd name="connsiteY10" fmla="*/ 1219825 h 1219825"/>
              <a:gd name="connsiteX11" fmla="*/ 4637617 w 5300134"/>
              <a:gd name="connsiteY11" fmla="*/ 1219825 h 1219825"/>
              <a:gd name="connsiteX12" fmla="*/ 4028102 w 5300134"/>
              <a:gd name="connsiteY12" fmla="*/ 1219825 h 1219825"/>
              <a:gd name="connsiteX13" fmla="*/ 3259582 w 5300134"/>
              <a:gd name="connsiteY13" fmla="*/ 1219825 h 1219825"/>
              <a:gd name="connsiteX14" fmla="*/ 2491063 w 5300134"/>
              <a:gd name="connsiteY14" fmla="*/ 1219825 h 1219825"/>
              <a:gd name="connsiteX15" fmla="*/ 1934549 w 5300134"/>
              <a:gd name="connsiteY15" fmla="*/ 1219825 h 1219825"/>
              <a:gd name="connsiteX16" fmla="*/ 1272032 w 5300134"/>
              <a:gd name="connsiteY16" fmla="*/ 1219825 h 1219825"/>
              <a:gd name="connsiteX17" fmla="*/ 0 w 5300134"/>
              <a:gd name="connsiteY17" fmla="*/ 1219825 h 1219825"/>
              <a:gd name="connsiteX18" fmla="*/ 0 w 5300134"/>
              <a:gd name="connsiteY18" fmla="*/ 609913 h 1219825"/>
              <a:gd name="connsiteX19" fmla="*/ 0 w 5300134"/>
              <a:gd name="connsiteY19" fmla="*/ 0 h 1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00134" h="1219825" extrusionOk="0">
                <a:moveTo>
                  <a:pt x="0" y="0"/>
                </a:moveTo>
                <a:cubicBezTo>
                  <a:pt x="247472" y="-27533"/>
                  <a:pt x="379595" y="-28900"/>
                  <a:pt x="609515" y="0"/>
                </a:cubicBezTo>
                <a:cubicBezTo>
                  <a:pt x="839436" y="28900"/>
                  <a:pt x="871484" y="14594"/>
                  <a:pt x="1113028" y="0"/>
                </a:cubicBezTo>
                <a:cubicBezTo>
                  <a:pt x="1354572" y="-14594"/>
                  <a:pt x="1544765" y="-15105"/>
                  <a:pt x="1881548" y="0"/>
                </a:cubicBezTo>
                <a:cubicBezTo>
                  <a:pt x="2218331" y="15105"/>
                  <a:pt x="2270776" y="-7175"/>
                  <a:pt x="2491063" y="0"/>
                </a:cubicBezTo>
                <a:cubicBezTo>
                  <a:pt x="2711350" y="7175"/>
                  <a:pt x="2925373" y="15297"/>
                  <a:pt x="3100578" y="0"/>
                </a:cubicBezTo>
                <a:cubicBezTo>
                  <a:pt x="3275783" y="-15297"/>
                  <a:pt x="3526406" y="-6471"/>
                  <a:pt x="3869098" y="0"/>
                </a:cubicBezTo>
                <a:cubicBezTo>
                  <a:pt x="4211790" y="6471"/>
                  <a:pt x="4310122" y="1978"/>
                  <a:pt x="4425612" y="0"/>
                </a:cubicBezTo>
                <a:cubicBezTo>
                  <a:pt x="4541102" y="-1978"/>
                  <a:pt x="4989289" y="-20132"/>
                  <a:pt x="5300134" y="0"/>
                </a:cubicBezTo>
                <a:cubicBezTo>
                  <a:pt x="5283288" y="172059"/>
                  <a:pt x="5325856" y="403716"/>
                  <a:pt x="5300134" y="634309"/>
                </a:cubicBezTo>
                <a:cubicBezTo>
                  <a:pt x="5274412" y="864902"/>
                  <a:pt x="5327541" y="952508"/>
                  <a:pt x="5300134" y="1219825"/>
                </a:cubicBezTo>
                <a:cubicBezTo>
                  <a:pt x="5130609" y="1250318"/>
                  <a:pt x="4960221" y="1222321"/>
                  <a:pt x="4637617" y="1219825"/>
                </a:cubicBezTo>
                <a:cubicBezTo>
                  <a:pt x="4315013" y="1217329"/>
                  <a:pt x="4315314" y="1235199"/>
                  <a:pt x="4028102" y="1219825"/>
                </a:cubicBezTo>
                <a:cubicBezTo>
                  <a:pt x="3740890" y="1204451"/>
                  <a:pt x="3526534" y="1222095"/>
                  <a:pt x="3259582" y="1219825"/>
                </a:cubicBezTo>
                <a:cubicBezTo>
                  <a:pt x="2992630" y="1217555"/>
                  <a:pt x="2808696" y="1244864"/>
                  <a:pt x="2491063" y="1219825"/>
                </a:cubicBezTo>
                <a:cubicBezTo>
                  <a:pt x="2173430" y="1194786"/>
                  <a:pt x="2074806" y="1223737"/>
                  <a:pt x="1934549" y="1219825"/>
                </a:cubicBezTo>
                <a:cubicBezTo>
                  <a:pt x="1794292" y="1215913"/>
                  <a:pt x="1416835" y="1201843"/>
                  <a:pt x="1272032" y="1219825"/>
                </a:cubicBezTo>
                <a:cubicBezTo>
                  <a:pt x="1127229" y="1237807"/>
                  <a:pt x="519348" y="1268217"/>
                  <a:pt x="0" y="1219825"/>
                </a:cubicBezTo>
                <a:cubicBezTo>
                  <a:pt x="3586" y="975181"/>
                  <a:pt x="30064" y="898963"/>
                  <a:pt x="0" y="609913"/>
                </a:cubicBezTo>
                <a:cubicBezTo>
                  <a:pt x="-30064" y="320863"/>
                  <a:pt x="-17155" y="171853"/>
                  <a:pt x="0" y="0"/>
                </a:cubicBezTo>
                <a:close/>
              </a:path>
            </a:pathLst>
          </a:custGeom>
          <a:noFill/>
          <a:ln>
            <a:solidFill>
              <a:schemeClr val="accent2"/>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graphicFrame>
        <p:nvGraphicFramePr>
          <p:cNvPr id="7" name="Diagram 6">
            <a:extLst>
              <a:ext uri="{FF2B5EF4-FFF2-40B4-BE49-F238E27FC236}">
                <a16:creationId xmlns:a16="http://schemas.microsoft.com/office/drawing/2014/main" id="{202F4E9C-456C-030D-B818-7A48668B72AE}"/>
              </a:ext>
            </a:extLst>
          </p:cNvPr>
          <p:cNvGraphicFramePr/>
          <p:nvPr>
            <p:extLst>
              <p:ext uri="{D42A27DB-BD31-4B8C-83A1-F6EECF244321}">
                <p14:modId xmlns:p14="http://schemas.microsoft.com/office/powerpoint/2010/main" val="3361230971"/>
              </p:ext>
            </p:extLst>
          </p:nvPr>
        </p:nvGraphicFramePr>
        <p:xfrm>
          <a:off x="4526280" y="512064"/>
          <a:ext cx="6830568" cy="544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6B977A42-9B4F-BDD4-58CA-10A73924C088}"/>
              </a:ext>
            </a:extLst>
          </p:cNvPr>
          <p:cNvSpPr>
            <a:spLocks noGrp="1"/>
          </p:cNvSpPr>
          <p:nvPr>
            <p:ph type="sldNum" sz="quarter" idx="12"/>
          </p:nvPr>
        </p:nvSpPr>
        <p:spPr/>
        <p:txBody>
          <a:bodyPr/>
          <a:lstStyle/>
          <a:p>
            <a:fld id="{330EA680-D336-4FF7-8B7A-9848BB0A1C32}" type="slidenum">
              <a:rPr lang="en-US" smtClean="0"/>
              <a:t>64</a:t>
            </a:fld>
            <a:endParaRPr lang="en-US"/>
          </a:p>
        </p:txBody>
      </p:sp>
    </p:spTree>
    <p:extLst>
      <p:ext uri="{BB962C8B-B14F-4D97-AF65-F5344CB8AC3E}">
        <p14:creationId xmlns:p14="http://schemas.microsoft.com/office/powerpoint/2010/main" val="31362057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4F1CD0E-1793-EAE2-F56F-9B974065E4D5}"/>
              </a:ext>
            </a:extLst>
          </p:cNvPr>
          <p:cNvSpPr>
            <a:spLocks noGrp="1"/>
          </p:cNvSpPr>
          <p:nvPr>
            <p:ph type="title"/>
          </p:nvPr>
        </p:nvSpPr>
        <p:spPr>
          <a:xfrm>
            <a:off x="477981" y="575859"/>
            <a:ext cx="10767774" cy="802565"/>
          </a:xfrm>
        </p:spPr>
        <p:txBody>
          <a:bodyPr vert="horz" lIns="91440" tIns="45720" rIns="91440" bIns="45720" rtlCol="0" anchor="b">
            <a:normAutofit/>
          </a:bodyPr>
          <a:lstStyle/>
          <a:p>
            <a:r>
              <a:rPr lang="en-US" sz="2800" kern="1200" dirty="0">
                <a:solidFill>
                  <a:schemeClr val="tx1"/>
                </a:solidFill>
                <a:latin typeface="+mj-lt"/>
                <a:ea typeface="+mj-ea"/>
                <a:cs typeface="+mj-cs"/>
              </a:rPr>
              <a:t>Create a Hilt module that provides a dependency for Repository</a:t>
            </a:r>
          </a:p>
        </p:txBody>
      </p:sp>
      <p:sp>
        <p:nvSpPr>
          <p:cNvPr id="19" name="Rectangle 1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22B53FBB-5E30-80FA-4A91-F9EE3D975B4E}"/>
              </a:ext>
            </a:extLst>
          </p:cNvPr>
          <p:cNvSpPr txBox="1"/>
          <p:nvPr/>
        </p:nvSpPr>
        <p:spPr>
          <a:xfrm>
            <a:off x="477981" y="1671388"/>
            <a:ext cx="11232990" cy="4893647"/>
          </a:xfrm>
          <a:prstGeom prst="rect">
            <a:avLst/>
          </a:prstGeom>
          <a:solidFill>
            <a:schemeClr val="bg1"/>
          </a:solidFill>
        </p:spPr>
        <p:txBody>
          <a:bodyPr wrap="square">
            <a:spAutoFit/>
          </a:bodyPr>
          <a:lstStyle/>
          <a:p>
            <a:pPr>
              <a:buNone/>
            </a:pPr>
            <a:r>
              <a:rPr lang="en-US" sz="2400" i="1" dirty="0">
                <a:solidFill>
                  <a:srgbClr val="8C8C8C"/>
                </a:solidFill>
                <a:effectLst/>
                <a:latin typeface="JetBrains Mono"/>
              </a:rPr>
              <a:t>// Marks this class as a Hilt module.</a:t>
            </a:r>
            <a:br>
              <a:rPr lang="en-US" sz="2400" i="1" dirty="0">
                <a:solidFill>
                  <a:srgbClr val="8C8C8C"/>
                </a:solidFill>
                <a:effectLst/>
                <a:latin typeface="JetBrains Mono"/>
              </a:rPr>
            </a:br>
            <a:r>
              <a:rPr lang="en-US" sz="2400" i="1" dirty="0">
                <a:solidFill>
                  <a:srgbClr val="8C8C8C"/>
                </a:solidFill>
                <a:effectLst/>
                <a:latin typeface="JetBrains Mono"/>
              </a:rPr>
              <a:t>// A module is a place where you define how to provide dependencies.</a:t>
            </a:r>
            <a:br>
              <a:rPr lang="en-US" sz="2400" i="1" dirty="0">
                <a:solidFill>
                  <a:srgbClr val="8C8C8C"/>
                </a:solidFill>
                <a:effectLst/>
                <a:latin typeface="JetBrains Mono"/>
              </a:rPr>
            </a:br>
            <a:r>
              <a:rPr lang="en-US" sz="2400" b="1" dirty="0">
                <a:solidFill>
                  <a:srgbClr val="9E880D"/>
                </a:solidFill>
                <a:effectLst/>
                <a:latin typeface="JetBrains Mono"/>
              </a:rPr>
              <a:t>@Module</a:t>
            </a:r>
            <a:br>
              <a:rPr lang="en-US" sz="2400" dirty="0">
                <a:solidFill>
                  <a:srgbClr val="9E880D"/>
                </a:solidFill>
                <a:effectLst/>
                <a:latin typeface="JetBrains Mono"/>
              </a:rPr>
            </a:br>
            <a:r>
              <a:rPr lang="en-US" sz="2400" i="1" dirty="0">
                <a:solidFill>
                  <a:srgbClr val="8C8C8C"/>
                </a:solidFill>
                <a:effectLst/>
                <a:latin typeface="JetBrains Mono"/>
              </a:rPr>
              <a:t>// Tells Hilt in which component this module will be installed.</a:t>
            </a:r>
            <a:br>
              <a:rPr lang="en-US" sz="2400" i="1" dirty="0">
                <a:solidFill>
                  <a:srgbClr val="8C8C8C"/>
                </a:solidFill>
                <a:effectLst/>
                <a:latin typeface="JetBrains Mono"/>
              </a:rPr>
            </a:br>
            <a:r>
              <a:rPr lang="en-US" sz="2400" i="1" dirty="0">
                <a:solidFill>
                  <a:srgbClr val="8C8C8C"/>
                </a:solidFill>
                <a:effectLst/>
                <a:latin typeface="JetBrains Mono"/>
              </a:rPr>
              <a:t>// </a:t>
            </a:r>
            <a:r>
              <a:rPr lang="en-US" sz="2400" i="1" dirty="0" err="1">
                <a:solidFill>
                  <a:srgbClr val="8C8C8C"/>
                </a:solidFill>
                <a:effectLst/>
                <a:latin typeface="JetBrains Mono"/>
              </a:rPr>
              <a:t>SingletonComponent</a:t>
            </a:r>
            <a:r>
              <a:rPr lang="en-US" sz="2400" i="1" dirty="0">
                <a:solidFill>
                  <a:srgbClr val="8C8C8C"/>
                </a:solidFill>
                <a:effectLst/>
                <a:latin typeface="JetBrains Mono"/>
              </a:rPr>
              <a:t> means the provided dependencies live as long as the Application.</a:t>
            </a:r>
            <a:br>
              <a:rPr lang="en-US" sz="2400" i="1" dirty="0">
                <a:solidFill>
                  <a:srgbClr val="8C8C8C"/>
                </a:solidFill>
                <a:effectLst/>
                <a:latin typeface="JetBrains Mono"/>
              </a:rPr>
            </a:br>
            <a:r>
              <a:rPr lang="en-US" sz="2400" b="1" dirty="0">
                <a:solidFill>
                  <a:srgbClr val="9E880D"/>
                </a:solidFill>
                <a:effectLst/>
                <a:latin typeface="JetBrains Mono"/>
              </a:rPr>
              <a:t>@</a:t>
            </a:r>
            <a:r>
              <a:rPr lang="en-US" sz="2400" b="1" dirty="0" err="1">
                <a:solidFill>
                  <a:srgbClr val="9E880D"/>
                </a:solidFill>
                <a:effectLst/>
                <a:latin typeface="JetBrains Mono"/>
              </a:rPr>
              <a:t>InstallIn</a:t>
            </a:r>
            <a:r>
              <a:rPr lang="en-US" sz="2400" b="1" dirty="0">
                <a:solidFill>
                  <a:srgbClr val="080808"/>
                </a:solidFill>
                <a:effectLst/>
                <a:latin typeface="JetBrains Mono"/>
              </a:rPr>
              <a:t>(</a:t>
            </a:r>
            <a:r>
              <a:rPr lang="en-US" sz="2400" b="1" dirty="0" err="1">
                <a:solidFill>
                  <a:srgbClr val="000000"/>
                </a:solidFill>
                <a:effectLst/>
                <a:latin typeface="JetBrains Mono"/>
              </a:rPr>
              <a:t>SingletonComponent</a:t>
            </a:r>
            <a:r>
              <a:rPr lang="en-US" sz="2400" b="1" dirty="0">
                <a:solidFill>
                  <a:srgbClr val="080808"/>
                </a:solidFill>
                <a:effectLst/>
                <a:latin typeface="JetBrains Mono"/>
              </a:rPr>
              <a:t>::</a:t>
            </a:r>
            <a:r>
              <a:rPr lang="en-US" sz="2400" b="1" dirty="0">
                <a:solidFill>
                  <a:srgbClr val="0033B3"/>
                </a:solidFill>
                <a:effectLst/>
                <a:latin typeface="JetBrains Mono"/>
              </a:rPr>
              <a:t>class</a:t>
            </a:r>
            <a:r>
              <a:rPr lang="en-US" sz="2400" b="1" dirty="0">
                <a:solidFill>
                  <a:srgbClr val="080808"/>
                </a:solidFill>
                <a:effectLst/>
                <a:latin typeface="JetBrains Mono"/>
              </a:rPr>
              <a:t>)</a:t>
            </a:r>
            <a:br>
              <a:rPr lang="en-US" sz="2400" dirty="0">
                <a:solidFill>
                  <a:srgbClr val="080808"/>
                </a:solidFill>
                <a:effectLst/>
                <a:latin typeface="JetBrains Mono"/>
              </a:rPr>
            </a:br>
            <a:endParaRPr lang="en-US" sz="2400" dirty="0">
              <a:solidFill>
                <a:srgbClr val="080808"/>
              </a:solidFill>
              <a:effectLst/>
              <a:latin typeface="JetBrains Mono"/>
            </a:endParaRPr>
          </a:p>
          <a:p>
            <a:pPr>
              <a:buNone/>
            </a:pPr>
            <a:r>
              <a:rPr lang="en-US" sz="2400" dirty="0">
                <a:solidFill>
                  <a:srgbClr val="0033B3"/>
                </a:solidFill>
                <a:effectLst/>
                <a:latin typeface="JetBrains Mono"/>
              </a:rPr>
              <a:t>object </a:t>
            </a:r>
            <a:r>
              <a:rPr lang="en-US" sz="2400" dirty="0" err="1">
                <a:solidFill>
                  <a:srgbClr val="000000"/>
                </a:solidFill>
                <a:effectLst/>
                <a:latin typeface="JetBrains Mono"/>
              </a:rPr>
              <a:t>RepositoryModule</a:t>
            </a:r>
            <a:r>
              <a:rPr lang="en-US" sz="2400" dirty="0">
                <a:solidFill>
                  <a:srgbClr val="000000"/>
                </a:solidFill>
                <a:effectLst/>
                <a:latin typeface="JetBrains Mono"/>
              </a:rPr>
              <a:t> </a:t>
            </a:r>
            <a:r>
              <a:rPr lang="en-US" sz="2400" dirty="0">
                <a:solidFill>
                  <a:srgbClr val="080808"/>
                </a:solidFill>
                <a:effectLst/>
                <a:latin typeface="JetBrains Mono"/>
              </a:rPr>
              <a:t>{</a:t>
            </a:r>
            <a:br>
              <a:rPr lang="en-US" sz="2400" dirty="0">
                <a:solidFill>
                  <a:srgbClr val="080808"/>
                </a:solidFill>
                <a:effectLst/>
                <a:latin typeface="JetBrains Mono"/>
              </a:rPr>
            </a:br>
            <a:r>
              <a:rPr lang="en-US" sz="2400" dirty="0">
                <a:solidFill>
                  <a:srgbClr val="080808"/>
                </a:solidFill>
                <a:effectLst/>
                <a:latin typeface="JetBrains Mono"/>
              </a:rPr>
              <a:t>    </a:t>
            </a:r>
            <a:r>
              <a:rPr lang="en-US" sz="2400" dirty="0">
                <a:solidFill>
                  <a:srgbClr val="9E880D"/>
                </a:solidFill>
                <a:effectLst/>
                <a:latin typeface="JetBrains Mono"/>
              </a:rPr>
              <a:t>@Provides</a:t>
            </a:r>
            <a:br>
              <a:rPr lang="en-US" sz="2400" dirty="0">
                <a:solidFill>
                  <a:srgbClr val="9E880D"/>
                </a:solidFill>
                <a:effectLst/>
                <a:latin typeface="JetBrains Mono"/>
              </a:rPr>
            </a:br>
            <a:r>
              <a:rPr lang="en-US" sz="2400" dirty="0">
                <a:solidFill>
                  <a:srgbClr val="9E880D"/>
                </a:solidFill>
                <a:effectLst/>
                <a:latin typeface="JetBrains Mono"/>
              </a:rPr>
              <a:t>    </a:t>
            </a:r>
            <a:r>
              <a:rPr lang="en-US" sz="2400" dirty="0">
                <a:solidFill>
                  <a:srgbClr val="0033B3"/>
                </a:solidFill>
                <a:effectLst/>
                <a:latin typeface="JetBrains Mono"/>
              </a:rPr>
              <a:t>fun </a:t>
            </a:r>
            <a:r>
              <a:rPr lang="en-US" sz="2400" dirty="0" err="1">
                <a:solidFill>
                  <a:srgbClr val="00627A"/>
                </a:solidFill>
                <a:effectLst/>
                <a:latin typeface="JetBrains Mono"/>
              </a:rPr>
              <a:t>provideAlphabetRepository</a:t>
            </a:r>
            <a:r>
              <a:rPr lang="en-US" sz="2400" dirty="0">
                <a:solidFill>
                  <a:srgbClr val="080808"/>
                </a:solidFill>
                <a:effectLst/>
                <a:latin typeface="JetBrains Mono"/>
              </a:rPr>
              <a:t>(): </a:t>
            </a:r>
            <a:r>
              <a:rPr lang="en-US" sz="2400" dirty="0" err="1">
                <a:solidFill>
                  <a:srgbClr val="000000"/>
                </a:solidFill>
                <a:effectLst/>
                <a:latin typeface="JetBrains Mono"/>
              </a:rPr>
              <a:t>AlphabetRepository</a:t>
            </a:r>
            <a:r>
              <a:rPr lang="en-US" sz="2400" dirty="0">
                <a:solidFill>
                  <a:srgbClr val="000000"/>
                </a:solidFill>
                <a:effectLst/>
                <a:latin typeface="JetBrains Mono"/>
              </a:rPr>
              <a:t> </a:t>
            </a:r>
            <a:r>
              <a:rPr lang="en-US" sz="2400" dirty="0">
                <a:solidFill>
                  <a:srgbClr val="080808"/>
                </a:solidFill>
                <a:effectLst/>
                <a:latin typeface="JetBrains Mono"/>
              </a:rPr>
              <a:t>{</a:t>
            </a:r>
            <a:br>
              <a:rPr lang="en-US" sz="2400" dirty="0">
                <a:solidFill>
                  <a:srgbClr val="080808"/>
                </a:solidFill>
                <a:effectLst/>
                <a:latin typeface="JetBrains Mono"/>
              </a:rPr>
            </a:br>
            <a:r>
              <a:rPr lang="en-US" sz="2400" dirty="0">
                <a:solidFill>
                  <a:srgbClr val="080808"/>
                </a:solidFill>
                <a:effectLst/>
                <a:latin typeface="JetBrains Mono"/>
              </a:rPr>
              <a:t>        </a:t>
            </a:r>
            <a:r>
              <a:rPr lang="en-US" sz="2400" dirty="0">
                <a:solidFill>
                  <a:srgbClr val="0033B3"/>
                </a:solidFill>
                <a:effectLst/>
                <a:latin typeface="JetBrains Mono"/>
              </a:rPr>
              <a:t>return </a:t>
            </a:r>
            <a:r>
              <a:rPr lang="en-US" sz="2400" dirty="0" err="1">
                <a:solidFill>
                  <a:srgbClr val="080808"/>
                </a:solidFill>
                <a:effectLst/>
                <a:latin typeface="JetBrains Mono"/>
              </a:rPr>
              <a:t>AlphabetRepositoryImpl</a:t>
            </a:r>
            <a:r>
              <a:rPr lang="en-US" sz="2400" dirty="0">
                <a:solidFill>
                  <a:srgbClr val="080808"/>
                </a:solidFill>
                <a:effectLst/>
                <a:latin typeface="JetBrains Mono"/>
              </a:rPr>
              <a:t>()</a:t>
            </a:r>
            <a:br>
              <a:rPr lang="en-US" sz="2400" dirty="0">
                <a:solidFill>
                  <a:srgbClr val="080808"/>
                </a:solidFill>
                <a:effectLst/>
                <a:latin typeface="JetBrains Mono"/>
              </a:rPr>
            </a:br>
            <a:r>
              <a:rPr lang="en-US" sz="2400" dirty="0">
                <a:solidFill>
                  <a:srgbClr val="080808"/>
                </a:solidFill>
                <a:effectLst/>
                <a:latin typeface="JetBrains Mono"/>
              </a:rPr>
              <a:t>    }</a:t>
            </a:r>
            <a:br>
              <a:rPr lang="en-US" sz="2400" dirty="0">
                <a:solidFill>
                  <a:srgbClr val="080808"/>
                </a:solidFill>
                <a:effectLst/>
                <a:latin typeface="JetBrains Mono"/>
              </a:rPr>
            </a:br>
            <a:r>
              <a:rPr lang="en-US" sz="2400" dirty="0">
                <a:solidFill>
                  <a:srgbClr val="080808"/>
                </a:solidFill>
                <a:effectLst/>
                <a:latin typeface="JetBrains Mono"/>
              </a:rPr>
              <a:t>}</a:t>
            </a:r>
          </a:p>
        </p:txBody>
      </p:sp>
      <p:sp>
        <p:nvSpPr>
          <p:cNvPr id="3" name="Slide Number Placeholder 2">
            <a:extLst>
              <a:ext uri="{FF2B5EF4-FFF2-40B4-BE49-F238E27FC236}">
                <a16:creationId xmlns:a16="http://schemas.microsoft.com/office/drawing/2014/main" id="{3015517A-3C2A-D2D9-534F-CA926ED14053}"/>
              </a:ext>
            </a:extLst>
          </p:cNvPr>
          <p:cNvSpPr>
            <a:spLocks noGrp="1"/>
          </p:cNvSpPr>
          <p:nvPr>
            <p:ph type="sldNum" sz="quarter" idx="12"/>
          </p:nvPr>
        </p:nvSpPr>
        <p:spPr/>
        <p:txBody>
          <a:bodyPr/>
          <a:lstStyle/>
          <a:p>
            <a:fld id="{330EA680-D336-4FF7-8B7A-9848BB0A1C32}" type="slidenum">
              <a:rPr lang="en-US" smtClean="0"/>
              <a:t>65</a:t>
            </a:fld>
            <a:endParaRPr lang="en-US"/>
          </a:p>
        </p:txBody>
      </p:sp>
    </p:spTree>
    <p:extLst>
      <p:ext uri="{BB962C8B-B14F-4D97-AF65-F5344CB8AC3E}">
        <p14:creationId xmlns:p14="http://schemas.microsoft.com/office/powerpoint/2010/main" val="1022315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B7901-83AF-6EC0-CE7C-784F6859D43D}"/>
              </a:ext>
            </a:extLst>
          </p:cNvPr>
          <p:cNvSpPr>
            <a:spLocks noGrp="1"/>
          </p:cNvSpPr>
          <p:nvPr>
            <p:ph type="title"/>
          </p:nvPr>
        </p:nvSpPr>
        <p:spPr/>
        <p:txBody>
          <a:bodyPr/>
          <a:lstStyle/>
          <a:p>
            <a:r>
              <a:rPr lang="en-US"/>
              <a:t>Dependency Injection for </a:t>
            </a:r>
            <a:r>
              <a:rPr lang="en-US" err="1"/>
              <a:t>ViewModel</a:t>
            </a:r>
            <a:r>
              <a:rPr lang="en-US"/>
              <a:t> by Hilt</a:t>
            </a:r>
          </a:p>
        </p:txBody>
      </p:sp>
      <p:sp>
        <p:nvSpPr>
          <p:cNvPr id="3" name="Content Placeholder 2">
            <a:extLst>
              <a:ext uri="{FF2B5EF4-FFF2-40B4-BE49-F238E27FC236}">
                <a16:creationId xmlns:a16="http://schemas.microsoft.com/office/drawing/2014/main" id="{2B181F36-F075-3083-2041-C35E0459A3A9}"/>
              </a:ext>
            </a:extLst>
          </p:cNvPr>
          <p:cNvSpPr>
            <a:spLocks noGrp="1"/>
          </p:cNvSpPr>
          <p:nvPr>
            <p:ph idx="1"/>
          </p:nvPr>
        </p:nvSpPr>
        <p:spPr>
          <a:xfrm>
            <a:off x="838200" y="1825625"/>
            <a:ext cx="10515600" cy="1563004"/>
          </a:xfrm>
        </p:spPr>
        <p:txBody>
          <a:bodyPr/>
          <a:lstStyle/>
          <a:p>
            <a:r>
              <a:rPr lang="en-US"/>
              <a:t>@</a:t>
            </a:r>
            <a:r>
              <a:rPr lang="en-US" err="1"/>
              <a:t>HiltViewModel</a:t>
            </a:r>
            <a:endParaRPr lang="en-US"/>
          </a:p>
          <a:p>
            <a:pPr lvl="1"/>
            <a:r>
              <a:rPr lang="en-US"/>
              <a:t>Tells Hilt how to provide instances of an Architecture Component </a:t>
            </a:r>
            <a:r>
              <a:rPr lang="en-US" err="1"/>
              <a:t>ViewModel</a:t>
            </a:r>
            <a:r>
              <a:rPr lang="en-US"/>
              <a:t>.</a:t>
            </a:r>
          </a:p>
        </p:txBody>
      </p:sp>
      <p:pic>
        <p:nvPicPr>
          <p:cNvPr id="4" name="Picture 3">
            <a:extLst>
              <a:ext uri="{FF2B5EF4-FFF2-40B4-BE49-F238E27FC236}">
                <a16:creationId xmlns:a16="http://schemas.microsoft.com/office/drawing/2014/main" id="{278E71FE-00CF-7373-EC6F-66EB1DDB4FB9}"/>
              </a:ext>
            </a:extLst>
          </p:cNvPr>
          <p:cNvPicPr>
            <a:picLocks noChangeAspect="1"/>
          </p:cNvPicPr>
          <p:nvPr/>
        </p:nvPicPr>
        <p:blipFill>
          <a:blip r:embed="rId2"/>
          <a:stretch>
            <a:fillRect/>
          </a:stretch>
        </p:blipFill>
        <p:spPr>
          <a:xfrm>
            <a:off x="1278814" y="3388628"/>
            <a:ext cx="6909842" cy="1737723"/>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03F3A3C3-A4EE-1B75-9E04-F5F45C521C7A}"/>
              </a:ext>
            </a:extLst>
          </p:cNvPr>
          <p:cNvSpPr txBox="1"/>
          <p:nvPr/>
        </p:nvSpPr>
        <p:spPr>
          <a:xfrm>
            <a:off x="1278813" y="5918202"/>
            <a:ext cx="6909843" cy="400110"/>
          </a:xfrm>
          <a:prstGeom prst="rect">
            <a:avLst/>
          </a:prstGeom>
          <a:noFill/>
          <a:ln>
            <a:solidFill>
              <a:schemeClr val="accent2"/>
            </a:solidFill>
          </a:ln>
          <a:effectLst>
            <a:innerShdw blurRad="63500" dist="50800" dir="2700000">
              <a:prstClr val="black">
                <a:alpha val="50000"/>
              </a:prstClr>
            </a:innerShdw>
          </a:effectLst>
        </p:spPr>
        <p:txBody>
          <a:bodyPr wrap="square">
            <a:spAutoFit/>
          </a:bodyPr>
          <a:lstStyle/>
          <a:p>
            <a:pPr>
              <a:buNone/>
            </a:pPr>
            <a:r>
              <a:rPr lang="en-US" sz="2000" dirty="0" err="1">
                <a:solidFill>
                  <a:srgbClr val="0033B3"/>
                </a:solidFill>
                <a:effectLst/>
                <a:latin typeface="JetBrains Mono"/>
              </a:rPr>
              <a:t>val</a:t>
            </a:r>
            <a:r>
              <a:rPr lang="en-US" sz="2000" dirty="0">
                <a:solidFill>
                  <a:srgbClr val="0033B3"/>
                </a:solidFill>
                <a:effectLst/>
                <a:latin typeface="JetBrains Mono"/>
              </a:rPr>
              <a:t> </a:t>
            </a:r>
            <a:r>
              <a:rPr lang="en-US" sz="2000" dirty="0" err="1">
                <a:solidFill>
                  <a:srgbClr val="000000"/>
                </a:solidFill>
                <a:effectLst/>
                <a:latin typeface="JetBrains Mono"/>
              </a:rPr>
              <a:t>alphabetViewModel</a:t>
            </a:r>
            <a:r>
              <a:rPr lang="en-US" sz="2000" dirty="0">
                <a:solidFill>
                  <a:srgbClr val="080808"/>
                </a:solidFill>
                <a:effectLst/>
                <a:latin typeface="JetBrains Mono"/>
              </a:rPr>
              <a:t>: </a:t>
            </a:r>
            <a:r>
              <a:rPr lang="en-US" sz="2000" dirty="0" err="1">
                <a:solidFill>
                  <a:srgbClr val="000000"/>
                </a:solidFill>
                <a:effectLst/>
                <a:latin typeface="JetBrains Mono"/>
              </a:rPr>
              <a:t>AlphabetViewModel</a:t>
            </a:r>
            <a:r>
              <a:rPr lang="en-US" sz="2000" dirty="0">
                <a:solidFill>
                  <a:srgbClr val="000000"/>
                </a:solidFill>
                <a:effectLst/>
                <a:latin typeface="JetBrains Mono"/>
              </a:rPr>
              <a:t> </a:t>
            </a:r>
            <a:r>
              <a:rPr lang="en-US" sz="2000" dirty="0">
                <a:solidFill>
                  <a:srgbClr val="080808"/>
                </a:solidFill>
                <a:effectLst/>
                <a:latin typeface="JetBrains Mono"/>
              </a:rPr>
              <a:t>= </a:t>
            </a:r>
            <a:r>
              <a:rPr lang="en-US" sz="2000" dirty="0" err="1">
                <a:solidFill>
                  <a:srgbClr val="009900"/>
                </a:solidFill>
                <a:effectLst/>
                <a:latin typeface="JetBrains Mono"/>
              </a:rPr>
              <a:t>hiltViewModel</a:t>
            </a:r>
            <a:r>
              <a:rPr lang="en-US" sz="2000" dirty="0">
                <a:solidFill>
                  <a:srgbClr val="080808"/>
                </a:solidFill>
                <a:effectLst/>
                <a:latin typeface="JetBrains Mono"/>
              </a:rPr>
              <a:t>()</a:t>
            </a:r>
          </a:p>
        </p:txBody>
      </p:sp>
      <p:sp>
        <p:nvSpPr>
          <p:cNvPr id="5" name="Slide Number Placeholder 4">
            <a:extLst>
              <a:ext uri="{FF2B5EF4-FFF2-40B4-BE49-F238E27FC236}">
                <a16:creationId xmlns:a16="http://schemas.microsoft.com/office/drawing/2014/main" id="{9D24EE47-75DC-5885-9E23-22BCD7C329F1}"/>
              </a:ext>
            </a:extLst>
          </p:cNvPr>
          <p:cNvSpPr>
            <a:spLocks noGrp="1"/>
          </p:cNvSpPr>
          <p:nvPr>
            <p:ph type="sldNum" sz="quarter" idx="12"/>
          </p:nvPr>
        </p:nvSpPr>
        <p:spPr/>
        <p:txBody>
          <a:bodyPr/>
          <a:lstStyle/>
          <a:p>
            <a:fld id="{330EA680-D336-4FF7-8B7A-9848BB0A1C32}" type="slidenum">
              <a:rPr lang="en-US" smtClean="0"/>
              <a:t>66</a:t>
            </a:fld>
            <a:endParaRPr lang="en-US"/>
          </a:p>
        </p:txBody>
      </p:sp>
    </p:spTree>
    <p:extLst>
      <p:ext uri="{BB962C8B-B14F-4D97-AF65-F5344CB8AC3E}">
        <p14:creationId xmlns:p14="http://schemas.microsoft.com/office/powerpoint/2010/main" val="24032012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197074-6EA2-684F-E6BE-FDEEA1B62321}"/>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BFDDBACF-0B75-82F3-B9C0-E59688306D26}"/>
              </a:ext>
            </a:extLst>
          </p:cNvPr>
          <p:cNvPicPr>
            <a:picLocks noChangeAspect="1"/>
          </p:cNvPicPr>
          <p:nvPr/>
        </p:nvPicPr>
        <p:blipFill>
          <a:blip r:embed="rId2"/>
          <a:stretch>
            <a:fillRect/>
          </a:stretch>
        </p:blipFill>
        <p:spPr>
          <a:xfrm>
            <a:off x="4331487" y="335795"/>
            <a:ext cx="3356126" cy="6186409"/>
          </a:xfrm>
          <a:prstGeom prst="rect">
            <a:avLst/>
          </a:prstGeom>
        </p:spPr>
      </p:pic>
      <p:sp useBgFill="1">
        <p:nvSpPr>
          <p:cNvPr id="23" name="Freeform: Shape 22">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A1E6F38-EB75-AAB3-4F81-EB33422F284E}"/>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Hilt + ViewModel</a:t>
            </a:r>
          </a:p>
        </p:txBody>
      </p:sp>
      <p:sp>
        <p:nvSpPr>
          <p:cNvPr id="5" name="TextBox 4">
            <a:extLst>
              <a:ext uri="{FF2B5EF4-FFF2-40B4-BE49-F238E27FC236}">
                <a16:creationId xmlns:a16="http://schemas.microsoft.com/office/drawing/2014/main" id="{6AA296EC-38EC-5BA9-EBEA-4865778C3C8E}"/>
              </a:ext>
            </a:extLst>
          </p:cNvPr>
          <p:cNvSpPr txBox="1"/>
          <p:nvPr/>
        </p:nvSpPr>
        <p:spPr>
          <a:xfrm>
            <a:off x="477981" y="4872922"/>
            <a:ext cx="3933306" cy="1208141"/>
          </a:xfrm>
          <a:prstGeom prst="rect">
            <a:avLst/>
          </a:prstGeom>
        </p:spPr>
        <p:txBody>
          <a:bodyPr vert="horz" lIns="91440" tIns="45720" rIns="91440" bIns="45720" rtlCol="0">
            <a:normAutofit/>
          </a:bodyPr>
          <a:lstStyle/>
          <a:p>
            <a:pPr>
              <a:lnSpc>
                <a:spcPct val="90000"/>
              </a:lnSpc>
              <a:spcBef>
                <a:spcPts val="1000"/>
              </a:spcBef>
              <a:spcAft>
                <a:spcPts val="600"/>
              </a:spcAft>
            </a:pPr>
            <a:r>
              <a:rPr lang="en-US" sz="2000" kern="1200">
                <a:solidFill>
                  <a:schemeClr val="tx1"/>
                </a:solidFill>
                <a:latin typeface="+mn-lt"/>
                <a:ea typeface="+mn-ea"/>
                <a:cs typeface="+mn-cs"/>
                <a:hlinkClick r:id="rId3"/>
              </a:rPr>
              <a:t>https://github.com/brightgeevarghese/AlphabetExp.git</a:t>
            </a:r>
            <a:r>
              <a:rPr lang="en-US" sz="2000" kern="1200">
                <a:solidFill>
                  <a:schemeClr val="tx1"/>
                </a:solidFill>
                <a:latin typeface="+mn-lt"/>
                <a:ea typeface="+mn-ea"/>
                <a:cs typeface="+mn-cs"/>
              </a:rPr>
              <a:t> </a:t>
            </a:r>
          </a:p>
        </p:txBody>
      </p:sp>
      <p:sp>
        <p:nvSpPr>
          <p:cNvPr id="25" name="Rectangle 2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A screenshot of a computer&#10;&#10;AI-generated content may be incorrect.">
            <a:extLst>
              <a:ext uri="{FF2B5EF4-FFF2-40B4-BE49-F238E27FC236}">
                <a16:creationId xmlns:a16="http://schemas.microsoft.com/office/drawing/2014/main" id="{1FFD9409-5F70-E68D-DA81-0A4960779B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7721" y="335795"/>
            <a:ext cx="2673644" cy="5942175"/>
          </a:xfrm>
          <a:prstGeom prst="rect">
            <a:avLst/>
          </a:prstGeom>
        </p:spPr>
      </p:pic>
      <p:sp>
        <p:nvSpPr>
          <p:cNvPr id="3" name="Slide Number Placeholder 2">
            <a:extLst>
              <a:ext uri="{FF2B5EF4-FFF2-40B4-BE49-F238E27FC236}">
                <a16:creationId xmlns:a16="http://schemas.microsoft.com/office/drawing/2014/main" id="{C9605D6B-7890-0200-601F-4BC6C7115C2D}"/>
              </a:ext>
            </a:extLst>
          </p:cNvPr>
          <p:cNvSpPr>
            <a:spLocks noGrp="1"/>
          </p:cNvSpPr>
          <p:nvPr>
            <p:ph type="sldNum" sz="quarter" idx="12"/>
          </p:nvPr>
        </p:nvSpPr>
        <p:spPr/>
        <p:txBody>
          <a:bodyPr/>
          <a:lstStyle/>
          <a:p>
            <a:fld id="{330EA680-D336-4FF7-8B7A-9848BB0A1C32}" type="slidenum">
              <a:rPr lang="en-US" smtClean="0"/>
              <a:t>67</a:t>
            </a:fld>
            <a:endParaRPr lang="en-US"/>
          </a:p>
        </p:txBody>
      </p:sp>
    </p:spTree>
    <p:extLst>
      <p:ext uri="{BB962C8B-B14F-4D97-AF65-F5344CB8AC3E}">
        <p14:creationId xmlns:p14="http://schemas.microsoft.com/office/powerpoint/2010/main" val="30024050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668BA-160A-F76D-59C0-6B9F62DB1842}"/>
              </a:ext>
            </a:extLst>
          </p:cNvPr>
          <p:cNvSpPr>
            <a:spLocks noGrp="1"/>
          </p:cNvSpPr>
          <p:nvPr>
            <p:ph type="title"/>
          </p:nvPr>
        </p:nvSpPr>
        <p:spPr/>
        <p:txBody>
          <a:bodyPr/>
          <a:lstStyle/>
          <a:p>
            <a:r>
              <a:rPr lang="en-US" dirty="0"/>
              <a:t>Another Example using Hilt</a:t>
            </a:r>
          </a:p>
        </p:txBody>
      </p:sp>
      <p:sp>
        <p:nvSpPr>
          <p:cNvPr id="3" name="Text Placeholder 2">
            <a:extLst>
              <a:ext uri="{FF2B5EF4-FFF2-40B4-BE49-F238E27FC236}">
                <a16:creationId xmlns:a16="http://schemas.microsoft.com/office/drawing/2014/main" id="{E9EDE54C-A6BB-BD6F-76D5-4D6D58E960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29F777-B91F-0471-D940-C708D71DFE13}"/>
              </a:ext>
            </a:extLst>
          </p:cNvPr>
          <p:cNvSpPr>
            <a:spLocks noGrp="1"/>
          </p:cNvSpPr>
          <p:nvPr>
            <p:ph type="sldNum" sz="quarter" idx="12"/>
          </p:nvPr>
        </p:nvSpPr>
        <p:spPr/>
        <p:txBody>
          <a:bodyPr/>
          <a:lstStyle/>
          <a:p>
            <a:fld id="{330EA680-D336-4FF7-8B7A-9848BB0A1C32}" type="slidenum">
              <a:rPr lang="en-US" smtClean="0"/>
              <a:t>68</a:t>
            </a:fld>
            <a:endParaRPr lang="en-US"/>
          </a:p>
        </p:txBody>
      </p:sp>
    </p:spTree>
    <p:extLst>
      <p:ext uri="{BB962C8B-B14F-4D97-AF65-F5344CB8AC3E}">
        <p14:creationId xmlns:p14="http://schemas.microsoft.com/office/powerpoint/2010/main" val="30164762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EFDA57-CB93-6844-D447-EF5AD434A29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52C2BBF-9731-7A94-97AA-FF42A0FA28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12">
            <a:extLst>
              <a:ext uri="{FF2B5EF4-FFF2-40B4-BE49-F238E27FC236}">
                <a16:creationId xmlns:a16="http://schemas.microsoft.com/office/drawing/2014/main" id="{C8BFFFC1-0FC8-258E-8BED-FA6DCE0B28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889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Freeform: Shape 14">
            <a:extLst>
              <a:ext uri="{FF2B5EF4-FFF2-40B4-BE49-F238E27FC236}">
                <a16:creationId xmlns:a16="http://schemas.microsoft.com/office/drawing/2014/main" id="{7EA6203F-E89B-114D-7239-FF4076AB3D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10CC13-A582-14B0-6A27-8AC532392F9F}"/>
              </a:ext>
            </a:extLst>
          </p:cNvPr>
          <p:cNvSpPr>
            <a:spLocks noGrp="1"/>
          </p:cNvSpPr>
          <p:nvPr>
            <p:ph type="title"/>
          </p:nvPr>
        </p:nvSpPr>
        <p:spPr>
          <a:xfrm>
            <a:off x="838200" y="253397"/>
            <a:ext cx="10515600" cy="1273233"/>
          </a:xfrm>
        </p:spPr>
        <p:txBody>
          <a:bodyPr vert="horz" lIns="91440" tIns="45720" rIns="91440" bIns="45720" rtlCol="0" anchor="ctr">
            <a:normAutofit/>
          </a:bodyPr>
          <a:lstStyle/>
          <a:p>
            <a:r>
              <a:rPr lang="en-US" sz="4000" kern="1200">
                <a:solidFill>
                  <a:schemeClr val="tx1"/>
                </a:solidFill>
                <a:latin typeface="+mj-lt"/>
                <a:ea typeface="+mj-ea"/>
                <a:cs typeface="+mj-cs"/>
              </a:rPr>
              <a:t>Quick Start</a:t>
            </a:r>
          </a:p>
        </p:txBody>
      </p:sp>
      <p:sp>
        <p:nvSpPr>
          <p:cNvPr id="12" name="Rectangle 11">
            <a:extLst>
              <a:ext uri="{FF2B5EF4-FFF2-40B4-BE49-F238E27FC236}">
                <a16:creationId xmlns:a16="http://schemas.microsoft.com/office/drawing/2014/main" id="{CD915881-8A99-9750-AE96-16E11A10A6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797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8EA42E4E-344E-FA71-AA23-7F899CE09A62}"/>
              </a:ext>
            </a:extLst>
          </p:cNvPr>
          <p:cNvSpPr txBox="1"/>
          <p:nvPr/>
        </p:nvSpPr>
        <p:spPr>
          <a:xfrm>
            <a:off x="668866" y="2144119"/>
            <a:ext cx="6968096" cy="3741217"/>
          </a:xfrm>
          <a:prstGeom prst="rect">
            <a:avLst/>
          </a:prstGeom>
          <a:noFill/>
        </p:spPr>
        <p:txBody>
          <a:bodyPr wrap="square">
            <a:spAutoFit/>
          </a:bodyPr>
          <a:lstStyle/>
          <a:p>
            <a:pPr defTabSz="896112">
              <a:lnSpc>
                <a:spcPct val="150000"/>
              </a:lnSpc>
            </a:pPr>
            <a:r>
              <a:rPr lang="en-US" sz="2000" kern="1200">
                <a:solidFill>
                  <a:srgbClr val="6B5400"/>
                </a:solidFill>
                <a:latin typeface="+mn-lt"/>
                <a:ea typeface="+mn-ea"/>
                <a:cs typeface="+mn-cs"/>
              </a:rPr>
              <a:t>@</a:t>
            </a:r>
            <a:r>
              <a:rPr lang="en-US" sz="2000" kern="1200" err="1">
                <a:solidFill>
                  <a:srgbClr val="6B5400"/>
                </a:solidFill>
                <a:latin typeface="+mn-lt"/>
                <a:ea typeface="+mn-ea"/>
                <a:cs typeface="+mn-cs"/>
              </a:rPr>
              <a:t>AndroidEntryPoint</a:t>
            </a:r>
            <a:br>
              <a:rPr lang="en-US" sz="2000" kern="1200">
                <a:solidFill>
                  <a:srgbClr val="6B5400"/>
                </a:solidFill>
                <a:latin typeface="+mn-lt"/>
                <a:ea typeface="+mn-ea"/>
                <a:cs typeface="+mn-cs"/>
              </a:rPr>
            </a:br>
            <a:r>
              <a:rPr lang="en-US" sz="2000" kern="1200">
                <a:solidFill>
                  <a:srgbClr val="0033B3"/>
                </a:solidFill>
                <a:latin typeface="+mn-lt"/>
                <a:ea typeface="+mn-ea"/>
                <a:cs typeface="+mn-cs"/>
              </a:rPr>
              <a:t>class </a:t>
            </a:r>
            <a:r>
              <a:rPr lang="en-US" sz="2000" kern="1200" err="1">
                <a:solidFill>
                  <a:srgbClr val="000000"/>
                </a:solidFill>
                <a:latin typeface="+mn-lt"/>
                <a:ea typeface="+mn-ea"/>
                <a:cs typeface="+mn-cs"/>
              </a:rPr>
              <a:t>MainActivity</a:t>
            </a:r>
            <a:r>
              <a:rPr lang="en-US" sz="2000" kern="1200">
                <a:solidFill>
                  <a:srgbClr val="000000"/>
                </a:solidFill>
                <a:latin typeface="+mn-lt"/>
                <a:ea typeface="+mn-ea"/>
                <a:cs typeface="+mn-cs"/>
              </a:rPr>
              <a:t> </a:t>
            </a:r>
            <a:r>
              <a:rPr lang="en-US" sz="2000" kern="1200">
                <a:solidFill>
                  <a:srgbClr val="080808"/>
                </a:solidFill>
                <a:latin typeface="+mn-lt"/>
                <a:ea typeface="+mn-ea"/>
                <a:cs typeface="+mn-cs"/>
              </a:rPr>
              <a:t>: </a:t>
            </a:r>
            <a:r>
              <a:rPr lang="en-US" sz="2000" kern="1200" err="1">
                <a:solidFill>
                  <a:srgbClr val="080808"/>
                </a:solidFill>
                <a:latin typeface="+mn-lt"/>
                <a:ea typeface="+mn-ea"/>
                <a:cs typeface="+mn-cs"/>
              </a:rPr>
              <a:t>ComponentActivity</a:t>
            </a:r>
            <a:r>
              <a:rPr lang="en-US" sz="2000" kern="1200">
                <a:solidFill>
                  <a:srgbClr val="080808"/>
                </a:solidFill>
                <a:latin typeface="+mn-lt"/>
                <a:ea typeface="+mn-ea"/>
                <a:cs typeface="+mn-cs"/>
              </a:rPr>
              <a:t>() {</a:t>
            </a:r>
            <a:br>
              <a:rPr lang="en-US" sz="2000" kern="1200">
                <a:solidFill>
                  <a:srgbClr val="080808"/>
                </a:solidFill>
                <a:latin typeface="+mn-lt"/>
                <a:ea typeface="+mn-ea"/>
                <a:cs typeface="+mn-cs"/>
              </a:rPr>
            </a:br>
            <a:r>
              <a:rPr lang="en-US" sz="2000" kern="1200">
                <a:solidFill>
                  <a:srgbClr val="080808"/>
                </a:solidFill>
                <a:latin typeface="+mn-lt"/>
                <a:ea typeface="+mn-ea"/>
                <a:cs typeface="+mn-cs"/>
              </a:rPr>
              <a:t>    </a:t>
            </a:r>
            <a:r>
              <a:rPr lang="en-US" sz="2000" kern="1200">
                <a:solidFill>
                  <a:srgbClr val="6B5400"/>
                </a:solidFill>
                <a:latin typeface="+mn-lt"/>
                <a:ea typeface="+mn-ea"/>
                <a:cs typeface="+mn-cs"/>
              </a:rPr>
              <a:t>@Inject </a:t>
            </a:r>
            <a:r>
              <a:rPr lang="en-US" sz="2000" kern="1200" err="1">
                <a:solidFill>
                  <a:srgbClr val="0033B3"/>
                </a:solidFill>
                <a:latin typeface="+mn-lt"/>
                <a:ea typeface="+mn-ea"/>
                <a:cs typeface="+mn-cs"/>
              </a:rPr>
              <a:t>lateinit</a:t>
            </a:r>
            <a:r>
              <a:rPr lang="en-US" sz="2000" kern="1200">
                <a:solidFill>
                  <a:srgbClr val="0033B3"/>
                </a:solidFill>
                <a:latin typeface="+mn-lt"/>
                <a:ea typeface="+mn-ea"/>
                <a:cs typeface="+mn-cs"/>
              </a:rPr>
              <a:t> var </a:t>
            </a:r>
            <a:r>
              <a:rPr lang="en-US" sz="2000" kern="1200" err="1">
                <a:solidFill>
                  <a:srgbClr val="871094"/>
                </a:solidFill>
                <a:latin typeface="+mn-lt"/>
                <a:ea typeface="+mn-ea"/>
                <a:cs typeface="+mn-cs"/>
              </a:rPr>
              <a:t>musicPlayer</a:t>
            </a:r>
            <a:r>
              <a:rPr lang="en-US" sz="2000" kern="1200">
                <a:solidFill>
                  <a:srgbClr val="080808"/>
                </a:solidFill>
                <a:latin typeface="+mn-lt"/>
                <a:ea typeface="+mn-ea"/>
                <a:cs typeface="+mn-cs"/>
              </a:rPr>
              <a:t>: </a:t>
            </a:r>
            <a:r>
              <a:rPr lang="en-US" sz="2000" kern="1200" err="1">
                <a:solidFill>
                  <a:srgbClr val="000000"/>
                </a:solidFill>
                <a:latin typeface="+mn-lt"/>
                <a:ea typeface="+mn-ea"/>
                <a:cs typeface="+mn-cs"/>
              </a:rPr>
              <a:t>MusicPlayer</a:t>
            </a:r>
            <a:br>
              <a:rPr lang="en-US" sz="2000" kern="1200">
                <a:solidFill>
                  <a:srgbClr val="000000"/>
                </a:solidFill>
                <a:latin typeface="+mn-lt"/>
                <a:ea typeface="+mn-ea"/>
                <a:cs typeface="+mn-cs"/>
              </a:rPr>
            </a:br>
            <a:r>
              <a:rPr lang="en-US" sz="2000" kern="1200">
                <a:solidFill>
                  <a:srgbClr val="000000"/>
                </a:solidFill>
                <a:latin typeface="+mn-lt"/>
                <a:ea typeface="+mn-ea"/>
                <a:cs typeface="+mn-cs"/>
              </a:rPr>
              <a:t>    </a:t>
            </a:r>
            <a:r>
              <a:rPr lang="en-US" sz="2000" kern="1200">
                <a:solidFill>
                  <a:srgbClr val="0033B3"/>
                </a:solidFill>
                <a:latin typeface="+mn-lt"/>
                <a:ea typeface="+mn-ea"/>
                <a:cs typeface="+mn-cs"/>
              </a:rPr>
              <a:t>override fun </a:t>
            </a:r>
            <a:r>
              <a:rPr lang="en-US" sz="2000" kern="1200" err="1">
                <a:solidFill>
                  <a:srgbClr val="005D75"/>
                </a:solidFill>
                <a:latin typeface="+mn-lt"/>
                <a:ea typeface="+mn-ea"/>
                <a:cs typeface="+mn-cs"/>
              </a:rPr>
              <a:t>onCreate</a:t>
            </a:r>
            <a:r>
              <a:rPr lang="en-US" sz="2000" kern="1200">
                <a:solidFill>
                  <a:srgbClr val="080808"/>
                </a:solidFill>
                <a:latin typeface="+mn-lt"/>
                <a:ea typeface="+mn-ea"/>
                <a:cs typeface="+mn-cs"/>
              </a:rPr>
              <a:t>(</a:t>
            </a:r>
            <a:r>
              <a:rPr lang="en-US" sz="2000" kern="1200" err="1">
                <a:solidFill>
                  <a:srgbClr val="000000"/>
                </a:solidFill>
                <a:latin typeface="+mn-lt"/>
                <a:ea typeface="+mn-ea"/>
                <a:cs typeface="+mn-cs"/>
              </a:rPr>
              <a:t>savedInstanceState</a:t>
            </a:r>
            <a:r>
              <a:rPr lang="en-US" sz="2000" kern="1200">
                <a:solidFill>
                  <a:srgbClr val="080808"/>
                </a:solidFill>
                <a:latin typeface="+mn-lt"/>
                <a:ea typeface="+mn-ea"/>
                <a:cs typeface="+mn-cs"/>
              </a:rPr>
              <a:t>: </a:t>
            </a:r>
            <a:r>
              <a:rPr lang="en-US" sz="2000" kern="1200">
                <a:solidFill>
                  <a:srgbClr val="000000"/>
                </a:solidFill>
                <a:latin typeface="+mn-lt"/>
                <a:ea typeface="+mn-ea"/>
                <a:cs typeface="+mn-cs"/>
              </a:rPr>
              <a:t>Bundle</a:t>
            </a:r>
            <a:r>
              <a:rPr lang="en-US" sz="2000" kern="1200">
                <a:solidFill>
                  <a:srgbClr val="080808"/>
                </a:solidFill>
                <a:latin typeface="+mn-lt"/>
                <a:ea typeface="+mn-ea"/>
                <a:cs typeface="+mn-cs"/>
              </a:rPr>
              <a:t>?) {</a:t>
            </a:r>
            <a:br>
              <a:rPr lang="en-US" sz="2000" kern="1200">
                <a:solidFill>
                  <a:srgbClr val="080808"/>
                </a:solidFill>
                <a:latin typeface="+mn-lt"/>
                <a:ea typeface="+mn-ea"/>
                <a:cs typeface="+mn-cs"/>
              </a:rPr>
            </a:br>
            <a:r>
              <a:rPr lang="en-US" sz="2000" kern="1200">
                <a:solidFill>
                  <a:srgbClr val="080808"/>
                </a:solidFill>
                <a:latin typeface="+mn-lt"/>
                <a:ea typeface="+mn-ea"/>
                <a:cs typeface="+mn-cs"/>
              </a:rPr>
              <a:t>        </a:t>
            </a:r>
            <a:r>
              <a:rPr lang="en-US" sz="2000" kern="1200" err="1">
                <a:solidFill>
                  <a:srgbClr val="0033B3"/>
                </a:solidFill>
                <a:latin typeface="+mn-lt"/>
                <a:ea typeface="+mn-ea"/>
                <a:cs typeface="+mn-cs"/>
              </a:rPr>
              <a:t>super</a:t>
            </a:r>
            <a:r>
              <a:rPr lang="en-US" sz="2000" kern="1200" err="1">
                <a:solidFill>
                  <a:srgbClr val="080808"/>
                </a:solidFill>
                <a:latin typeface="+mn-lt"/>
                <a:ea typeface="+mn-ea"/>
                <a:cs typeface="+mn-cs"/>
              </a:rPr>
              <a:t>.onCreate</a:t>
            </a:r>
            <a:r>
              <a:rPr lang="en-US" sz="2000" kern="1200">
                <a:solidFill>
                  <a:srgbClr val="080808"/>
                </a:solidFill>
                <a:latin typeface="+mn-lt"/>
                <a:ea typeface="+mn-ea"/>
                <a:cs typeface="+mn-cs"/>
              </a:rPr>
              <a:t>(</a:t>
            </a:r>
            <a:r>
              <a:rPr lang="en-US" sz="2000" kern="1200" err="1">
                <a:solidFill>
                  <a:srgbClr val="000000"/>
                </a:solidFill>
                <a:latin typeface="+mn-lt"/>
                <a:ea typeface="+mn-ea"/>
                <a:cs typeface="+mn-cs"/>
              </a:rPr>
              <a:t>savedInstanceState</a:t>
            </a:r>
            <a:r>
              <a:rPr lang="en-US" sz="2000" kern="1200">
                <a:solidFill>
                  <a:srgbClr val="080808"/>
                </a:solidFill>
                <a:latin typeface="+mn-lt"/>
                <a:ea typeface="+mn-ea"/>
                <a:cs typeface="+mn-cs"/>
              </a:rPr>
              <a:t>)</a:t>
            </a:r>
            <a:br>
              <a:rPr lang="en-US" sz="2000" kern="1200">
                <a:solidFill>
                  <a:srgbClr val="080808"/>
                </a:solidFill>
                <a:latin typeface="+mn-lt"/>
                <a:ea typeface="+mn-ea"/>
                <a:cs typeface="+mn-cs"/>
              </a:rPr>
            </a:br>
            <a:r>
              <a:rPr lang="en-US" sz="2000" kern="1200">
                <a:solidFill>
                  <a:srgbClr val="080808"/>
                </a:solidFill>
                <a:latin typeface="+mn-lt"/>
                <a:ea typeface="+mn-ea"/>
                <a:cs typeface="+mn-cs"/>
              </a:rPr>
              <a:t>        </a:t>
            </a:r>
            <a:r>
              <a:rPr lang="en-US" sz="2000" kern="1200" err="1">
                <a:solidFill>
                  <a:srgbClr val="871094"/>
                </a:solidFill>
                <a:latin typeface="+mn-lt"/>
                <a:ea typeface="+mn-ea"/>
                <a:cs typeface="+mn-cs"/>
              </a:rPr>
              <a:t>musicPlayer</a:t>
            </a:r>
            <a:r>
              <a:rPr lang="en-US" sz="2000" kern="1200" err="1">
                <a:solidFill>
                  <a:srgbClr val="080808"/>
                </a:solidFill>
                <a:latin typeface="+mn-lt"/>
                <a:ea typeface="+mn-ea"/>
                <a:cs typeface="+mn-cs"/>
              </a:rPr>
              <a:t>.playMusic</a:t>
            </a:r>
            <a:r>
              <a:rPr lang="en-US" sz="2000" kern="1200">
                <a:solidFill>
                  <a:srgbClr val="080808"/>
                </a:solidFill>
                <a:latin typeface="+mn-lt"/>
                <a:ea typeface="+mn-ea"/>
                <a:cs typeface="+mn-cs"/>
              </a:rPr>
              <a:t>()</a:t>
            </a:r>
            <a:br>
              <a:rPr lang="en-US" sz="2000" b="1" kern="1200">
                <a:solidFill>
                  <a:srgbClr val="080808"/>
                </a:solidFill>
                <a:latin typeface="+mn-lt"/>
                <a:ea typeface="+mn-ea"/>
                <a:cs typeface="+mn-cs"/>
              </a:rPr>
            </a:br>
            <a:r>
              <a:rPr lang="en-US" sz="2000" b="1" kern="1200">
                <a:solidFill>
                  <a:srgbClr val="080808"/>
                </a:solidFill>
                <a:latin typeface="+mn-lt"/>
                <a:ea typeface="+mn-ea"/>
                <a:cs typeface="+mn-cs"/>
              </a:rPr>
              <a:t>    </a:t>
            </a:r>
            <a:r>
              <a:rPr lang="en-US" sz="2000" kern="1200">
                <a:solidFill>
                  <a:srgbClr val="080808"/>
                </a:solidFill>
                <a:latin typeface="+mn-lt"/>
                <a:ea typeface="+mn-ea"/>
                <a:cs typeface="+mn-cs"/>
              </a:rPr>
              <a:t>}</a:t>
            </a:r>
            <a:br>
              <a:rPr lang="en-US" sz="2000" kern="1200">
                <a:solidFill>
                  <a:srgbClr val="080808"/>
                </a:solidFill>
                <a:latin typeface="+mn-lt"/>
                <a:ea typeface="+mn-ea"/>
                <a:cs typeface="+mn-cs"/>
              </a:rPr>
            </a:br>
            <a:r>
              <a:rPr lang="en-US" sz="2000" kern="1200">
                <a:solidFill>
                  <a:srgbClr val="080808"/>
                </a:solidFill>
                <a:latin typeface="+mn-lt"/>
                <a:ea typeface="+mn-ea"/>
                <a:cs typeface="+mn-cs"/>
              </a:rPr>
              <a:t>}</a:t>
            </a:r>
            <a:endParaRPr lang="en-US" sz="2400">
              <a:solidFill>
                <a:srgbClr val="080808"/>
              </a:solidFill>
              <a:effectLst/>
            </a:endParaRPr>
          </a:p>
        </p:txBody>
      </p:sp>
      <p:sp>
        <p:nvSpPr>
          <p:cNvPr id="7" name="TextBox 6">
            <a:extLst>
              <a:ext uri="{FF2B5EF4-FFF2-40B4-BE49-F238E27FC236}">
                <a16:creationId xmlns:a16="http://schemas.microsoft.com/office/drawing/2014/main" id="{8DB9E9E3-6FCE-0C5F-1142-A365430FF60E}"/>
              </a:ext>
            </a:extLst>
          </p:cNvPr>
          <p:cNvSpPr txBox="1"/>
          <p:nvPr/>
        </p:nvSpPr>
        <p:spPr>
          <a:xfrm>
            <a:off x="6231467" y="4465308"/>
            <a:ext cx="5758857" cy="1200329"/>
          </a:xfrm>
          <a:prstGeom prst="rect">
            <a:avLst/>
          </a:prstGeom>
          <a:noFill/>
          <a:ln>
            <a:solidFill>
              <a:schemeClr val="accent2"/>
            </a:solidFill>
          </a:ln>
        </p:spPr>
        <p:txBody>
          <a:bodyPr wrap="square">
            <a:spAutoFit/>
          </a:bodyPr>
          <a:lstStyle/>
          <a:p>
            <a:pPr marL="336042" indent="-336042" defTabSz="1039490">
              <a:buFont typeface="Arial" panose="020B0604020202020204" pitchFamily="34" charset="0"/>
              <a:buChar char="•"/>
            </a:pPr>
            <a:r>
              <a:rPr lang="en-US" sz="1800" kern="1200">
                <a:solidFill>
                  <a:schemeClr val="tx1"/>
                </a:solidFill>
                <a:latin typeface="+mn-lt"/>
                <a:ea typeface="+mn-ea"/>
                <a:cs typeface="+mn-cs"/>
              </a:rPr>
              <a:t>It enables Hilt to inject dependencies into an activity.</a:t>
            </a:r>
            <a:endParaRPr lang="en-US" sz="1800">
              <a:solidFill>
                <a:schemeClr val="tx1"/>
              </a:solidFill>
            </a:endParaRPr>
          </a:p>
          <a:p>
            <a:pPr marL="336042" indent="-336042" defTabSz="1039490">
              <a:buFont typeface="Arial" panose="020B0604020202020204" pitchFamily="34" charset="0"/>
              <a:buChar char="•"/>
            </a:pPr>
            <a:r>
              <a:rPr lang="en-US" sz="1800" kern="1200">
                <a:solidFill>
                  <a:schemeClr val="tx1"/>
                </a:solidFill>
                <a:latin typeface="+mn-lt"/>
                <a:ea typeface="+mn-ea"/>
                <a:cs typeface="+mn-cs"/>
              </a:rPr>
              <a:t>All </a:t>
            </a:r>
            <a:r>
              <a:rPr lang="en-US" sz="1800">
                <a:solidFill>
                  <a:schemeClr val="tx1"/>
                </a:solidFill>
              </a:rPr>
              <a:t>Hilt-injected variables will be available when </a:t>
            </a:r>
            <a:r>
              <a:rPr lang="en-US" sz="1800" kern="1200" err="1">
                <a:solidFill>
                  <a:srgbClr val="0033B3"/>
                </a:solidFill>
                <a:latin typeface="+mn-lt"/>
                <a:ea typeface="+mn-ea"/>
                <a:cs typeface="+mn-cs"/>
              </a:rPr>
              <a:t>super</a:t>
            </a:r>
            <a:r>
              <a:rPr lang="en-US" sz="1800" kern="1200" err="1">
                <a:solidFill>
                  <a:srgbClr val="080808"/>
                </a:solidFill>
                <a:latin typeface="+mn-lt"/>
                <a:ea typeface="+mn-ea"/>
                <a:cs typeface="+mn-cs"/>
              </a:rPr>
              <a:t>.onCreate</a:t>
            </a:r>
            <a:r>
              <a:rPr lang="en-US" sz="1800" kern="1200">
                <a:solidFill>
                  <a:srgbClr val="080808"/>
                </a:solidFill>
                <a:latin typeface="+mn-lt"/>
                <a:ea typeface="+mn-ea"/>
                <a:cs typeface="+mn-cs"/>
              </a:rPr>
              <a:t>()</a:t>
            </a:r>
            <a:r>
              <a:rPr lang="en-US" sz="1800">
                <a:solidFill>
                  <a:schemeClr val="tx1"/>
                </a:solidFill>
              </a:rPr>
              <a:t> is called.</a:t>
            </a:r>
          </a:p>
          <a:p>
            <a:pPr marL="336042" indent="-336042" defTabSz="1039490">
              <a:buFont typeface="Arial" panose="020B0604020202020204" pitchFamily="34" charset="0"/>
              <a:buChar char="•"/>
            </a:pPr>
            <a:r>
              <a:rPr lang="en-US" sz="1800" kern="1200">
                <a:solidFill>
                  <a:schemeClr val="tx1"/>
                </a:solidFill>
                <a:latin typeface="+mn-lt"/>
                <a:ea typeface="+mn-ea"/>
                <a:cs typeface="+mn-cs"/>
              </a:rPr>
              <a:t>Hilt injects </a:t>
            </a:r>
            <a:r>
              <a:rPr lang="en-US" sz="1800" kern="1200" err="1">
                <a:solidFill>
                  <a:schemeClr val="tx1"/>
                </a:solidFill>
                <a:latin typeface="+mn-lt"/>
                <a:ea typeface="+mn-ea"/>
                <a:cs typeface="+mn-cs"/>
              </a:rPr>
              <a:t>MusicPlayer</a:t>
            </a:r>
            <a:r>
              <a:rPr lang="en-US" sz="1800" kern="1200">
                <a:solidFill>
                  <a:schemeClr val="tx1"/>
                </a:solidFill>
                <a:latin typeface="+mn-lt"/>
                <a:ea typeface="+mn-ea"/>
                <a:cs typeface="+mn-cs"/>
              </a:rPr>
              <a:t> in the Activity.</a:t>
            </a:r>
          </a:p>
        </p:txBody>
      </p:sp>
      <p:sp>
        <p:nvSpPr>
          <p:cNvPr id="16" name="TextBox 15">
            <a:extLst>
              <a:ext uri="{FF2B5EF4-FFF2-40B4-BE49-F238E27FC236}">
                <a16:creationId xmlns:a16="http://schemas.microsoft.com/office/drawing/2014/main" id="{661D5E06-A5A3-29A3-F729-8C40598DB1DA}"/>
              </a:ext>
            </a:extLst>
          </p:cNvPr>
          <p:cNvSpPr txBox="1"/>
          <p:nvPr/>
        </p:nvSpPr>
        <p:spPr>
          <a:xfrm>
            <a:off x="6231467" y="6038608"/>
            <a:ext cx="5621866" cy="369332"/>
          </a:xfrm>
          <a:prstGeom prst="rect">
            <a:avLst/>
          </a:prstGeom>
          <a:noFill/>
          <a:ln>
            <a:solidFill>
              <a:schemeClr val="accent2"/>
            </a:solidFill>
          </a:ln>
        </p:spPr>
        <p:txBody>
          <a:bodyPr wrap="square">
            <a:spAutoFit/>
          </a:bodyPr>
          <a:lstStyle/>
          <a:p>
            <a:pPr marL="336042" indent="-336042" defTabSz="1039490">
              <a:buFont typeface="Arial" panose="020B0604020202020204" pitchFamily="34" charset="0"/>
              <a:buChar char="•"/>
            </a:pPr>
            <a:r>
              <a:rPr lang="en-US" sz="1800" kern="1200">
                <a:solidFill>
                  <a:schemeClr val="tx1"/>
                </a:solidFill>
                <a:latin typeface="+mn-lt"/>
                <a:ea typeface="+mn-ea"/>
                <a:cs typeface="+mn-cs"/>
              </a:rPr>
              <a:t>Hilt injects </a:t>
            </a:r>
            <a:r>
              <a:rPr lang="en-US" sz="1800" kern="1200" err="1">
                <a:solidFill>
                  <a:schemeClr val="tx1"/>
                </a:solidFill>
                <a:latin typeface="+mn-lt"/>
                <a:ea typeface="+mn-ea"/>
                <a:cs typeface="+mn-cs"/>
              </a:rPr>
              <a:t>MusicPlayer</a:t>
            </a:r>
            <a:r>
              <a:rPr lang="en-US" sz="1800" kern="1200">
                <a:solidFill>
                  <a:schemeClr val="tx1"/>
                </a:solidFill>
                <a:latin typeface="+mn-lt"/>
                <a:ea typeface="+mn-ea"/>
                <a:cs typeface="+mn-cs"/>
              </a:rPr>
              <a:t> in the Activity.</a:t>
            </a:r>
          </a:p>
        </p:txBody>
      </p:sp>
      <p:sp>
        <p:nvSpPr>
          <p:cNvPr id="18" name="Oval 17">
            <a:extLst>
              <a:ext uri="{FF2B5EF4-FFF2-40B4-BE49-F238E27FC236}">
                <a16:creationId xmlns:a16="http://schemas.microsoft.com/office/drawing/2014/main" id="{ED2BB889-EF8D-FED4-9C09-E0349265DF78}"/>
              </a:ext>
            </a:extLst>
          </p:cNvPr>
          <p:cNvSpPr/>
          <p:nvPr/>
        </p:nvSpPr>
        <p:spPr>
          <a:xfrm>
            <a:off x="207782" y="2321262"/>
            <a:ext cx="461084" cy="36687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9" name="Oval 18">
            <a:extLst>
              <a:ext uri="{FF2B5EF4-FFF2-40B4-BE49-F238E27FC236}">
                <a16:creationId xmlns:a16="http://schemas.microsoft.com/office/drawing/2014/main" id="{E8125BD4-30CE-5819-E670-118913956483}"/>
              </a:ext>
            </a:extLst>
          </p:cNvPr>
          <p:cNvSpPr/>
          <p:nvPr/>
        </p:nvSpPr>
        <p:spPr>
          <a:xfrm>
            <a:off x="377116" y="3183283"/>
            <a:ext cx="461084" cy="36687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20" name="Oval 19">
            <a:extLst>
              <a:ext uri="{FF2B5EF4-FFF2-40B4-BE49-F238E27FC236}">
                <a16:creationId xmlns:a16="http://schemas.microsoft.com/office/drawing/2014/main" id="{86D2B268-40A6-FEBF-8FBA-26706DDEC1DB}"/>
              </a:ext>
            </a:extLst>
          </p:cNvPr>
          <p:cNvSpPr/>
          <p:nvPr/>
        </p:nvSpPr>
        <p:spPr>
          <a:xfrm>
            <a:off x="5634916" y="4465308"/>
            <a:ext cx="461084" cy="36687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21" name="Oval 20">
            <a:extLst>
              <a:ext uri="{FF2B5EF4-FFF2-40B4-BE49-F238E27FC236}">
                <a16:creationId xmlns:a16="http://schemas.microsoft.com/office/drawing/2014/main" id="{24B412D8-7B84-2B0A-B1A0-9082601428B5}"/>
              </a:ext>
            </a:extLst>
          </p:cNvPr>
          <p:cNvSpPr/>
          <p:nvPr/>
        </p:nvSpPr>
        <p:spPr>
          <a:xfrm>
            <a:off x="5672667" y="6041061"/>
            <a:ext cx="461084" cy="36687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3" name="Slide Number Placeholder 2">
            <a:extLst>
              <a:ext uri="{FF2B5EF4-FFF2-40B4-BE49-F238E27FC236}">
                <a16:creationId xmlns:a16="http://schemas.microsoft.com/office/drawing/2014/main" id="{D0D8F84B-1535-E8FB-CB32-4B32D7B6E8B8}"/>
              </a:ext>
            </a:extLst>
          </p:cNvPr>
          <p:cNvSpPr>
            <a:spLocks noGrp="1"/>
          </p:cNvSpPr>
          <p:nvPr>
            <p:ph type="sldNum" sz="quarter" idx="12"/>
          </p:nvPr>
        </p:nvSpPr>
        <p:spPr/>
        <p:txBody>
          <a:bodyPr/>
          <a:lstStyle/>
          <a:p>
            <a:fld id="{330EA680-D336-4FF7-8B7A-9848BB0A1C32}" type="slidenum">
              <a:rPr lang="en-US" smtClean="0"/>
              <a:t>69</a:t>
            </a:fld>
            <a:endParaRPr lang="en-US"/>
          </a:p>
        </p:txBody>
      </p:sp>
    </p:spTree>
    <p:extLst>
      <p:ext uri="{BB962C8B-B14F-4D97-AF65-F5344CB8AC3E}">
        <p14:creationId xmlns:p14="http://schemas.microsoft.com/office/powerpoint/2010/main" val="42281622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4F1CD0E-1793-EAE2-F56F-9B974065E4D5}"/>
              </a:ext>
            </a:extLst>
          </p:cNvPr>
          <p:cNvSpPr>
            <a:spLocks noGrp="1"/>
          </p:cNvSpPr>
          <p:nvPr>
            <p:ph type="title"/>
          </p:nvPr>
        </p:nvSpPr>
        <p:spPr>
          <a:xfrm>
            <a:off x="1115568" y="548640"/>
            <a:ext cx="10168128" cy="1179576"/>
          </a:xfrm>
        </p:spPr>
        <p:txBody>
          <a:bodyPr>
            <a:normAutofit/>
          </a:bodyPr>
          <a:lstStyle/>
          <a:p>
            <a:r>
              <a:rPr lang="en-US" sz="3700"/>
              <a:t>How does Hilt know to provide an instance of </a:t>
            </a:r>
            <a:r>
              <a:rPr lang="en-US" sz="3700" err="1"/>
              <a:t>MusicPlayer</a:t>
            </a:r>
            <a:r>
              <a:rPr lang="en-US" sz="3700">
                <a:solidFill>
                  <a:srgbClr val="FF0000"/>
                </a:solidFill>
              </a:rPr>
              <a:t>?</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5E50A63-2697-9329-A599-6B543B07E4F7}"/>
              </a:ext>
            </a:extLst>
          </p:cNvPr>
          <p:cNvSpPr>
            <a:spLocks noGrp="1"/>
          </p:cNvSpPr>
          <p:nvPr>
            <p:ph idx="1"/>
          </p:nvPr>
        </p:nvSpPr>
        <p:spPr>
          <a:xfrm>
            <a:off x="1115568" y="2481943"/>
            <a:ext cx="10168128" cy="3695020"/>
          </a:xfrm>
        </p:spPr>
        <p:txBody>
          <a:bodyPr>
            <a:normAutofit/>
          </a:bodyPr>
          <a:lstStyle/>
          <a:p>
            <a:r>
              <a:rPr lang="en-US" sz="2200"/>
              <a:t>Annotate the constructor of the class, </a:t>
            </a:r>
            <a:r>
              <a:rPr lang="en-US" sz="2200" err="1"/>
              <a:t>MusicPlayer</a:t>
            </a:r>
            <a:r>
              <a:rPr lang="en-US" sz="2200"/>
              <a:t> with @Inject</a:t>
            </a:r>
          </a:p>
        </p:txBody>
      </p:sp>
      <p:sp>
        <p:nvSpPr>
          <p:cNvPr id="6" name="TextBox 5">
            <a:extLst>
              <a:ext uri="{FF2B5EF4-FFF2-40B4-BE49-F238E27FC236}">
                <a16:creationId xmlns:a16="http://schemas.microsoft.com/office/drawing/2014/main" id="{811F4969-0417-B1A6-5858-EF018077458F}"/>
              </a:ext>
            </a:extLst>
          </p:cNvPr>
          <p:cNvSpPr txBox="1"/>
          <p:nvPr/>
        </p:nvSpPr>
        <p:spPr>
          <a:xfrm>
            <a:off x="1352635" y="3276406"/>
            <a:ext cx="6096000" cy="1432893"/>
          </a:xfrm>
          <a:prstGeom prst="rect">
            <a:avLst/>
          </a:prstGeom>
          <a:noFill/>
        </p:spPr>
        <p:txBody>
          <a:bodyPr wrap="square">
            <a:spAutoFit/>
          </a:bodyPr>
          <a:lstStyle/>
          <a:p>
            <a:pPr>
              <a:lnSpc>
                <a:spcPct val="150000"/>
              </a:lnSpc>
            </a:pPr>
            <a:r>
              <a:rPr lang="en-US" sz="2000">
                <a:solidFill>
                  <a:srgbClr val="0033B3"/>
                </a:solidFill>
                <a:effectLst/>
              </a:rPr>
              <a:t>class </a:t>
            </a:r>
            <a:r>
              <a:rPr lang="en-US" sz="2000" err="1">
                <a:solidFill>
                  <a:srgbClr val="000000"/>
                </a:solidFill>
                <a:effectLst/>
              </a:rPr>
              <a:t>MusicPlayer</a:t>
            </a:r>
            <a:r>
              <a:rPr lang="en-US" sz="2000">
                <a:solidFill>
                  <a:srgbClr val="000000"/>
                </a:solidFill>
                <a:effectLst/>
              </a:rPr>
              <a:t> </a:t>
            </a:r>
            <a:r>
              <a:rPr lang="en-US" sz="2000">
                <a:solidFill>
                  <a:srgbClr val="9E880D"/>
                </a:solidFill>
                <a:effectLst/>
              </a:rPr>
              <a:t>@Inject </a:t>
            </a:r>
            <a:r>
              <a:rPr lang="en-US" sz="2000">
                <a:solidFill>
                  <a:srgbClr val="0033B3"/>
                </a:solidFill>
                <a:effectLst/>
              </a:rPr>
              <a:t>constructor</a:t>
            </a:r>
            <a:r>
              <a:rPr lang="en-US" sz="2000">
                <a:solidFill>
                  <a:srgbClr val="080808"/>
                </a:solidFill>
                <a:effectLst/>
              </a:rPr>
              <a:t>( ) {</a:t>
            </a:r>
            <a:br>
              <a:rPr lang="en-US" sz="2000">
                <a:solidFill>
                  <a:srgbClr val="080808"/>
                </a:solidFill>
                <a:effectLst/>
              </a:rPr>
            </a:br>
            <a:r>
              <a:rPr lang="en-US" sz="2000">
                <a:solidFill>
                  <a:srgbClr val="080808"/>
                </a:solidFill>
                <a:effectLst/>
              </a:rPr>
              <a:t>    </a:t>
            </a:r>
            <a:r>
              <a:rPr lang="en-US" sz="2000">
                <a:solidFill>
                  <a:srgbClr val="0033B3"/>
                </a:solidFill>
                <a:effectLst/>
              </a:rPr>
              <a:t>fun </a:t>
            </a:r>
            <a:r>
              <a:rPr lang="en-US" sz="2000" err="1">
                <a:solidFill>
                  <a:srgbClr val="00627A"/>
                </a:solidFill>
                <a:effectLst/>
              </a:rPr>
              <a:t>playMusic</a:t>
            </a:r>
            <a:r>
              <a:rPr lang="en-US" sz="2000">
                <a:solidFill>
                  <a:srgbClr val="080808"/>
                </a:solidFill>
                <a:effectLst/>
              </a:rPr>
              <a:t>( ){</a:t>
            </a:r>
            <a:r>
              <a:rPr lang="en-US" sz="2000">
                <a:solidFill>
                  <a:srgbClr val="080808"/>
                </a:solidFill>
              </a:rPr>
              <a:t> </a:t>
            </a:r>
            <a:r>
              <a:rPr lang="en-US" sz="2000">
                <a:solidFill>
                  <a:schemeClr val="bg1">
                    <a:lumMod val="50000"/>
                  </a:schemeClr>
                </a:solidFill>
                <a:effectLst/>
              </a:rPr>
              <a:t>/*…*/</a:t>
            </a:r>
            <a:r>
              <a:rPr lang="en-US" sz="2000">
                <a:solidFill>
                  <a:srgbClr val="080808"/>
                </a:solidFill>
              </a:rPr>
              <a:t> </a:t>
            </a:r>
            <a:r>
              <a:rPr lang="en-US" sz="2000">
                <a:solidFill>
                  <a:srgbClr val="080808"/>
                </a:solidFill>
                <a:effectLst/>
              </a:rPr>
              <a:t>}</a:t>
            </a:r>
            <a:br>
              <a:rPr lang="en-US" sz="2000">
                <a:solidFill>
                  <a:srgbClr val="080808"/>
                </a:solidFill>
                <a:effectLst/>
              </a:rPr>
            </a:br>
            <a:r>
              <a:rPr lang="en-US" sz="2000">
                <a:solidFill>
                  <a:srgbClr val="080808"/>
                </a:solidFill>
                <a:effectLst/>
              </a:rPr>
              <a:t>}</a:t>
            </a:r>
          </a:p>
        </p:txBody>
      </p:sp>
      <p:sp>
        <p:nvSpPr>
          <p:cNvPr id="4" name="Slide Number Placeholder 3">
            <a:extLst>
              <a:ext uri="{FF2B5EF4-FFF2-40B4-BE49-F238E27FC236}">
                <a16:creationId xmlns:a16="http://schemas.microsoft.com/office/drawing/2014/main" id="{9C9D45F2-9240-3ABB-3A4A-0C3B634E8A4E}"/>
              </a:ext>
            </a:extLst>
          </p:cNvPr>
          <p:cNvSpPr>
            <a:spLocks noGrp="1"/>
          </p:cNvSpPr>
          <p:nvPr>
            <p:ph type="sldNum" sz="quarter" idx="12"/>
          </p:nvPr>
        </p:nvSpPr>
        <p:spPr/>
        <p:txBody>
          <a:bodyPr/>
          <a:lstStyle/>
          <a:p>
            <a:fld id="{330EA680-D336-4FF7-8B7A-9848BB0A1C32}" type="slidenum">
              <a:rPr lang="en-US" smtClean="0"/>
              <a:t>70</a:t>
            </a:fld>
            <a:endParaRPr lang="en-US"/>
          </a:p>
        </p:txBody>
      </p:sp>
    </p:spTree>
    <p:extLst>
      <p:ext uri="{BB962C8B-B14F-4D97-AF65-F5344CB8AC3E}">
        <p14:creationId xmlns:p14="http://schemas.microsoft.com/office/powerpoint/2010/main" val="37931068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9"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4F1CD0E-1793-EAE2-F56F-9B974065E4D5}"/>
              </a:ext>
            </a:extLst>
          </p:cNvPr>
          <p:cNvSpPr>
            <a:spLocks noGrp="1"/>
          </p:cNvSpPr>
          <p:nvPr>
            <p:ph type="title"/>
          </p:nvPr>
        </p:nvSpPr>
        <p:spPr>
          <a:xfrm>
            <a:off x="838200" y="253397"/>
            <a:ext cx="10515600" cy="1273233"/>
          </a:xfrm>
        </p:spPr>
        <p:txBody>
          <a:bodyPr>
            <a:normAutofit/>
          </a:bodyPr>
          <a:lstStyle/>
          <a:p>
            <a:r>
              <a:rPr lang="en-US" sz="4000"/>
              <a:t>Manual DI</a:t>
            </a:r>
          </a:p>
        </p:txBody>
      </p:sp>
      <p:sp>
        <p:nvSpPr>
          <p:cNvPr id="11" name="Rectangle 10">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5E50A63-2697-9329-A599-6B543B07E4F7}"/>
              </a:ext>
            </a:extLst>
          </p:cNvPr>
          <p:cNvSpPr>
            <a:spLocks noGrp="1"/>
          </p:cNvSpPr>
          <p:nvPr>
            <p:ph idx="1"/>
          </p:nvPr>
        </p:nvSpPr>
        <p:spPr>
          <a:xfrm>
            <a:off x="838200" y="2144119"/>
            <a:ext cx="10515600" cy="4028081"/>
          </a:xfrm>
        </p:spPr>
        <p:txBody>
          <a:bodyPr>
            <a:normAutofit/>
          </a:bodyPr>
          <a:lstStyle/>
          <a:p>
            <a:r>
              <a:rPr lang="en-US" sz="2200"/>
              <a:t>When an activity is annotated with </a:t>
            </a:r>
            <a:r>
              <a:rPr lang="en-US" sz="2200" b="1" i="1">
                <a:solidFill>
                  <a:srgbClr val="0070C0"/>
                </a:solidFill>
                <a:effectLst/>
              </a:rPr>
              <a:t>@</a:t>
            </a:r>
            <a:r>
              <a:rPr lang="en-US" sz="2200" b="1" i="1" err="1">
                <a:solidFill>
                  <a:srgbClr val="0070C0"/>
                </a:solidFill>
                <a:effectLst/>
              </a:rPr>
              <a:t>AndroidEntryPoint</a:t>
            </a:r>
            <a:r>
              <a:rPr lang="en-US" sz="2200"/>
              <a:t>,  a dependency container, say </a:t>
            </a:r>
            <a:r>
              <a:rPr lang="en-US" sz="2200" err="1"/>
              <a:t>MainActivityContainer</a:t>
            </a:r>
            <a:r>
              <a:rPr lang="en-US" sz="2200"/>
              <a:t> is automatically created, managed, and associated with that Activity.   </a:t>
            </a:r>
          </a:p>
        </p:txBody>
      </p:sp>
      <p:sp>
        <p:nvSpPr>
          <p:cNvPr id="4" name="TextBox 3">
            <a:extLst>
              <a:ext uri="{FF2B5EF4-FFF2-40B4-BE49-F238E27FC236}">
                <a16:creationId xmlns:a16="http://schemas.microsoft.com/office/drawing/2014/main" id="{99061E67-08AF-9483-F6F0-BDB6B8A228E4}"/>
              </a:ext>
            </a:extLst>
          </p:cNvPr>
          <p:cNvSpPr txBox="1"/>
          <p:nvPr/>
        </p:nvSpPr>
        <p:spPr>
          <a:xfrm>
            <a:off x="1318768" y="3615072"/>
            <a:ext cx="6096000" cy="2356222"/>
          </a:xfrm>
          <a:prstGeom prst="rect">
            <a:avLst/>
          </a:prstGeom>
          <a:noFill/>
        </p:spPr>
        <p:txBody>
          <a:bodyPr wrap="square">
            <a:spAutoFit/>
          </a:bodyPr>
          <a:lstStyle/>
          <a:p>
            <a:pPr>
              <a:lnSpc>
                <a:spcPct val="150000"/>
              </a:lnSpc>
            </a:pPr>
            <a:r>
              <a:rPr lang="en-US" sz="2000" i="1">
                <a:solidFill>
                  <a:srgbClr val="8C8C8C"/>
                </a:solidFill>
                <a:effectLst/>
              </a:rPr>
              <a:t>//</a:t>
            </a:r>
            <a:r>
              <a:rPr lang="en-US" sz="2000" i="1" err="1">
                <a:solidFill>
                  <a:srgbClr val="8C8C8C"/>
                </a:solidFill>
                <a:effectLst/>
              </a:rPr>
              <a:t>MainActivity</a:t>
            </a:r>
            <a:r>
              <a:rPr lang="en-US" sz="2000" i="1">
                <a:solidFill>
                  <a:srgbClr val="8C8C8C"/>
                </a:solidFill>
                <a:effectLst/>
              </a:rPr>
              <a:t> annotated with @</a:t>
            </a:r>
            <a:r>
              <a:rPr lang="en-US" sz="2000" i="1" err="1">
                <a:solidFill>
                  <a:srgbClr val="8C8C8C"/>
                </a:solidFill>
                <a:effectLst/>
              </a:rPr>
              <a:t>AndroidEntryPoint</a:t>
            </a:r>
            <a:br>
              <a:rPr lang="en-US" sz="2000" i="1">
                <a:solidFill>
                  <a:srgbClr val="8C8C8C"/>
                </a:solidFill>
                <a:effectLst/>
              </a:rPr>
            </a:br>
            <a:r>
              <a:rPr lang="en-US" sz="2000">
                <a:solidFill>
                  <a:srgbClr val="0033B3"/>
                </a:solidFill>
                <a:effectLst/>
              </a:rPr>
              <a:t>class </a:t>
            </a:r>
            <a:r>
              <a:rPr lang="en-US" sz="2000" err="1">
                <a:solidFill>
                  <a:srgbClr val="000000"/>
                </a:solidFill>
                <a:effectLst/>
              </a:rPr>
              <a:t>MainActivityContainer</a:t>
            </a:r>
            <a:r>
              <a:rPr lang="en-US" sz="2000">
                <a:solidFill>
                  <a:srgbClr val="000000"/>
                </a:solidFill>
                <a:effectLst/>
              </a:rPr>
              <a:t> </a:t>
            </a:r>
            <a:r>
              <a:rPr lang="en-US" sz="2000">
                <a:solidFill>
                  <a:srgbClr val="080808"/>
                </a:solidFill>
                <a:effectLst/>
              </a:rPr>
              <a:t>{</a:t>
            </a:r>
            <a:br>
              <a:rPr lang="en-US" sz="2000">
                <a:solidFill>
                  <a:srgbClr val="080808"/>
                </a:solidFill>
                <a:effectLst/>
              </a:rPr>
            </a:br>
            <a:r>
              <a:rPr lang="en-US" sz="2000">
                <a:solidFill>
                  <a:srgbClr val="080808"/>
                </a:solidFill>
                <a:effectLst/>
              </a:rPr>
              <a:t>    </a:t>
            </a:r>
            <a:r>
              <a:rPr lang="en-US" sz="2000" i="1">
                <a:solidFill>
                  <a:srgbClr val="8C8C8C"/>
                </a:solidFill>
                <a:effectLst/>
              </a:rPr>
              <a:t>//</a:t>
            </a:r>
            <a:r>
              <a:rPr lang="en-US" sz="2000" i="1" err="1">
                <a:solidFill>
                  <a:srgbClr val="8C8C8C"/>
                </a:solidFill>
                <a:effectLst/>
              </a:rPr>
              <a:t>MusicPlayer</a:t>
            </a:r>
            <a:r>
              <a:rPr lang="en-US" sz="2000" i="1">
                <a:solidFill>
                  <a:srgbClr val="8C8C8C"/>
                </a:solidFill>
                <a:effectLst/>
              </a:rPr>
              <a:t> annotated with @Inject</a:t>
            </a:r>
            <a:br>
              <a:rPr lang="en-US" sz="2000" i="1">
                <a:solidFill>
                  <a:srgbClr val="8C8C8C"/>
                </a:solidFill>
                <a:effectLst/>
              </a:rPr>
            </a:br>
            <a:r>
              <a:rPr lang="en-US" sz="2000" i="1">
                <a:solidFill>
                  <a:srgbClr val="8C8C8C"/>
                </a:solidFill>
                <a:effectLst/>
              </a:rPr>
              <a:t>    </a:t>
            </a:r>
            <a:r>
              <a:rPr lang="en-US" sz="2000">
                <a:solidFill>
                  <a:srgbClr val="0033B3"/>
                </a:solidFill>
                <a:effectLst/>
              </a:rPr>
              <a:t>fun </a:t>
            </a:r>
            <a:r>
              <a:rPr lang="en-US" sz="2000" err="1">
                <a:solidFill>
                  <a:srgbClr val="00627A"/>
                </a:solidFill>
                <a:effectLst/>
              </a:rPr>
              <a:t>provideMusicPlayer</a:t>
            </a:r>
            <a:r>
              <a:rPr lang="en-US" sz="2000">
                <a:solidFill>
                  <a:srgbClr val="080808"/>
                </a:solidFill>
                <a:effectLst/>
              </a:rPr>
              <a:t>() =  </a:t>
            </a:r>
            <a:r>
              <a:rPr lang="en-US" sz="2000" err="1">
                <a:solidFill>
                  <a:srgbClr val="080808"/>
                </a:solidFill>
                <a:effectLst/>
              </a:rPr>
              <a:t>MusicPlayer</a:t>
            </a:r>
            <a:r>
              <a:rPr lang="en-US" sz="2000">
                <a:solidFill>
                  <a:srgbClr val="080808"/>
                </a:solidFill>
                <a:effectLst/>
              </a:rPr>
              <a:t>()</a:t>
            </a:r>
            <a:br>
              <a:rPr lang="en-US" sz="2000">
                <a:solidFill>
                  <a:srgbClr val="080808"/>
                </a:solidFill>
                <a:effectLst/>
              </a:rPr>
            </a:br>
            <a:r>
              <a:rPr lang="en-US" sz="2000">
                <a:solidFill>
                  <a:srgbClr val="080808"/>
                </a:solidFill>
                <a:effectLst/>
              </a:rPr>
              <a:t>}</a:t>
            </a:r>
          </a:p>
        </p:txBody>
      </p:sp>
      <p:sp>
        <p:nvSpPr>
          <p:cNvPr id="6" name="Slide Number Placeholder 5">
            <a:extLst>
              <a:ext uri="{FF2B5EF4-FFF2-40B4-BE49-F238E27FC236}">
                <a16:creationId xmlns:a16="http://schemas.microsoft.com/office/drawing/2014/main" id="{824E3939-31FE-09C7-09A3-7C49331463E2}"/>
              </a:ext>
            </a:extLst>
          </p:cNvPr>
          <p:cNvSpPr>
            <a:spLocks noGrp="1"/>
          </p:cNvSpPr>
          <p:nvPr>
            <p:ph type="sldNum" sz="quarter" idx="12"/>
          </p:nvPr>
        </p:nvSpPr>
        <p:spPr/>
        <p:txBody>
          <a:bodyPr/>
          <a:lstStyle/>
          <a:p>
            <a:fld id="{330EA680-D336-4FF7-8B7A-9848BB0A1C32}" type="slidenum">
              <a:rPr lang="en-US" smtClean="0"/>
              <a:t>71</a:t>
            </a:fld>
            <a:endParaRPr lang="en-US"/>
          </a:p>
        </p:txBody>
      </p:sp>
    </p:spTree>
    <p:extLst>
      <p:ext uri="{BB962C8B-B14F-4D97-AF65-F5344CB8AC3E}">
        <p14:creationId xmlns:p14="http://schemas.microsoft.com/office/powerpoint/2010/main" val="23503382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4F1CD0E-1793-EAE2-F56F-9B974065E4D5}"/>
              </a:ext>
            </a:extLst>
          </p:cNvPr>
          <p:cNvSpPr>
            <a:spLocks noGrp="1"/>
          </p:cNvSpPr>
          <p:nvPr>
            <p:ph type="title"/>
          </p:nvPr>
        </p:nvSpPr>
        <p:spPr>
          <a:xfrm>
            <a:off x="838200" y="253397"/>
            <a:ext cx="10515600" cy="1273233"/>
          </a:xfrm>
        </p:spPr>
        <p:txBody>
          <a:bodyPr>
            <a:normAutofit/>
          </a:bodyPr>
          <a:lstStyle/>
          <a:p>
            <a:r>
              <a:rPr lang="en-US" sz="4000"/>
              <a:t>Manual DI</a:t>
            </a:r>
          </a:p>
        </p:txBody>
      </p:sp>
      <p:sp>
        <p:nvSpPr>
          <p:cNvPr id="1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TextBox 14">
            <a:extLst>
              <a:ext uri="{FF2B5EF4-FFF2-40B4-BE49-F238E27FC236}">
                <a16:creationId xmlns:a16="http://schemas.microsoft.com/office/drawing/2014/main" id="{0EC14FFB-48BD-459E-74E9-F2F1D033AB90}"/>
              </a:ext>
            </a:extLst>
          </p:cNvPr>
          <p:cNvSpPr txBox="1"/>
          <p:nvPr/>
        </p:nvSpPr>
        <p:spPr>
          <a:xfrm>
            <a:off x="838200" y="1731788"/>
            <a:ext cx="6259574" cy="5126212"/>
          </a:xfrm>
          <a:prstGeom prst="rect">
            <a:avLst/>
          </a:prstGeom>
          <a:noFill/>
        </p:spPr>
        <p:txBody>
          <a:bodyPr wrap="square">
            <a:spAutoFit/>
          </a:bodyPr>
          <a:lstStyle/>
          <a:p>
            <a:pPr>
              <a:lnSpc>
                <a:spcPct val="150000"/>
              </a:lnSpc>
            </a:pPr>
            <a:r>
              <a:rPr lang="en-US" sz="2000">
                <a:solidFill>
                  <a:srgbClr val="0033B3"/>
                </a:solidFill>
                <a:effectLst/>
              </a:rPr>
              <a:t>class </a:t>
            </a:r>
            <a:r>
              <a:rPr lang="en-US" sz="2000" err="1">
                <a:solidFill>
                  <a:srgbClr val="000000"/>
                </a:solidFill>
                <a:effectLst/>
              </a:rPr>
              <a:t>MainActivity</a:t>
            </a:r>
            <a:r>
              <a:rPr lang="en-US" sz="2000">
                <a:solidFill>
                  <a:srgbClr val="000000"/>
                </a:solidFill>
                <a:effectLst/>
              </a:rPr>
              <a:t> </a:t>
            </a:r>
            <a:r>
              <a:rPr lang="en-US" sz="2000">
                <a:solidFill>
                  <a:srgbClr val="080808"/>
                </a:solidFill>
                <a:effectLst/>
              </a:rPr>
              <a:t>: </a:t>
            </a:r>
            <a:r>
              <a:rPr lang="en-US" sz="2000" err="1">
                <a:solidFill>
                  <a:srgbClr val="080808"/>
                </a:solidFill>
                <a:effectLst/>
              </a:rPr>
              <a:t>ComponentActivity</a:t>
            </a:r>
            <a:r>
              <a:rPr lang="en-US" sz="2000">
                <a:solidFill>
                  <a:srgbClr val="080808"/>
                </a:solidFill>
                <a:effectLst/>
              </a:rPr>
              <a:t>() {</a:t>
            </a:r>
            <a:br>
              <a:rPr lang="en-US" sz="2000">
                <a:solidFill>
                  <a:srgbClr val="080808"/>
                </a:solidFill>
                <a:effectLst/>
              </a:rPr>
            </a:br>
            <a:r>
              <a:rPr lang="en-US" sz="2000">
                <a:solidFill>
                  <a:srgbClr val="080808"/>
                </a:solidFill>
                <a:effectLst/>
              </a:rPr>
              <a:t>    </a:t>
            </a:r>
            <a:r>
              <a:rPr lang="en-US" sz="2000">
                <a:solidFill>
                  <a:srgbClr val="0033B3"/>
                </a:solidFill>
                <a:effectLst/>
              </a:rPr>
              <a:t>private </a:t>
            </a:r>
            <a:r>
              <a:rPr lang="en-US" sz="2000" err="1">
                <a:solidFill>
                  <a:srgbClr val="0033B3"/>
                </a:solidFill>
                <a:effectLst/>
              </a:rPr>
              <a:t>lateinit</a:t>
            </a:r>
            <a:r>
              <a:rPr lang="en-US" sz="2000">
                <a:solidFill>
                  <a:srgbClr val="0033B3"/>
                </a:solidFill>
                <a:effectLst/>
              </a:rPr>
              <a:t> var </a:t>
            </a:r>
            <a:r>
              <a:rPr lang="en-US" sz="2000">
                <a:solidFill>
                  <a:srgbClr val="871094"/>
                </a:solidFill>
                <a:effectLst/>
              </a:rPr>
              <a:t>container</a:t>
            </a:r>
            <a:r>
              <a:rPr lang="en-US" sz="2000">
                <a:solidFill>
                  <a:srgbClr val="080808"/>
                </a:solidFill>
                <a:effectLst/>
              </a:rPr>
              <a:t>: </a:t>
            </a:r>
            <a:r>
              <a:rPr lang="en-US" sz="2000" err="1">
                <a:solidFill>
                  <a:srgbClr val="000000"/>
                </a:solidFill>
                <a:effectLst/>
              </a:rPr>
              <a:t>MainActivityContainer</a:t>
            </a:r>
            <a:br>
              <a:rPr lang="en-US" sz="2000">
                <a:solidFill>
                  <a:srgbClr val="000000"/>
                </a:solidFill>
                <a:effectLst/>
              </a:rPr>
            </a:br>
            <a:r>
              <a:rPr lang="en-US" sz="2000">
                <a:solidFill>
                  <a:srgbClr val="000000"/>
                </a:solidFill>
                <a:effectLst/>
              </a:rPr>
              <a:t>    </a:t>
            </a:r>
            <a:r>
              <a:rPr lang="en-US" sz="2000">
                <a:solidFill>
                  <a:srgbClr val="0033B3"/>
                </a:solidFill>
                <a:effectLst/>
              </a:rPr>
              <a:t>private </a:t>
            </a:r>
            <a:r>
              <a:rPr lang="en-US" sz="2000" err="1">
                <a:solidFill>
                  <a:srgbClr val="0033B3"/>
                </a:solidFill>
                <a:effectLst/>
              </a:rPr>
              <a:t>lateinit</a:t>
            </a:r>
            <a:r>
              <a:rPr lang="en-US" sz="2000">
                <a:solidFill>
                  <a:srgbClr val="0033B3"/>
                </a:solidFill>
                <a:effectLst/>
              </a:rPr>
              <a:t> var </a:t>
            </a:r>
            <a:r>
              <a:rPr lang="en-US" sz="2000" err="1">
                <a:solidFill>
                  <a:srgbClr val="871094"/>
                </a:solidFill>
                <a:effectLst/>
              </a:rPr>
              <a:t>musicPlayer</a:t>
            </a:r>
            <a:r>
              <a:rPr lang="en-US" sz="2000">
                <a:solidFill>
                  <a:srgbClr val="080808"/>
                </a:solidFill>
                <a:effectLst/>
              </a:rPr>
              <a:t>: </a:t>
            </a:r>
            <a:r>
              <a:rPr lang="en-US" sz="2000" err="1">
                <a:solidFill>
                  <a:srgbClr val="000000"/>
                </a:solidFill>
                <a:effectLst/>
              </a:rPr>
              <a:t>MusicPlayer</a:t>
            </a:r>
            <a:br>
              <a:rPr lang="en-US" sz="2000">
                <a:solidFill>
                  <a:srgbClr val="000000"/>
                </a:solidFill>
                <a:effectLst/>
              </a:rPr>
            </a:br>
            <a:r>
              <a:rPr lang="en-US" sz="2000">
                <a:solidFill>
                  <a:srgbClr val="000000"/>
                </a:solidFill>
                <a:effectLst/>
              </a:rPr>
              <a:t>    </a:t>
            </a:r>
            <a:r>
              <a:rPr lang="en-US" sz="2000">
                <a:solidFill>
                  <a:srgbClr val="0033B3"/>
                </a:solidFill>
                <a:effectLst/>
              </a:rPr>
              <a:t>override fun </a:t>
            </a:r>
            <a:r>
              <a:rPr lang="en-US" sz="2000" err="1">
                <a:solidFill>
                  <a:srgbClr val="00627A"/>
                </a:solidFill>
                <a:effectLst/>
              </a:rPr>
              <a:t>onCreate</a:t>
            </a:r>
            <a:r>
              <a:rPr lang="en-US" sz="2000">
                <a:solidFill>
                  <a:srgbClr val="080808"/>
                </a:solidFill>
                <a:effectLst/>
              </a:rPr>
              <a:t>(</a:t>
            </a:r>
            <a:r>
              <a:rPr lang="en-US" sz="2000" err="1">
                <a:solidFill>
                  <a:srgbClr val="000000"/>
                </a:solidFill>
                <a:effectLst/>
              </a:rPr>
              <a:t>savedInstanceState</a:t>
            </a:r>
            <a:r>
              <a:rPr lang="en-US" sz="2000">
                <a:solidFill>
                  <a:srgbClr val="080808"/>
                </a:solidFill>
                <a:effectLst/>
              </a:rPr>
              <a:t>: </a:t>
            </a:r>
            <a:r>
              <a:rPr lang="en-US" sz="2000">
                <a:solidFill>
                  <a:srgbClr val="000000"/>
                </a:solidFill>
                <a:effectLst/>
              </a:rPr>
              <a:t>Bundle</a:t>
            </a:r>
            <a:r>
              <a:rPr lang="en-US" sz="2000">
                <a:solidFill>
                  <a:srgbClr val="080808"/>
                </a:solidFill>
                <a:effectLst/>
              </a:rPr>
              <a:t>?) {</a:t>
            </a:r>
            <a:br>
              <a:rPr lang="en-US" sz="2000">
                <a:solidFill>
                  <a:srgbClr val="080808"/>
                </a:solidFill>
                <a:effectLst/>
              </a:rPr>
            </a:br>
            <a:r>
              <a:rPr lang="en-US" sz="2000">
                <a:solidFill>
                  <a:srgbClr val="080808"/>
                </a:solidFill>
                <a:effectLst/>
              </a:rPr>
              <a:t>        </a:t>
            </a:r>
            <a:r>
              <a:rPr lang="en-US" sz="2000" i="1">
                <a:solidFill>
                  <a:srgbClr val="8C8C8C"/>
                </a:solidFill>
                <a:effectLst/>
                <a:highlight>
                  <a:srgbClr val="FFFF00"/>
                </a:highlight>
              </a:rPr>
              <a:t>// </a:t>
            </a:r>
            <a:r>
              <a:rPr lang="en-US" sz="2000" i="1" err="1">
                <a:solidFill>
                  <a:srgbClr val="8C8C8C"/>
                </a:solidFill>
                <a:effectLst/>
                <a:highlight>
                  <a:srgbClr val="FFFF00"/>
                </a:highlight>
              </a:rPr>
              <a:t>AndroidEntryPoint</a:t>
            </a:r>
            <a:r>
              <a:rPr lang="en-US" sz="2000" i="1">
                <a:solidFill>
                  <a:srgbClr val="8C8C8C"/>
                </a:solidFill>
                <a:effectLst/>
                <a:highlight>
                  <a:srgbClr val="FFFF00"/>
                </a:highlight>
              </a:rPr>
              <a:t> does this for you</a:t>
            </a:r>
            <a:br>
              <a:rPr lang="en-US" sz="2000" i="1">
                <a:solidFill>
                  <a:srgbClr val="8C8C8C"/>
                </a:solidFill>
                <a:effectLst/>
              </a:rPr>
            </a:br>
            <a:r>
              <a:rPr lang="en-US" sz="2000" i="1">
                <a:solidFill>
                  <a:srgbClr val="8C8C8C"/>
                </a:solidFill>
                <a:effectLst/>
              </a:rPr>
              <a:t>        </a:t>
            </a:r>
            <a:r>
              <a:rPr lang="en-US" sz="2000">
                <a:solidFill>
                  <a:srgbClr val="871094"/>
                </a:solidFill>
                <a:effectLst/>
              </a:rPr>
              <a:t>container </a:t>
            </a:r>
            <a:r>
              <a:rPr lang="en-US" sz="2000">
                <a:solidFill>
                  <a:srgbClr val="080808"/>
                </a:solidFill>
                <a:effectLst/>
              </a:rPr>
              <a:t>= </a:t>
            </a:r>
            <a:r>
              <a:rPr lang="en-US" sz="2000" err="1">
                <a:solidFill>
                  <a:srgbClr val="080808"/>
                </a:solidFill>
                <a:effectLst/>
              </a:rPr>
              <a:t>MainActivityContainer</a:t>
            </a:r>
            <a:r>
              <a:rPr lang="en-US" sz="2000">
                <a:solidFill>
                  <a:srgbClr val="080808"/>
                </a:solidFill>
                <a:effectLst/>
              </a:rPr>
              <a:t>()</a:t>
            </a:r>
            <a:br>
              <a:rPr lang="en-US" sz="2000">
                <a:solidFill>
                  <a:srgbClr val="080808"/>
                </a:solidFill>
                <a:effectLst/>
              </a:rPr>
            </a:br>
            <a:r>
              <a:rPr lang="en-US" sz="2000">
                <a:solidFill>
                  <a:srgbClr val="080808"/>
                </a:solidFill>
                <a:effectLst/>
              </a:rPr>
              <a:t>        </a:t>
            </a:r>
            <a:r>
              <a:rPr lang="en-US" sz="2000" err="1">
                <a:solidFill>
                  <a:srgbClr val="871094"/>
                </a:solidFill>
                <a:effectLst/>
              </a:rPr>
              <a:t>musicPlayer</a:t>
            </a:r>
            <a:r>
              <a:rPr lang="en-US" sz="2000">
                <a:solidFill>
                  <a:srgbClr val="871094"/>
                </a:solidFill>
                <a:effectLst/>
              </a:rPr>
              <a:t> </a:t>
            </a:r>
            <a:r>
              <a:rPr lang="en-US" sz="2000">
                <a:solidFill>
                  <a:srgbClr val="080808"/>
                </a:solidFill>
                <a:effectLst/>
              </a:rPr>
              <a:t>= </a:t>
            </a:r>
            <a:r>
              <a:rPr lang="en-US" sz="2000" err="1">
                <a:solidFill>
                  <a:srgbClr val="871094"/>
                </a:solidFill>
                <a:effectLst/>
              </a:rPr>
              <a:t>container</a:t>
            </a:r>
            <a:r>
              <a:rPr lang="en-US" sz="2000" err="1">
                <a:solidFill>
                  <a:srgbClr val="080808"/>
                </a:solidFill>
                <a:effectLst/>
              </a:rPr>
              <a:t>.provideMusicPlayer</a:t>
            </a:r>
            <a:r>
              <a:rPr lang="en-US" sz="2000">
                <a:solidFill>
                  <a:srgbClr val="080808"/>
                </a:solidFill>
                <a:effectLst/>
              </a:rPr>
              <a:t>()</a:t>
            </a:r>
            <a:br>
              <a:rPr lang="en-US" sz="2000">
                <a:solidFill>
                  <a:srgbClr val="080808"/>
                </a:solidFill>
                <a:effectLst/>
              </a:rPr>
            </a:br>
            <a:r>
              <a:rPr lang="en-US" sz="2000">
                <a:solidFill>
                  <a:srgbClr val="080808"/>
                </a:solidFill>
                <a:effectLst/>
              </a:rPr>
              <a:t>        </a:t>
            </a:r>
            <a:r>
              <a:rPr lang="en-US" sz="2000" err="1">
                <a:solidFill>
                  <a:srgbClr val="0033B3"/>
                </a:solidFill>
                <a:effectLst/>
              </a:rPr>
              <a:t>super</a:t>
            </a:r>
            <a:r>
              <a:rPr lang="en-US" sz="2000" err="1">
                <a:solidFill>
                  <a:srgbClr val="080808"/>
                </a:solidFill>
                <a:effectLst/>
              </a:rPr>
              <a:t>.onCreate</a:t>
            </a:r>
            <a:r>
              <a:rPr lang="en-US" sz="2000">
                <a:solidFill>
                  <a:srgbClr val="080808"/>
                </a:solidFill>
                <a:effectLst/>
              </a:rPr>
              <a:t>(</a:t>
            </a:r>
            <a:r>
              <a:rPr lang="en-US" sz="2000" err="1">
                <a:solidFill>
                  <a:srgbClr val="000000"/>
                </a:solidFill>
                <a:effectLst/>
              </a:rPr>
              <a:t>savedInstanceState</a:t>
            </a:r>
            <a:r>
              <a:rPr lang="en-US" sz="2000">
                <a:solidFill>
                  <a:srgbClr val="080808"/>
                </a:solidFill>
                <a:effectLst/>
              </a:rPr>
              <a:t>)</a:t>
            </a:r>
            <a:br>
              <a:rPr lang="en-US" sz="2000">
                <a:solidFill>
                  <a:srgbClr val="080808"/>
                </a:solidFill>
                <a:effectLst/>
              </a:rPr>
            </a:br>
            <a:r>
              <a:rPr lang="en-US" sz="2000">
                <a:solidFill>
                  <a:srgbClr val="080808"/>
                </a:solidFill>
                <a:effectLst/>
              </a:rPr>
              <a:t>        </a:t>
            </a:r>
            <a:r>
              <a:rPr lang="en-US" sz="2000" err="1">
                <a:solidFill>
                  <a:srgbClr val="871094"/>
                </a:solidFill>
                <a:effectLst/>
              </a:rPr>
              <a:t>musicPlayer</a:t>
            </a:r>
            <a:r>
              <a:rPr lang="en-US" sz="2000" err="1">
                <a:solidFill>
                  <a:srgbClr val="080808"/>
                </a:solidFill>
                <a:effectLst/>
              </a:rPr>
              <a:t>.playMusic</a:t>
            </a:r>
            <a:r>
              <a:rPr lang="en-US" sz="2000">
                <a:solidFill>
                  <a:srgbClr val="080808"/>
                </a:solidFill>
                <a:effectLst/>
              </a:rPr>
              <a:t>()</a:t>
            </a:r>
            <a:br>
              <a:rPr lang="en-US" sz="2000" b="1">
                <a:solidFill>
                  <a:srgbClr val="080808"/>
                </a:solidFill>
                <a:effectLst/>
              </a:rPr>
            </a:br>
            <a:r>
              <a:rPr lang="en-US" sz="2000" b="1">
                <a:solidFill>
                  <a:srgbClr val="080808"/>
                </a:solidFill>
                <a:effectLst/>
              </a:rPr>
              <a:t>    </a:t>
            </a:r>
            <a:r>
              <a:rPr lang="en-US" sz="2000">
                <a:solidFill>
                  <a:srgbClr val="080808"/>
                </a:solidFill>
                <a:effectLst/>
              </a:rPr>
              <a:t>}</a:t>
            </a:r>
            <a:br>
              <a:rPr lang="en-US" sz="2000">
                <a:solidFill>
                  <a:srgbClr val="080808"/>
                </a:solidFill>
                <a:effectLst/>
              </a:rPr>
            </a:br>
            <a:r>
              <a:rPr lang="en-US" sz="2000">
                <a:solidFill>
                  <a:srgbClr val="080808"/>
                </a:solidFill>
                <a:effectLst/>
              </a:rPr>
              <a:t>}</a:t>
            </a:r>
          </a:p>
        </p:txBody>
      </p:sp>
      <p:sp>
        <p:nvSpPr>
          <p:cNvPr id="18" name="Rectangle 17">
            <a:extLst>
              <a:ext uri="{FF2B5EF4-FFF2-40B4-BE49-F238E27FC236}">
                <a16:creationId xmlns:a16="http://schemas.microsoft.com/office/drawing/2014/main" id="{5DBB46A6-8CE2-B814-0896-8D866353945C}"/>
              </a:ext>
            </a:extLst>
          </p:cNvPr>
          <p:cNvSpPr/>
          <p:nvPr/>
        </p:nvSpPr>
        <p:spPr>
          <a:xfrm>
            <a:off x="1236133" y="3725333"/>
            <a:ext cx="5300134" cy="1286934"/>
          </a:xfrm>
          <a:custGeom>
            <a:avLst/>
            <a:gdLst>
              <a:gd name="connsiteX0" fmla="*/ 0 w 5300134"/>
              <a:gd name="connsiteY0" fmla="*/ 0 h 1286934"/>
              <a:gd name="connsiteX1" fmla="*/ 609515 w 5300134"/>
              <a:gd name="connsiteY1" fmla="*/ 0 h 1286934"/>
              <a:gd name="connsiteX2" fmla="*/ 1113028 w 5300134"/>
              <a:gd name="connsiteY2" fmla="*/ 0 h 1286934"/>
              <a:gd name="connsiteX3" fmla="*/ 1881548 w 5300134"/>
              <a:gd name="connsiteY3" fmla="*/ 0 h 1286934"/>
              <a:gd name="connsiteX4" fmla="*/ 2491063 w 5300134"/>
              <a:gd name="connsiteY4" fmla="*/ 0 h 1286934"/>
              <a:gd name="connsiteX5" fmla="*/ 3100578 w 5300134"/>
              <a:gd name="connsiteY5" fmla="*/ 0 h 1286934"/>
              <a:gd name="connsiteX6" fmla="*/ 3869098 w 5300134"/>
              <a:gd name="connsiteY6" fmla="*/ 0 h 1286934"/>
              <a:gd name="connsiteX7" fmla="*/ 4425612 w 5300134"/>
              <a:gd name="connsiteY7" fmla="*/ 0 h 1286934"/>
              <a:gd name="connsiteX8" fmla="*/ 5300134 w 5300134"/>
              <a:gd name="connsiteY8" fmla="*/ 0 h 1286934"/>
              <a:gd name="connsiteX9" fmla="*/ 5300134 w 5300134"/>
              <a:gd name="connsiteY9" fmla="*/ 669206 h 1286934"/>
              <a:gd name="connsiteX10" fmla="*/ 5300134 w 5300134"/>
              <a:gd name="connsiteY10" fmla="*/ 1286934 h 1286934"/>
              <a:gd name="connsiteX11" fmla="*/ 4637617 w 5300134"/>
              <a:gd name="connsiteY11" fmla="*/ 1286934 h 1286934"/>
              <a:gd name="connsiteX12" fmla="*/ 4028102 w 5300134"/>
              <a:gd name="connsiteY12" fmla="*/ 1286934 h 1286934"/>
              <a:gd name="connsiteX13" fmla="*/ 3259582 w 5300134"/>
              <a:gd name="connsiteY13" fmla="*/ 1286934 h 1286934"/>
              <a:gd name="connsiteX14" fmla="*/ 2491063 w 5300134"/>
              <a:gd name="connsiteY14" fmla="*/ 1286934 h 1286934"/>
              <a:gd name="connsiteX15" fmla="*/ 1934549 w 5300134"/>
              <a:gd name="connsiteY15" fmla="*/ 1286934 h 1286934"/>
              <a:gd name="connsiteX16" fmla="*/ 1272032 w 5300134"/>
              <a:gd name="connsiteY16" fmla="*/ 1286934 h 1286934"/>
              <a:gd name="connsiteX17" fmla="*/ 0 w 5300134"/>
              <a:gd name="connsiteY17" fmla="*/ 1286934 h 1286934"/>
              <a:gd name="connsiteX18" fmla="*/ 0 w 5300134"/>
              <a:gd name="connsiteY18" fmla="*/ 643467 h 1286934"/>
              <a:gd name="connsiteX19" fmla="*/ 0 w 5300134"/>
              <a:gd name="connsiteY19" fmla="*/ 0 h 1286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00134" h="1286934" extrusionOk="0">
                <a:moveTo>
                  <a:pt x="0" y="0"/>
                </a:moveTo>
                <a:cubicBezTo>
                  <a:pt x="247472" y="-27533"/>
                  <a:pt x="379595" y="-28900"/>
                  <a:pt x="609515" y="0"/>
                </a:cubicBezTo>
                <a:cubicBezTo>
                  <a:pt x="839436" y="28900"/>
                  <a:pt x="871484" y="14594"/>
                  <a:pt x="1113028" y="0"/>
                </a:cubicBezTo>
                <a:cubicBezTo>
                  <a:pt x="1354572" y="-14594"/>
                  <a:pt x="1544765" y="-15105"/>
                  <a:pt x="1881548" y="0"/>
                </a:cubicBezTo>
                <a:cubicBezTo>
                  <a:pt x="2218331" y="15105"/>
                  <a:pt x="2270776" y="-7175"/>
                  <a:pt x="2491063" y="0"/>
                </a:cubicBezTo>
                <a:cubicBezTo>
                  <a:pt x="2711350" y="7175"/>
                  <a:pt x="2925373" y="15297"/>
                  <a:pt x="3100578" y="0"/>
                </a:cubicBezTo>
                <a:cubicBezTo>
                  <a:pt x="3275783" y="-15297"/>
                  <a:pt x="3526406" y="-6471"/>
                  <a:pt x="3869098" y="0"/>
                </a:cubicBezTo>
                <a:cubicBezTo>
                  <a:pt x="4211790" y="6471"/>
                  <a:pt x="4310122" y="1978"/>
                  <a:pt x="4425612" y="0"/>
                </a:cubicBezTo>
                <a:cubicBezTo>
                  <a:pt x="4541102" y="-1978"/>
                  <a:pt x="4989289" y="-20132"/>
                  <a:pt x="5300134" y="0"/>
                </a:cubicBezTo>
                <a:cubicBezTo>
                  <a:pt x="5272603" y="281521"/>
                  <a:pt x="5310209" y="506286"/>
                  <a:pt x="5300134" y="669206"/>
                </a:cubicBezTo>
                <a:cubicBezTo>
                  <a:pt x="5290059" y="832126"/>
                  <a:pt x="5290923" y="1106915"/>
                  <a:pt x="5300134" y="1286934"/>
                </a:cubicBezTo>
                <a:cubicBezTo>
                  <a:pt x="5130609" y="1317427"/>
                  <a:pt x="4960221" y="1289430"/>
                  <a:pt x="4637617" y="1286934"/>
                </a:cubicBezTo>
                <a:cubicBezTo>
                  <a:pt x="4315013" y="1284438"/>
                  <a:pt x="4315314" y="1302308"/>
                  <a:pt x="4028102" y="1286934"/>
                </a:cubicBezTo>
                <a:cubicBezTo>
                  <a:pt x="3740890" y="1271560"/>
                  <a:pt x="3526534" y="1289204"/>
                  <a:pt x="3259582" y="1286934"/>
                </a:cubicBezTo>
                <a:cubicBezTo>
                  <a:pt x="2992630" y="1284664"/>
                  <a:pt x="2808696" y="1311973"/>
                  <a:pt x="2491063" y="1286934"/>
                </a:cubicBezTo>
                <a:cubicBezTo>
                  <a:pt x="2173430" y="1261895"/>
                  <a:pt x="2074806" y="1290846"/>
                  <a:pt x="1934549" y="1286934"/>
                </a:cubicBezTo>
                <a:cubicBezTo>
                  <a:pt x="1794292" y="1283022"/>
                  <a:pt x="1416835" y="1268952"/>
                  <a:pt x="1272032" y="1286934"/>
                </a:cubicBezTo>
                <a:cubicBezTo>
                  <a:pt x="1127229" y="1304916"/>
                  <a:pt x="519348" y="1335326"/>
                  <a:pt x="0" y="1286934"/>
                </a:cubicBezTo>
                <a:cubicBezTo>
                  <a:pt x="-22716" y="1081489"/>
                  <a:pt x="16397" y="863682"/>
                  <a:pt x="0" y="643467"/>
                </a:cubicBezTo>
                <a:cubicBezTo>
                  <a:pt x="-16397" y="423252"/>
                  <a:pt x="-28646" y="275190"/>
                  <a:pt x="0" y="0"/>
                </a:cubicBezTo>
                <a:close/>
              </a:path>
            </a:pathLst>
          </a:custGeom>
          <a:noFill/>
          <a:ln>
            <a:solidFill>
              <a:schemeClr val="accent2"/>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 name="Slide Number Placeholder 2">
            <a:extLst>
              <a:ext uri="{FF2B5EF4-FFF2-40B4-BE49-F238E27FC236}">
                <a16:creationId xmlns:a16="http://schemas.microsoft.com/office/drawing/2014/main" id="{4C921D3D-6D72-005B-72BF-83F00B35D634}"/>
              </a:ext>
            </a:extLst>
          </p:cNvPr>
          <p:cNvSpPr>
            <a:spLocks noGrp="1"/>
          </p:cNvSpPr>
          <p:nvPr>
            <p:ph type="sldNum" sz="quarter" idx="12"/>
          </p:nvPr>
        </p:nvSpPr>
        <p:spPr/>
        <p:txBody>
          <a:bodyPr/>
          <a:lstStyle/>
          <a:p>
            <a:fld id="{330EA680-D336-4FF7-8B7A-9848BB0A1C32}" type="slidenum">
              <a:rPr lang="en-US" smtClean="0"/>
              <a:t>72</a:t>
            </a:fld>
            <a:endParaRPr lang="en-US"/>
          </a:p>
        </p:txBody>
      </p:sp>
    </p:spTree>
    <p:extLst>
      <p:ext uri="{BB962C8B-B14F-4D97-AF65-F5344CB8AC3E}">
        <p14:creationId xmlns:p14="http://schemas.microsoft.com/office/powerpoint/2010/main" val="11023653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A12818A-AA24-FFB2-4C7C-8B5035795193}"/>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sz="4000" kern="1200">
                <a:solidFill>
                  <a:schemeClr val="tx1"/>
                </a:solidFill>
                <a:latin typeface="+mj-lt"/>
                <a:ea typeface="+mj-ea"/>
                <a:cs typeface="+mj-cs"/>
              </a:rPr>
              <a:t>Annotations Recap</a:t>
            </a:r>
          </a:p>
        </p:txBody>
      </p:sp>
      <p:sp>
        <p:nvSpPr>
          <p:cNvPr id="12" name="Rectangle 11">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3" name="Picture 2">
            <a:extLst>
              <a:ext uri="{FF2B5EF4-FFF2-40B4-BE49-F238E27FC236}">
                <a16:creationId xmlns:a16="http://schemas.microsoft.com/office/drawing/2014/main" id="{A238A85C-EDB8-5A7F-F1E4-A91523C1B49C}"/>
              </a:ext>
            </a:extLst>
          </p:cNvPr>
          <p:cNvPicPr>
            <a:picLocks noChangeAspect="1"/>
          </p:cNvPicPr>
          <p:nvPr/>
        </p:nvPicPr>
        <p:blipFill>
          <a:blip r:embed="rId2"/>
          <a:stretch>
            <a:fillRect/>
          </a:stretch>
        </p:blipFill>
        <p:spPr>
          <a:xfrm>
            <a:off x="494784" y="2035043"/>
            <a:ext cx="11154118" cy="4517418"/>
          </a:xfrm>
          <a:prstGeom prst="rect">
            <a:avLst/>
          </a:prstGeom>
        </p:spPr>
      </p:pic>
      <p:sp>
        <p:nvSpPr>
          <p:cNvPr id="5" name="TextBox 4">
            <a:extLst>
              <a:ext uri="{FF2B5EF4-FFF2-40B4-BE49-F238E27FC236}">
                <a16:creationId xmlns:a16="http://schemas.microsoft.com/office/drawing/2014/main" id="{A594610D-9015-493C-F63C-955D55D1E238}"/>
              </a:ext>
            </a:extLst>
          </p:cNvPr>
          <p:cNvSpPr txBox="1"/>
          <p:nvPr/>
        </p:nvSpPr>
        <p:spPr>
          <a:xfrm>
            <a:off x="7700528" y="663807"/>
            <a:ext cx="3996688" cy="1200329"/>
          </a:xfrm>
          <a:prstGeom prst="rect">
            <a:avLst/>
          </a:prstGeom>
          <a:noFill/>
        </p:spPr>
        <p:txBody>
          <a:bodyPr wrap="square">
            <a:spAutoFit/>
          </a:bodyPr>
          <a:lstStyle/>
          <a:p>
            <a:r>
              <a:rPr lang="en-US"/>
              <a:t>Ref: </a:t>
            </a:r>
            <a:r>
              <a:rPr lang="en-US">
                <a:hlinkClick r:id="rId3"/>
              </a:rPr>
              <a:t>https://developer.android.com/images/training/dependency-injection/hilt-annotations.pdf</a:t>
            </a:r>
            <a:r>
              <a:rPr lang="en-US"/>
              <a:t> </a:t>
            </a:r>
          </a:p>
        </p:txBody>
      </p:sp>
      <p:sp>
        <p:nvSpPr>
          <p:cNvPr id="4" name="Slide Number Placeholder 3">
            <a:extLst>
              <a:ext uri="{FF2B5EF4-FFF2-40B4-BE49-F238E27FC236}">
                <a16:creationId xmlns:a16="http://schemas.microsoft.com/office/drawing/2014/main" id="{15067014-A104-436D-1580-2171B65B540D}"/>
              </a:ext>
            </a:extLst>
          </p:cNvPr>
          <p:cNvSpPr>
            <a:spLocks noGrp="1"/>
          </p:cNvSpPr>
          <p:nvPr>
            <p:ph type="sldNum" sz="quarter" idx="12"/>
          </p:nvPr>
        </p:nvSpPr>
        <p:spPr/>
        <p:txBody>
          <a:bodyPr/>
          <a:lstStyle/>
          <a:p>
            <a:fld id="{330EA680-D336-4FF7-8B7A-9848BB0A1C32}" type="slidenum">
              <a:rPr lang="en-US" smtClean="0"/>
              <a:t>73</a:t>
            </a:fld>
            <a:endParaRPr lang="en-US"/>
          </a:p>
        </p:txBody>
      </p:sp>
    </p:spTree>
    <p:extLst>
      <p:ext uri="{BB962C8B-B14F-4D97-AF65-F5344CB8AC3E}">
        <p14:creationId xmlns:p14="http://schemas.microsoft.com/office/powerpoint/2010/main" val="31222410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BED886E-B786-0512-2B80-BE74108BF562}"/>
              </a:ext>
            </a:extLst>
          </p:cNvPr>
          <p:cNvSpPr>
            <a:spLocks noGrp="1"/>
          </p:cNvSpPr>
          <p:nvPr>
            <p:ph type="title"/>
          </p:nvPr>
        </p:nvSpPr>
        <p:spPr>
          <a:xfrm>
            <a:off x="1115568" y="548640"/>
            <a:ext cx="10168128" cy="1179576"/>
          </a:xfrm>
        </p:spPr>
        <p:txBody>
          <a:bodyPr>
            <a:normAutofit/>
          </a:bodyPr>
          <a:lstStyle/>
          <a:p>
            <a:r>
              <a:rPr lang="en-US" sz="4000"/>
              <a:t>Inject other types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729C538-754F-279E-FBA2-0B338EC54EAA}"/>
              </a:ext>
            </a:extLst>
          </p:cNvPr>
          <p:cNvSpPr>
            <a:spLocks noGrp="1"/>
          </p:cNvSpPr>
          <p:nvPr>
            <p:ph idx="1"/>
          </p:nvPr>
        </p:nvSpPr>
        <p:spPr>
          <a:xfrm>
            <a:off x="1115568" y="2481943"/>
            <a:ext cx="10168128" cy="3695020"/>
          </a:xfrm>
        </p:spPr>
        <p:txBody>
          <a:bodyPr>
            <a:normAutofit/>
          </a:bodyPr>
          <a:lstStyle/>
          <a:p>
            <a:r>
              <a:rPr lang="en-US" sz="2200"/>
              <a:t>Interfaces do not have constructors, and therefore, we cannot use the </a:t>
            </a:r>
            <a:r>
              <a:rPr lang="en-US" sz="2200" b="1">
                <a:solidFill>
                  <a:srgbClr val="0070C0"/>
                </a:solidFill>
              </a:rPr>
              <a:t>@Inject </a:t>
            </a:r>
            <a:r>
              <a:rPr lang="en-US" sz="2200"/>
              <a:t>annotation directly on an interface’s constructor. </a:t>
            </a:r>
          </a:p>
          <a:p>
            <a:r>
              <a:rPr lang="en-US" sz="2200"/>
              <a:t>Instead, provide dependencies that implement the interface using Hilt’s binding methods.</a:t>
            </a:r>
          </a:p>
        </p:txBody>
      </p:sp>
      <p:sp>
        <p:nvSpPr>
          <p:cNvPr id="6" name="TextBox 5">
            <a:extLst>
              <a:ext uri="{FF2B5EF4-FFF2-40B4-BE49-F238E27FC236}">
                <a16:creationId xmlns:a16="http://schemas.microsoft.com/office/drawing/2014/main" id="{E9327522-DAAC-1060-C22E-1BE6843B1B3E}"/>
              </a:ext>
            </a:extLst>
          </p:cNvPr>
          <p:cNvSpPr txBox="1"/>
          <p:nvPr/>
        </p:nvSpPr>
        <p:spPr>
          <a:xfrm>
            <a:off x="1115568" y="3953138"/>
            <a:ext cx="6925733" cy="2356222"/>
          </a:xfrm>
          <a:prstGeom prst="rect">
            <a:avLst/>
          </a:prstGeom>
          <a:noFill/>
          <a:ln>
            <a:solidFill>
              <a:schemeClr val="accent2"/>
            </a:solidFill>
          </a:ln>
        </p:spPr>
        <p:txBody>
          <a:bodyPr wrap="square">
            <a:spAutoFit/>
          </a:bodyPr>
          <a:lstStyle/>
          <a:p>
            <a:pPr>
              <a:lnSpc>
                <a:spcPct val="150000"/>
              </a:lnSpc>
            </a:pPr>
            <a:r>
              <a:rPr lang="en-US" sz="2000">
                <a:solidFill>
                  <a:srgbClr val="0033B3"/>
                </a:solidFill>
                <a:effectLst/>
              </a:rPr>
              <a:t>class </a:t>
            </a:r>
            <a:r>
              <a:rPr lang="en-US" sz="2000" err="1">
                <a:solidFill>
                  <a:srgbClr val="000000"/>
                </a:solidFill>
                <a:effectLst/>
              </a:rPr>
              <a:t>MusicPlayer</a:t>
            </a:r>
            <a:r>
              <a:rPr lang="en-US" sz="2000">
                <a:solidFill>
                  <a:srgbClr val="000000"/>
                </a:solidFill>
                <a:effectLst/>
              </a:rPr>
              <a:t> </a:t>
            </a:r>
            <a:r>
              <a:rPr lang="en-US" sz="2000">
                <a:solidFill>
                  <a:srgbClr val="9E880D"/>
                </a:solidFill>
                <a:effectLst/>
              </a:rPr>
              <a:t>@Inject </a:t>
            </a:r>
            <a:r>
              <a:rPr lang="en-US" sz="2000">
                <a:solidFill>
                  <a:srgbClr val="0033B3"/>
                </a:solidFill>
                <a:effectLst/>
              </a:rPr>
              <a:t>constructor</a:t>
            </a:r>
            <a:r>
              <a:rPr lang="en-US" sz="2000">
                <a:solidFill>
                  <a:srgbClr val="080808"/>
                </a:solidFill>
                <a:effectLst/>
              </a:rPr>
              <a:t>(</a:t>
            </a:r>
            <a:br>
              <a:rPr lang="en-US" sz="2000">
                <a:solidFill>
                  <a:srgbClr val="080808"/>
                </a:solidFill>
                <a:effectLst/>
              </a:rPr>
            </a:br>
            <a:r>
              <a:rPr lang="en-US" sz="2000">
                <a:solidFill>
                  <a:srgbClr val="080808"/>
                </a:solidFill>
                <a:effectLst/>
              </a:rPr>
              <a:t>    </a:t>
            </a:r>
            <a:r>
              <a:rPr lang="en-US" sz="2000">
                <a:solidFill>
                  <a:srgbClr val="0033B3"/>
                </a:solidFill>
                <a:effectLst/>
              </a:rPr>
              <a:t>private </a:t>
            </a:r>
            <a:r>
              <a:rPr lang="en-US" sz="2000" err="1">
                <a:solidFill>
                  <a:srgbClr val="0033B3"/>
                </a:solidFill>
                <a:effectLst/>
              </a:rPr>
              <a:t>val</a:t>
            </a:r>
            <a:r>
              <a:rPr lang="en-US" sz="2000">
                <a:solidFill>
                  <a:srgbClr val="0033B3"/>
                </a:solidFill>
                <a:effectLst/>
              </a:rPr>
              <a:t> </a:t>
            </a:r>
            <a:r>
              <a:rPr lang="en-US" sz="2000">
                <a:solidFill>
                  <a:srgbClr val="871094"/>
                </a:solidFill>
                <a:effectLst/>
              </a:rPr>
              <a:t>repository</a:t>
            </a:r>
            <a:r>
              <a:rPr lang="en-US" sz="2000">
                <a:solidFill>
                  <a:srgbClr val="080808"/>
                </a:solidFill>
                <a:effectLst/>
              </a:rPr>
              <a:t>: </a:t>
            </a:r>
            <a:r>
              <a:rPr lang="en-US" sz="2000" err="1">
                <a:solidFill>
                  <a:srgbClr val="000000"/>
                </a:solidFill>
                <a:effectLst/>
              </a:rPr>
              <a:t>MusicRepository</a:t>
            </a:r>
            <a:br>
              <a:rPr lang="en-US" sz="2000">
                <a:solidFill>
                  <a:srgbClr val="000000"/>
                </a:solidFill>
                <a:effectLst/>
              </a:rPr>
            </a:br>
            <a:r>
              <a:rPr lang="en-US" sz="2000">
                <a:solidFill>
                  <a:srgbClr val="080808"/>
                </a:solidFill>
                <a:effectLst/>
              </a:rPr>
              <a:t>){</a:t>
            </a:r>
            <a:br>
              <a:rPr lang="en-US" sz="2000">
                <a:solidFill>
                  <a:srgbClr val="080808"/>
                </a:solidFill>
                <a:effectLst/>
              </a:rPr>
            </a:br>
            <a:r>
              <a:rPr lang="en-US" sz="2000">
                <a:solidFill>
                  <a:srgbClr val="080808"/>
                </a:solidFill>
                <a:effectLst/>
              </a:rPr>
              <a:t>    </a:t>
            </a:r>
            <a:r>
              <a:rPr lang="en-US" sz="2000">
                <a:solidFill>
                  <a:srgbClr val="0033B3"/>
                </a:solidFill>
                <a:effectLst/>
              </a:rPr>
              <a:t>fun </a:t>
            </a:r>
            <a:r>
              <a:rPr lang="en-US" sz="2000" err="1">
                <a:solidFill>
                  <a:srgbClr val="00627A"/>
                </a:solidFill>
                <a:effectLst/>
              </a:rPr>
              <a:t>playMusic</a:t>
            </a:r>
            <a:r>
              <a:rPr lang="en-US" sz="2000">
                <a:solidFill>
                  <a:srgbClr val="080808"/>
                </a:solidFill>
                <a:effectLst/>
              </a:rPr>
              <a:t>(){ </a:t>
            </a:r>
            <a:r>
              <a:rPr lang="en-US" sz="2000">
                <a:solidFill>
                  <a:schemeClr val="bg1">
                    <a:lumMod val="50000"/>
                  </a:schemeClr>
                </a:solidFill>
                <a:effectLst/>
              </a:rPr>
              <a:t>/*…*/ </a:t>
            </a:r>
            <a:r>
              <a:rPr lang="en-US" sz="2000">
                <a:solidFill>
                  <a:srgbClr val="080808"/>
                </a:solidFill>
                <a:effectLst/>
              </a:rPr>
              <a:t>}</a:t>
            </a:r>
            <a:br>
              <a:rPr lang="en-US" sz="2000">
                <a:solidFill>
                  <a:srgbClr val="080808"/>
                </a:solidFill>
                <a:effectLst/>
              </a:rPr>
            </a:br>
            <a:r>
              <a:rPr lang="en-US" sz="2000">
                <a:solidFill>
                  <a:srgbClr val="080808"/>
                </a:solidFill>
                <a:effectLst/>
              </a:rPr>
              <a:t>}</a:t>
            </a:r>
          </a:p>
        </p:txBody>
      </p:sp>
      <p:sp>
        <p:nvSpPr>
          <p:cNvPr id="9" name="TextBox 8">
            <a:extLst>
              <a:ext uri="{FF2B5EF4-FFF2-40B4-BE49-F238E27FC236}">
                <a16:creationId xmlns:a16="http://schemas.microsoft.com/office/drawing/2014/main" id="{5122A5DF-B258-E4C9-33C3-1A9D8BE37F19}"/>
              </a:ext>
            </a:extLst>
          </p:cNvPr>
          <p:cNvSpPr txBox="1"/>
          <p:nvPr/>
        </p:nvSpPr>
        <p:spPr>
          <a:xfrm>
            <a:off x="8235696" y="4782818"/>
            <a:ext cx="6096000" cy="400110"/>
          </a:xfrm>
          <a:prstGeom prst="rect">
            <a:avLst/>
          </a:prstGeom>
          <a:noFill/>
        </p:spPr>
        <p:txBody>
          <a:bodyPr wrap="square">
            <a:spAutoFit/>
          </a:bodyPr>
          <a:lstStyle/>
          <a:p>
            <a:r>
              <a:rPr lang="en-US" sz="2000">
                <a:solidFill>
                  <a:srgbClr val="0033B3"/>
                </a:solidFill>
                <a:effectLst/>
              </a:rPr>
              <a:t>interface </a:t>
            </a:r>
            <a:r>
              <a:rPr lang="en-US" sz="2000" err="1">
                <a:solidFill>
                  <a:srgbClr val="000000"/>
                </a:solidFill>
                <a:effectLst/>
              </a:rPr>
              <a:t>MusicRepository</a:t>
            </a:r>
            <a:r>
              <a:rPr lang="en-US" sz="2000">
                <a:solidFill>
                  <a:srgbClr val="080808"/>
                </a:solidFill>
                <a:effectLst/>
              </a:rPr>
              <a:t>{</a:t>
            </a:r>
            <a:r>
              <a:rPr lang="en-US" sz="2000" i="1">
                <a:solidFill>
                  <a:srgbClr val="8C8C8C"/>
                </a:solidFill>
                <a:effectLst/>
              </a:rPr>
              <a:t>/*...*/</a:t>
            </a:r>
            <a:r>
              <a:rPr lang="en-US" sz="2000">
                <a:solidFill>
                  <a:srgbClr val="080808"/>
                </a:solidFill>
                <a:effectLst/>
              </a:rPr>
              <a:t>}</a:t>
            </a:r>
          </a:p>
        </p:txBody>
      </p:sp>
      <p:sp>
        <p:nvSpPr>
          <p:cNvPr id="4" name="Slide Number Placeholder 3">
            <a:extLst>
              <a:ext uri="{FF2B5EF4-FFF2-40B4-BE49-F238E27FC236}">
                <a16:creationId xmlns:a16="http://schemas.microsoft.com/office/drawing/2014/main" id="{2E5664D0-65A8-007B-2813-BAB77E6D0826}"/>
              </a:ext>
            </a:extLst>
          </p:cNvPr>
          <p:cNvSpPr>
            <a:spLocks noGrp="1"/>
          </p:cNvSpPr>
          <p:nvPr>
            <p:ph type="sldNum" sz="quarter" idx="12"/>
          </p:nvPr>
        </p:nvSpPr>
        <p:spPr/>
        <p:txBody>
          <a:bodyPr/>
          <a:lstStyle/>
          <a:p>
            <a:fld id="{330EA680-D336-4FF7-8B7A-9848BB0A1C32}" type="slidenum">
              <a:rPr lang="en-US" smtClean="0"/>
              <a:t>74</a:t>
            </a:fld>
            <a:endParaRPr lang="en-US"/>
          </a:p>
        </p:txBody>
      </p:sp>
    </p:spTree>
    <p:extLst>
      <p:ext uri="{BB962C8B-B14F-4D97-AF65-F5344CB8AC3E}">
        <p14:creationId xmlns:p14="http://schemas.microsoft.com/office/powerpoint/2010/main" val="7167878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Freeform: Shape 21">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Freeform: Shape 23">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4F1CD0E-1793-EAE2-F56F-9B974065E4D5}"/>
              </a:ext>
            </a:extLst>
          </p:cNvPr>
          <p:cNvSpPr>
            <a:spLocks noGrp="1"/>
          </p:cNvSpPr>
          <p:nvPr>
            <p:ph type="title"/>
          </p:nvPr>
        </p:nvSpPr>
        <p:spPr>
          <a:xfrm>
            <a:off x="838200" y="253397"/>
            <a:ext cx="10515600" cy="1273233"/>
          </a:xfrm>
        </p:spPr>
        <p:txBody>
          <a:bodyPr vert="horz" lIns="91440" tIns="45720" rIns="91440" bIns="45720" rtlCol="0" anchor="ctr">
            <a:normAutofit/>
          </a:bodyPr>
          <a:lstStyle/>
          <a:p>
            <a:r>
              <a:rPr lang="en-US" sz="4000" kern="1200">
                <a:solidFill>
                  <a:schemeClr val="tx1"/>
                </a:solidFill>
                <a:latin typeface="+mj-lt"/>
                <a:ea typeface="+mj-ea"/>
                <a:cs typeface="+mj-cs"/>
              </a:rPr>
              <a:t>Manual DI</a:t>
            </a:r>
          </a:p>
        </p:txBody>
      </p:sp>
      <p:sp>
        <p:nvSpPr>
          <p:cNvPr id="26" name="Rectangle 25">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Rectangle 2">
            <a:extLst>
              <a:ext uri="{FF2B5EF4-FFF2-40B4-BE49-F238E27FC236}">
                <a16:creationId xmlns:a16="http://schemas.microsoft.com/office/drawing/2014/main" id="{96391131-835D-39F3-6935-7B2272794243}"/>
              </a:ext>
            </a:extLst>
          </p:cNvPr>
          <p:cNvSpPr/>
          <p:nvPr/>
        </p:nvSpPr>
        <p:spPr>
          <a:xfrm>
            <a:off x="1066799" y="2861732"/>
            <a:ext cx="5300134" cy="1219825"/>
          </a:xfrm>
          <a:custGeom>
            <a:avLst/>
            <a:gdLst>
              <a:gd name="connsiteX0" fmla="*/ 0 w 5300134"/>
              <a:gd name="connsiteY0" fmla="*/ 0 h 1219825"/>
              <a:gd name="connsiteX1" fmla="*/ 609515 w 5300134"/>
              <a:gd name="connsiteY1" fmla="*/ 0 h 1219825"/>
              <a:gd name="connsiteX2" fmla="*/ 1113028 w 5300134"/>
              <a:gd name="connsiteY2" fmla="*/ 0 h 1219825"/>
              <a:gd name="connsiteX3" fmla="*/ 1881548 w 5300134"/>
              <a:gd name="connsiteY3" fmla="*/ 0 h 1219825"/>
              <a:gd name="connsiteX4" fmla="*/ 2491063 w 5300134"/>
              <a:gd name="connsiteY4" fmla="*/ 0 h 1219825"/>
              <a:gd name="connsiteX5" fmla="*/ 3100578 w 5300134"/>
              <a:gd name="connsiteY5" fmla="*/ 0 h 1219825"/>
              <a:gd name="connsiteX6" fmla="*/ 3869098 w 5300134"/>
              <a:gd name="connsiteY6" fmla="*/ 0 h 1219825"/>
              <a:gd name="connsiteX7" fmla="*/ 4425612 w 5300134"/>
              <a:gd name="connsiteY7" fmla="*/ 0 h 1219825"/>
              <a:gd name="connsiteX8" fmla="*/ 5300134 w 5300134"/>
              <a:gd name="connsiteY8" fmla="*/ 0 h 1219825"/>
              <a:gd name="connsiteX9" fmla="*/ 5300134 w 5300134"/>
              <a:gd name="connsiteY9" fmla="*/ 634309 h 1219825"/>
              <a:gd name="connsiteX10" fmla="*/ 5300134 w 5300134"/>
              <a:gd name="connsiteY10" fmla="*/ 1219825 h 1219825"/>
              <a:gd name="connsiteX11" fmla="*/ 4637617 w 5300134"/>
              <a:gd name="connsiteY11" fmla="*/ 1219825 h 1219825"/>
              <a:gd name="connsiteX12" fmla="*/ 4028102 w 5300134"/>
              <a:gd name="connsiteY12" fmla="*/ 1219825 h 1219825"/>
              <a:gd name="connsiteX13" fmla="*/ 3259582 w 5300134"/>
              <a:gd name="connsiteY13" fmla="*/ 1219825 h 1219825"/>
              <a:gd name="connsiteX14" fmla="*/ 2491063 w 5300134"/>
              <a:gd name="connsiteY14" fmla="*/ 1219825 h 1219825"/>
              <a:gd name="connsiteX15" fmla="*/ 1934549 w 5300134"/>
              <a:gd name="connsiteY15" fmla="*/ 1219825 h 1219825"/>
              <a:gd name="connsiteX16" fmla="*/ 1272032 w 5300134"/>
              <a:gd name="connsiteY16" fmla="*/ 1219825 h 1219825"/>
              <a:gd name="connsiteX17" fmla="*/ 0 w 5300134"/>
              <a:gd name="connsiteY17" fmla="*/ 1219825 h 1219825"/>
              <a:gd name="connsiteX18" fmla="*/ 0 w 5300134"/>
              <a:gd name="connsiteY18" fmla="*/ 609913 h 1219825"/>
              <a:gd name="connsiteX19" fmla="*/ 0 w 5300134"/>
              <a:gd name="connsiteY19" fmla="*/ 0 h 1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00134" h="1219825" extrusionOk="0">
                <a:moveTo>
                  <a:pt x="0" y="0"/>
                </a:moveTo>
                <a:cubicBezTo>
                  <a:pt x="247472" y="-27533"/>
                  <a:pt x="379595" y="-28900"/>
                  <a:pt x="609515" y="0"/>
                </a:cubicBezTo>
                <a:cubicBezTo>
                  <a:pt x="839436" y="28900"/>
                  <a:pt x="871484" y="14594"/>
                  <a:pt x="1113028" y="0"/>
                </a:cubicBezTo>
                <a:cubicBezTo>
                  <a:pt x="1354572" y="-14594"/>
                  <a:pt x="1544765" y="-15105"/>
                  <a:pt x="1881548" y="0"/>
                </a:cubicBezTo>
                <a:cubicBezTo>
                  <a:pt x="2218331" y="15105"/>
                  <a:pt x="2270776" y="-7175"/>
                  <a:pt x="2491063" y="0"/>
                </a:cubicBezTo>
                <a:cubicBezTo>
                  <a:pt x="2711350" y="7175"/>
                  <a:pt x="2925373" y="15297"/>
                  <a:pt x="3100578" y="0"/>
                </a:cubicBezTo>
                <a:cubicBezTo>
                  <a:pt x="3275783" y="-15297"/>
                  <a:pt x="3526406" y="-6471"/>
                  <a:pt x="3869098" y="0"/>
                </a:cubicBezTo>
                <a:cubicBezTo>
                  <a:pt x="4211790" y="6471"/>
                  <a:pt x="4310122" y="1978"/>
                  <a:pt x="4425612" y="0"/>
                </a:cubicBezTo>
                <a:cubicBezTo>
                  <a:pt x="4541102" y="-1978"/>
                  <a:pt x="4989289" y="-20132"/>
                  <a:pt x="5300134" y="0"/>
                </a:cubicBezTo>
                <a:cubicBezTo>
                  <a:pt x="5283288" y="172059"/>
                  <a:pt x="5325856" y="403716"/>
                  <a:pt x="5300134" y="634309"/>
                </a:cubicBezTo>
                <a:cubicBezTo>
                  <a:pt x="5274412" y="864902"/>
                  <a:pt x="5327541" y="952508"/>
                  <a:pt x="5300134" y="1219825"/>
                </a:cubicBezTo>
                <a:cubicBezTo>
                  <a:pt x="5130609" y="1250318"/>
                  <a:pt x="4960221" y="1222321"/>
                  <a:pt x="4637617" y="1219825"/>
                </a:cubicBezTo>
                <a:cubicBezTo>
                  <a:pt x="4315013" y="1217329"/>
                  <a:pt x="4315314" y="1235199"/>
                  <a:pt x="4028102" y="1219825"/>
                </a:cubicBezTo>
                <a:cubicBezTo>
                  <a:pt x="3740890" y="1204451"/>
                  <a:pt x="3526534" y="1222095"/>
                  <a:pt x="3259582" y="1219825"/>
                </a:cubicBezTo>
                <a:cubicBezTo>
                  <a:pt x="2992630" y="1217555"/>
                  <a:pt x="2808696" y="1244864"/>
                  <a:pt x="2491063" y="1219825"/>
                </a:cubicBezTo>
                <a:cubicBezTo>
                  <a:pt x="2173430" y="1194786"/>
                  <a:pt x="2074806" y="1223737"/>
                  <a:pt x="1934549" y="1219825"/>
                </a:cubicBezTo>
                <a:cubicBezTo>
                  <a:pt x="1794292" y="1215913"/>
                  <a:pt x="1416835" y="1201843"/>
                  <a:pt x="1272032" y="1219825"/>
                </a:cubicBezTo>
                <a:cubicBezTo>
                  <a:pt x="1127229" y="1237807"/>
                  <a:pt x="519348" y="1268217"/>
                  <a:pt x="0" y="1219825"/>
                </a:cubicBezTo>
                <a:cubicBezTo>
                  <a:pt x="3586" y="975181"/>
                  <a:pt x="30064" y="898963"/>
                  <a:pt x="0" y="609913"/>
                </a:cubicBezTo>
                <a:cubicBezTo>
                  <a:pt x="-30064" y="320863"/>
                  <a:pt x="-17155" y="171853"/>
                  <a:pt x="0" y="0"/>
                </a:cubicBezTo>
                <a:close/>
              </a:path>
            </a:pathLst>
          </a:custGeom>
          <a:noFill/>
          <a:ln>
            <a:solidFill>
              <a:schemeClr val="accent2"/>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 name="TextBox 4">
            <a:extLst>
              <a:ext uri="{FF2B5EF4-FFF2-40B4-BE49-F238E27FC236}">
                <a16:creationId xmlns:a16="http://schemas.microsoft.com/office/drawing/2014/main" id="{9F73BA6D-F0DF-0AC7-EE92-3FBC45FD32C6}"/>
              </a:ext>
            </a:extLst>
          </p:cNvPr>
          <p:cNvSpPr txBox="1"/>
          <p:nvPr/>
        </p:nvSpPr>
        <p:spPr>
          <a:xfrm>
            <a:off x="855133" y="2393371"/>
            <a:ext cx="6570132" cy="3376374"/>
          </a:xfrm>
          <a:prstGeom prst="rect">
            <a:avLst/>
          </a:prstGeom>
          <a:noFill/>
        </p:spPr>
        <p:txBody>
          <a:bodyPr wrap="square">
            <a:spAutoFit/>
          </a:bodyPr>
          <a:lstStyle/>
          <a:p>
            <a:pPr>
              <a:lnSpc>
                <a:spcPct val="150000"/>
              </a:lnSpc>
            </a:pPr>
            <a:r>
              <a:rPr lang="en-US">
                <a:solidFill>
                  <a:srgbClr val="0033B3"/>
                </a:solidFill>
                <a:effectLst/>
              </a:rPr>
              <a:t>class </a:t>
            </a:r>
            <a:r>
              <a:rPr lang="en-US" err="1">
                <a:solidFill>
                  <a:srgbClr val="000000"/>
                </a:solidFill>
                <a:effectLst/>
              </a:rPr>
              <a:t>MainActivityContainer</a:t>
            </a:r>
            <a:r>
              <a:rPr lang="en-US">
                <a:solidFill>
                  <a:srgbClr val="000000"/>
                </a:solidFill>
                <a:effectLst/>
              </a:rPr>
              <a:t> </a:t>
            </a:r>
            <a:r>
              <a:rPr lang="en-US">
                <a:solidFill>
                  <a:srgbClr val="080808"/>
                </a:solidFill>
                <a:effectLst/>
              </a:rPr>
              <a:t>{</a:t>
            </a:r>
            <a:br>
              <a:rPr lang="en-US">
                <a:solidFill>
                  <a:srgbClr val="080808"/>
                </a:solidFill>
                <a:effectLst/>
              </a:rPr>
            </a:br>
            <a:r>
              <a:rPr lang="en-US">
                <a:solidFill>
                  <a:srgbClr val="080808"/>
                </a:solidFill>
                <a:effectLst/>
              </a:rPr>
              <a:t>    </a:t>
            </a:r>
            <a:r>
              <a:rPr lang="en-US">
                <a:solidFill>
                  <a:srgbClr val="0033B3"/>
                </a:solidFill>
                <a:effectLst/>
              </a:rPr>
              <a:t>fun </a:t>
            </a:r>
            <a:r>
              <a:rPr lang="en-US" err="1">
                <a:solidFill>
                  <a:srgbClr val="00627A"/>
                </a:solidFill>
                <a:effectLst/>
              </a:rPr>
              <a:t>provideMusicRepository</a:t>
            </a:r>
            <a:r>
              <a:rPr lang="en-US">
                <a:solidFill>
                  <a:srgbClr val="080808"/>
                </a:solidFill>
                <a:effectLst/>
              </a:rPr>
              <a:t>(): </a:t>
            </a:r>
            <a:r>
              <a:rPr lang="en-US" err="1">
                <a:solidFill>
                  <a:srgbClr val="000000"/>
                </a:solidFill>
                <a:effectLst/>
              </a:rPr>
              <a:t>MusicRepository</a:t>
            </a:r>
            <a:r>
              <a:rPr lang="en-US">
                <a:solidFill>
                  <a:srgbClr val="000000"/>
                </a:solidFill>
                <a:effectLst/>
              </a:rPr>
              <a:t> </a:t>
            </a:r>
            <a:r>
              <a:rPr lang="en-US">
                <a:solidFill>
                  <a:srgbClr val="080808"/>
                </a:solidFill>
                <a:effectLst/>
              </a:rPr>
              <a:t>{</a:t>
            </a:r>
            <a:br>
              <a:rPr lang="en-US">
                <a:solidFill>
                  <a:srgbClr val="080808"/>
                </a:solidFill>
                <a:effectLst/>
              </a:rPr>
            </a:br>
            <a:r>
              <a:rPr lang="en-US">
                <a:solidFill>
                  <a:srgbClr val="080808"/>
                </a:solidFill>
                <a:effectLst/>
              </a:rPr>
              <a:t>        </a:t>
            </a:r>
            <a:r>
              <a:rPr lang="en-US">
                <a:solidFill>
                  <a:srgbClr val="0033B3"/>
                </a:solidFill>
                <a:effectLst/>
              </a:rPr>
              <a:t>return </a:t>
            </a:r>
            <a:r>
              <a:rPr lang="en-US" err="1">
                <a:solidFill>
                  <a:srgbClr val="080808"/>
                </a:solidFill>
                <a:effectLst/>
              </a:rPr>
              <a:t>MusicRepositoryImpl</a:t>
            </a:r>
            <a:r>
              <a:rPr lang="en-US">
                <a:solidFill>
                  <a:srgbClr val="080808"/>
                </a:solidFill>
                <a:effectLst/>
              </a:rPr>
              <a:t>()</a:t>
            </a:r>
            <a:br>
              <a:rPr lang="en-US">
                <a:solidFill>
                  <a:srgbClr val="080808"/>
                </a:solidFill>
                <a:effectLst/>
              </a:rPr>
            </a:br>
            <a:r>
              <a:rPr lang="en-US">
                <a:solidFill>
                  <a:srgbClr val="080808"/>
                </a:solidFill>
                <a:effectLst/>
              </a:rPr>
              <a:t>    }</a:t>
            </a:r>
            <a:br>
              <a:rPr lang="en-US">
                <a:solidFill>
                  <a:srgbClr val="080808"/>
                </a:solidFill>
                <a:effectLst/>
              </a:rPr>
            </a:br>
            <a:r>
              <a:rPr lang="en-US">
                <a:solidFill>
                  <a:srgbClr val="080808"/>
                </a:solidFill>
                <a:effectLst/>
              </a:rPr>
              <a:t>    </a:t>
            </a:r>
            <a:r>
              <a:rPr lang="en-US">
                <a:solidFill>
                  <a:srgbClr val="0033B3"/>
                </a:solidFill>
                <a:effectLst/>
              </a:rPr>
              <a:t>fun </a:t>
            </a:r>
            <a:r>
              <a:rPr lang="en-US" err="1">
                <a:solidFill>
                  <a:srgbClr val="00627A"/>
                </a:solidFill>
                <a:effectLst/>
              </a:rPr>
              <a:t>provideMusicPlayer</a:t>
            </a:r>
            <a:r>
              <a:rPr lang="en-US">
                <a:solidFill>
                  <a:srgbClr val="080808"/>
                </a:solidFill>
                <a:effectLst/>
              </a:rPr>
              <a:t>() =  </a:t>
            </a:r>
            <a:r>
              <a:rPr lang="en-US" err="1">
                <a:solidFill>
                  <a:srgbClr val="080808"/>
                </a:solidFill>
                <a:effectLst/>
              </a:rPr>
              <a:t>MusicPlayer</a:t>
            </a:r>
            <a:r>
              <a:rPr lang="en-US">
                <a:solidFill>
                  <a:srgbClr val="080808"/>
                </a:solidFill>
                <a:effectLst/>
              </a:rPr>
              <a:t>(</a:t>
            </a:r>
            <a:br>
              <a:rPr lang="en-US">
                <a:solidFill>
                  <a:srgbClr val="080808"/>
                </a:solidFill>
                <a:effectLst/>
              </a:rPr>
            </a:br>
            <a:r>
              <a:rPr lang="en-US">
                <a:solidFill>
                  <a:srgbClr val="080808"/>
                </a:solidFill>
                <a:effectLst/>
              </a:rPr>
              <a:t>        </a:t>
            </a:r>
            <a:r>
              <a:rPr lang="en-US" err="1">
                <a:solidFill>
                  <a:srgbClr val="080808"/>
                </a:solidFill>
                <a:effectLst/>
              </a:rPr>
              <a:t>provideMusicRepository</a:t>
            </a:r>
            <a:r>
              <a:rPr lang="en-US">
                <a:solidFill>
                  <a:srgbClr val="080808"/>
                </a:solidFill>
                <a:effectLst/>
              </a:rPr>
              <a:t>()</a:t>
            </a:r>
            <a:br>
              <a:rPr lang="en-US">
                <a:solidFill>
                  <a:srgbClr val="080808"/>
                </a:solidFill>
                <a:effectLst/>
              </a:rPr>
            </a:br>
            <a:r>
              <a:rPr lang="en-US">
                <a:solidFill>
                  <a:srgbClr val="080808"/>
                </a:solidFill>
                <a:effectLst/>
              </a:rPr>
              <a:t>    )</a:t>
            </a:r>
            <a:br>
              <a:rPr lang="en-US">
                <a:solidFill>
                  <a:srgbClr val="080808"/>
                </a:solidFill>
                <a:effectLst/>
              </a:rPr>
            </a:br>
            <a:r>
              <a:rPr lang="en-US">
                <a:solidFill>
                  <a:srgbClr val="080808"/>
                </a:solidFill>
                <a:effectLst/>
              </a:rPr>
              <a:t>}</a:t>
            </a:r>
          </a:p>
        </p:txBody>
      </p:sp>
      <p:sp>
        <p:nvSpPr>
          <p:cNvPr id="4" name="Slide Number Placeholder 3">
            <a:extLst>
              <a:ext uri="{FF2B5EF4-FFF2-40B4-BE49-F238E27FC236}">
                <a16:creationId xmlns:a16="http://schemas.microsoft.com/office/drawing/2014/main" id="{480E801F-543C-8EC7-74D0-B149217283C7}"/>
              </a:ext>
            </a:extLst>
          </p:cNvPr>
          <p:cNvSpPr>
            <a:spLocks noGrp="1"/>
          </p:cNvSpPr>
          <p:nvPr>
            <p:ph type="sldNum" sz="quarter" idx="12"/>
          </p:nvPr>
        </p:nvSpPr>
        <p:spPr/>
        <p:txBody>
          <a:bodyPr/>
          <a:lstStyle/>
          <a:p>
            <a:fld id="{330EA680-D336-4FF7-8B7A-9848BB0A1C32}" type="slidenum">
              <a:rPr lang="en-US" smtClean="0"/>
              <a:t>75</a:t>
            </a:fld>
            <a:endParaRPr lang="en-US"/>
          </a:p>
        </p:txBody>
      </p:sp>
    </p:spTree>
    <p:extLst>
      <p:ext uri="{BB962C8B-B14F-4D97-AF65-F5344CB8AC3E}">
        <p14:creationId xmlns:p14="http://schemas.microsoft.com/office/powerpoint/2010/main" val="26026997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E00930-A189-AD9F-95ED-9729BC71854B}"/>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E2F01D3-7E8A-98B5-642D-AE5DC5A04E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8A82C739-AE38-40DB-EC4C-A72F04FE9D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D7129F3-C741-AA71-3C23-1258A7141283}"/>
              </a:ext>
            </a:extLst>
          </p:cNvPr>
          <p:cNvSpPr>
            <a:spLocks noGrp="1"/>
          </p:cNvSpPr>
          <p:nvPr>
            <p:ph type="title"/>
          </p:nvPr>
        </p:nvSpPr>
        <p:spPr>
          <a:xfrm>
            <a:off x="1045029" y="507160"/>
            <a:ext cx="2993571" cy="5438730"/>
          </a:xfrm>
        </p:spPr>
        <p:txBody>
          <a:bodyPr vert="horz" lIns="91440" tIns="45720" rIns="91440" bIns="45720" rtlCol="0">
            <a:normAutofit/>
          </a:bodyPr>
          <a:lstStyle/>
          <a:p>
            <a:r>
              <a:rPr lang="en-US" sz="3200" kern="1200">
                <a:latin typeface="+mj-lt"/>
                <a:ea typeface="+mj-ea"/>
                <a:cs typeface="+mj-cs"/>
              </a:rPr>
              <a:t>Create a Hilt module that provides a dependency for DataRepository</a:t>
            </a:r>
          </a:p>
        </p:txBody>
      </p:sp>
      <p:sp>
        <p:nvSpPr>
          <p:cNvPr id="25" name="Rectangle 24">
            <a:extLst>
              <a:ext uri="{FF2B5EF4-FFF2-40B4-BE49-F238E27FC236}">
                <a16:creationId xmlns:a16="http://schemas.microsoft.com/office/drawing/2014/main" id="{745B614F-7BB3-55D2-70C3-CA9162455F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287448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Rectangle 2">
            <a:extLst>
              <a:ext uri="{FF2B5EF4-FFF2-40B4-BE49-F238E27FC236}">
                <a16:creationId xmlns:a16="http://schemas.microsoft.com/office/drawing/2014/main" id="{97EDCDC5-7E99-6863-B072-CA689D412B66}"/>
              </a:ext>
            </a:extLst>
          </p:cNvPr>
          <p:cNvSpPr/>
          <p:nvPr/>
        </p:nvSpPr>
        <p:spPr>
          <a:xfrm>
            <a:off x="0" y="7806266"/>
            <a:ext cx="5300134" cy="1219825"/>
          </a:xfrm>
          <a:custGeom>
            <a:avLst/>
            <a:gdLst>
              <a:gd name="connsiteX0" fmla="*/ 0 w 5300134"/>
              <a:gd name="connsiteY0" fmla="*/ 0 h 1219825"/>
              <a:gd name="connsiteX1" fmla="*/ 609515 w 5300134"/>
              <a:gd name="connsiteY1" fmla="*/ 0 h 1219825"/>
              <a:gd name="connsiteX2" fmla="*/ 1113028 w 5300134"/>
              <a:gd name="connsiteY2" fmla="*/ 0 h 1219825"/>
              <a:gd name="connsiteX3" fmla="*/ 1881548 w 5300134"/>
              <a:gd name="connsiteY3" fmla="*/ 0 h 1219825"/>
              <a:gd name="connsiteX4" fmla="*/ 2491063 w 5300134"/>
              <a:gd name="connsiteY4" fmla="*/ 0 h 1219825"/>
              <a:gd name="connsiteX5" fmla="*/ 3100578 w 5300134"/>
              <a:gd name="connsiteY5" fmla="*/ 0 h 1219825"/>
              <a:gd name="connsiteX6" fmla="*/ 3869098 w 5300134"/>
              <a:gd name="connsiteY6" fmla="*/ 0 h 1219825"/>
              <a:gd name="connsiteX7" fmla="*/ 4425612 w 5300134"/>
              <a:gd name="connsiteY7" fmla="*/ 0 h 1219825"/>
              <a:gd name="connsiteX8" fmla="*/ 5300134 w 5300134"/>
              <a:gd name="connsiteY8" fmla="*/ 0 h 1219825"/>
              <a:gd name="connsiteX9" fmla="*/ 5300134 w 5300134"/>
              <a:gd name="connsiteY9" fmla="*/ 634309 h 1219825"/>
              <a:gd name="connsiteX10" fmla="*/ 5300134 w 5300134"/>
              <a:gd name="connsiteY10" fmla="*/ 1219825 h 1219825"/>
              <a:gd name="connsiteX11" fmla="*/ 4637617 w 5300134"/>
              <a:gd name="connsiteY11" fmla="*/ 1219825 h 1219825"/>
              <a:gd name="connsiteX12" fmla="*/ 4028102 w 5300134"/>
              <a:gd name="connsiteY12" fmla="*/ 1219825 h 1219825"/>
              <a:gd name="connsiteX13" fmla="*/ 3259582 w 5300134"/>
              <a:gd name="connsiteY13" fmla="*/ 1219825 h 1219825"/>
              <a:gd name="connsiteX14" fmla="*/ 2491063 w 5300134"/>
              <a:gd name="connsiteY14" fmla="*/ 1219825 h 1219825"/>
              <a:gd name="connsiteX15" fmla="*/ 1934549 w 5300134"/>
              <a:gd name="connsiteY15" fmla="*/ 1219825 h 1219825"/>
              <a:gd name="connsiteX16" fmla="*/ 1272032 w 5300134"/>
              <a:gd name="connsiteY16" fmla="*/ 1219825 h 1219825"/>
              <a:gd name="connsiteX17" fmla="*/ 0 w 5300134"/>
              <a:gd name="connsiteY17" fmla="*/ 1219825 h 1219825"/>
              <a:gd name="connsiteX18" fmla="*/ 0 w 5300134"/>
              <a:gd name="connsiteY18" fmla="*/ 609913 h 1219825"/>
              <a:gd name="connsiteX19" fmla="*/ 0 w 5300134"/>
              <a:gd name="connsiteY19" fmla="*/ 0 h 1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00134" h="1219825" extrusionOk="0">
                <a:moveTo>
                  <a:pt x="0" y="0"/>
                </a:moveTo>
                <a:cubicBezTo>
                  <a:pt x="247472" y="-27533"/>
                  <a:pt x="379595" y="-28900"/>
                  <a:pt x="609515" y="0"/>
                </a:cubicBezTo>
                <a:cubicBezTo>
                  <a:pt x="839436" y="28900"/>
                  <a:pt x="871484" y="14594"/>
                  <a:pt x="1113028" y="0"/>
                </a:cubicBezTo>
                <a:cubicBezTo>
                  <a:pt x="1354572" y="-14594"/>
                  <a:pt x="1544765" y="-15105"/>
                  <a:pt x="1881548" y="0"/>
                </a:cubicBezTo>
                <a:cubicBezTo>
                  <a:pt x="2218331" y="15105"/>
                  <a:pt x="2270776" y="-7175"/>
                  <a:pt x="2491063" y="0"/>
                </a:cubicBezTo>
                <a:cubicBezTo>
                  <a:pt x="2711350" y="7175"/>
                  <a:pt x="2925373" y="15297"/>
                  <a:pt x="3100578" y="0"/>
                </a:cubicBezTo>
                <a:cubicBezTo>
                  <a:pt x="3275783" y="-15297"/>
                  <a:pt x="3526406" y="-6471"/>
                  <a:pt x="3869098" y="0"/>
                </a:cubicBezTo>
                <a:cubicBezTo>
                  <a:pt x="4211790" y="6471"/>
                  <a:pt x="4310122" y="1978"/>
                  <a:pt x="4425612" y="0"/>
                </a:cubicBezTo>
                <a:cubicBezTo>
                  <a:pt x="4541102" y="-1978"/>
                  <a:pt x="4989289" y="-20132"/>
                  <a:pt x="5300134" y="0"/>
                </a:cubicBezTo>
                <a:cubicBezTo>
                  <a:pt x="5283288" y="172059"/>
                  <a:pt x="5325856" y="403716"/>
                  <a:pt x="5300134" y="634309"/>
                </a:cubicBezTo>
                <a:cubicBezTo>
                  <a:pt x="5274412" y="864902"/>
                  <a:pt x="5327541" y="952508"/>
                  <a:pt x="5300134" y="1219825"/>
                </a:cubicBezTo>
                <a:cubicBezTo>
                  <a:pt x="5130609" y="1250318"/>
                  <a:pt x="4960221" y="1222321"/>
                  <a:pt x="4637617" y="1219825"/>
                </a:cubicBezTo>
                <a:cubicBezTo>
                  <a:pt x="4315013" y="1217329"/>
                  <a:pt x="4315314" y="1235199"/>
                  <a:pt x="4028102" y="1219825"/>
                </a:cubicBezTo>
                <a:cubicBezTo>
                  <a:pt x="3740890" y="1204451"/>
                  <a:pt x="3526534" y="1222095"/>
                  <a:pt x="3259582" y="1219825"/>
                </a:cubicBezTo>
                <a:cubicBezTo>
                  <a:pt x="2992630" y="1217555"/>
                  <a:pt x="2808696" y="1244864"/>
                  <a:pt x="2491063" y="1219825"/>
                </a:cubicBezTo>
                <a:cubicBezTo>
                  <a:pt x="2173430" y="1194786"/>
                  <a:pt x="2074806" y="1223737"/>
                  <a:pt x="1934549" y="1219825"/>
                </a:cubicBezTo>
                <a:cubicBezTo>
                  <a:pt x="1794292" y="1215913"/>
                  <a:pt x="1416835" y="1201843"/>
                  <a:pt x="1272032" y="1219825"/>
                </a:cubicBezTo>
                <a:cubicBezTo>
                  <a:pt x="1127229" y="1237807"/>
                  <a:pt x="519348" y="1268217"/>
                  <a:pt x="0" y="1219825"/>
                </a:cubicBezTo>
                <a:cubicBezTo>
                  <a:pt x="3586" y="975181"/>
                  <a:pt x="30064" y="898963"/>
                  <a:pt x="0" y="609913"/>
                </a:cubicBezTo>
                <a:cubicBezTo>
                  <a:pt x="-30064" y="320863"/>
                  <a:pt x="-17155" y="171853"/>
                  <a:pt x="0" y="0"/>
                </a:cubicBezTo>
                <a:close/>
              </a:path>
            </a:pathLst>
          </a:custGeom>
          <a:noFill/>
          <a:ln>
            <a:solidFill>
              <a:schemeClr val="accent2"/>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graphicFrame>
        <p:nvGraphicFramePr>
          <p:cNvPr id="7" name="Diagram 6">
            <a:extLst>
              <a:ext uri="{FF2B5EF4-FFF2-40B4-BE49-F238E27FC236}">
                <a16:creationId xmlns:a16="http://schemas.microsoft.com/office/drawing/2014/main" id="{2F8C098B-B32B-76BA-13F0-338BF1E9459B}"/>
              </a:ext>
            </a:extLst>
          </p:cNvPr>
          <p:cNvGraphicFramePr/>
          <p:nvPr/>
        </p:nvGraphicFramePr>
        <p:xfrm>
          <a:off x="4526280" y="512064"/>
          <a:ext cx="6830568" cy="544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1CBDB0A5-74EB-AD51-D094-28ECA68E6913}"/>
              </a:ext>
            </a:extLst>
          </p:cNvPr>
          <p:cNvSpPr>
            <a:spLocks noGrp="1"/>
          </p:cNvSpPr>
          <p:nvPr>
            <p:ph type="sldNum" sz="quarter" idx="12"/>
          </p:nvPr>
        </p:nvSpPr>
        <p:spPr/>
        <p:txBody>
          <a:bodyPr/>
          <a:lstStyle/>
          <a:p>
            <a:fld id="{330EA680-D336-4FF7-8B7A-9848BB0A1C32}" type="slidenum">
              <a:rPr lang="en-US" smtClean="0"/>
              <a:t>76</a:t>
            </a:fld>
            <a:endParaRPr lang="en-US"/>
          </a:p>
        </p:txBody>
      </p:sp>
    </p:spTree>
    <p:extLst>
      <p:ext uri="{BB962C8B-B14F-4D97-AF65-F5344CB8AC3E}">
        <p14:creationId xmlns:p14="http://schemas.microsoft.com/office/powerpoint/2010/main" val="10738490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0C383D-0AA2-7A80-5FE6-D50D60E35D56}"/>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720F078-CFFA-C01C-F978-4011C42B3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6DCABA42-5E4B-542A-078C-CFC834F708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D7324B5C-B36A-F779-466A-AB9FF4D047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9BEF59-1BCB-1596-5A87-2E0F26363F2F}"/>
              </a:ext>
            </a:extLst>
          </p:cNvPr>
          <p:cNvSpPr>
            <a:spLocks noGrp="1"/>
          </p:cNvSpPr>
          <p:nvPr>
            <p:ph type="title"/>
          </p:nvPr>
        </p:nvSpPr>
        <p:spPr>
          <a:xfrm>
            <a:off x="477981" y="575859"/>
            <a:ext cx="3145752" cy="1792688"/>
          </a:xfrm>
        </p:spPr>
        <p:txBody>
          <a:bodyPr vert="horz" lIns="91440" tIns="45720" rIns="91440" bIns="45720" rtlCol="0" anchor="b">
            <a:normAutofit/>
          </a:bodyPr>
          <a:lstStyle/>
          <a:p>
            <a:r>
              <a:rPr lang="en-US" sz="2800" kern="1200">
                <a:solidFill>
                  <a:schemeClr val="tx1"/>
                </a:solidFill>
                <a:latin typeface="+mj-lt"/>
                <a:ea typeface="+mj-ea"/>
                <a:cs typeface="+mj-cs"/>
              </a:rPr>
              <a:t>Create a Hilt module that provides a dependency for </a:t>
            </a:r>
            <a:r>
              <a:rPr lang="en-US" sz="2800" kern="1200" err="1">
                <a:solidFill>
                  <a:schemeClr val="tx1"/>
                </a:solidFill>
                <a:latin typeface="+mj-lt"/>
                <a:ea typeface="+mj-ea"/>
                <a:cs typeface="+mj-cs"/>
              </a:rPr>
              <a:t>DataRepository</a:t>
            </a:r>
            <a:endParaRPr lang="en-US" sz="2800" kern="1200">
              <a:solidFill>
                <a:schemeClr val="tx1"/>
              </a:solidFill>
              <a:latin typeface="+mj-lt"/>
              <a:ea typeface="+mj-ea"/>
              <a:cs typeface="+mj-cs"/>
            </a:endParaRPr>
          </a:p>
        </p:txBody>
      </p:sp>
      <p:sp>
        <p:nvSpPr>
          <p:cNvPr id="19" name="Rectangle 18">
            <a:extLst>
              <a:ext uri="{FF2B5EF4-FFF2-40B4-BE49-F238E27FC236}">
                <a16:creationId xmlns:a16="http://schemas.microsoft.com/office/drawing/2014/main" id="{68DEDFA8-33B9-8BD2-9BAD-3E97DE4C73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848B1985-232D-1643-1650-0EB929389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402DD720-A04B-29CC-E34E-43EFE800AFF5}"/>
              </a:ext>
            </a:extLst>
          </p:cNvPr>
          <p:cNvSpPr txBox="1"/>
          <p:nvPr/>
        </p:nvSpPr>
        <p:spPr>
          <a:xfrm>
            <a:off x="5043627" y="497938"/>
            <a:ext cx="6535345" cy="3741217"/>
          </a:xfrm>
          <a:prstGeom prst="rect">
            <a:avLst/>
          </a:prstGeom>
          <a:noFill/>
        </p:spPr>
        <p:txBody>
          <a:bodyPr wrap="square">
            <a:spAutoFit/>
          </a:bodyPr>
          <a:lstStyle/>
          <a:p>
            <a:pPr>
              <a:lnSpc>
                <a:spcPct val="150000"/>
              </a:lnSpc>
            </a:pPr>
            <a:r>
              <a:rPr lang="en-US" sz="2000">
                <a:solidFill>
                  <a:srgbClr val="9E880D"/>
                </a:solidFill>
                <a:effectLst/>
              </a:rPr>
              <a:t>@Module</a:t>
            </a:r>
            <a:br>
              <a:rPr lang="en-US" sz="2000">
                <a:solidFill>
                  <a:srgbClr val="9E880D"/>
                </a:solidFill>
                <a:effectLst/>
              </a:rPr>
            </a:br>
            <a:r>
              <a:rPr lang="en-US" sz="2000">
                <a:solidFill>
                  <a:srgbClr val="9E880D"/>
                </a:solidFill>
                <a:effectLst/>
              </a:rPr>
              <a:t>@</a:t>
            </a:r>
            <a:r>
              <a:rPr lang="en-US" sz="2000" err="1">
                <a:solidFill>
                  <a:srgbClr val="9E880D"/>
                </a:solidFill>
                <a:effectLst/>
              </a:rPr>
              <a:t>InstallIn</a:t>
            </a:r>
            <a:r>
              <a:rPr lang="en-US" sz="2000">
                <a:solidFill>
                  <a:srgbClr val="080808"/>
                </a:solidFill>
                <a:effectLst/>
              </a:rPr>
              <a:t>(</a:t>
            </a:r>
            <a:r>
              <a:rPr lang="en-US" sz="2000" err="1">
                <a:solidFill>
                  <a:srgbClr val="000000"/>
                </a:solidFill>
                <a:effectLst/>
              </a:rPr>
              <a:t>SingletonComponent</a:t>
            </a:r>
            <a:r>
              <a:rPr lang="en-US" sz="2000">
                <a:solidFill>
                  <a:srgbClr val="080808"/>
                </a:solidFill>
                <a:effectLst/>
              </a:rPr>
              <a:t>::</a:t>
            </a:r>
            <a:r>
              <a:rPr lang="en-US" sz="2000">
                <a:solidFill>
                  <a:srgbClr val="0033B3"/>
                </a:solidFill>
                <a:effectLst/>
              </a:rPr>
              <a:t>class</a:t>
            </a:r>
            <a:r>
              <a:rPr lang="en-US" sz="2000">
                <a:solidFill>
                  <a:srgbClr val="080808"/>
                </a:solidFill>
                <a:effectLst/>
              </a:rPr>
              <a:t>)</a:t>
            </a:r>
            <a:br>
              <a:rPr lang="en-US" sz="2000">
                <a:solidFill>
                  <a:srgbClr val="080808"/>
                </a:solidFill>
                <a:effectLst/>
              </a:rPr>
            </a:br>
            <a:r>
              <a:rPr lang="en-US" sz="2000">
                <a:solidFill>
                  <a:srgbClr val="0033B3"/>
                </a:solidFill>
                <a:effectLst/>
              </a:rPr>
              <a:t>object </a:t>
            </a:r>
            <a:r>
              <a:rPr lang="en-US" sz="2000" err="1">
                <a:solidFill>
                  <a:srgbClr val="000000"/>
                </a:solidFill>
                <a:effectLst/>
              </a:rPr>
              <a:t>ProgramRepositoryModule</a:t>
            </a:r>
            <a:r>
              <a:rPr lang="en-US" sz="2000">
                <a:solidFill>
                  <a:srgbClr val="000000"/>
                </a:solidFill>
                <a:effectLst/>
              </a:rPr>
              <a:t> </a:t>
            </a:r>
            <a:r>
              <a:rPr lang="en-US" sz="2000">
                <a:solidFill>
                  <a:srgbClr val="080808"/>
                </a:solidFill>
                <a:effectLst/>
              </a:rPr>
              <a:t>{</a:t>
            </a:r>
            <a:br>
              <a:rPr lang="en-US" sz="2000">
                <a:solidFill>
                  <a:srgbClr val="080808"/>
                </a:solidFill>
                <a:effectLst/>
              </a:rPr>
            </a:br>
            <a:r>
              <a:rPr lang="en-US" sz="2000">
                <a:solidFill>
                  <a:srgbClr val="080808"/>
                </a:solidFill>
                <a:effectLst/>
              </a:rPr>
              <a:t>    </a:t>
            </a:r>
            <a:r>
              <a:rPr lang="en-US" sz="2000">
                <a:solidFill>
                  <a:srgbClr val="9E880D"/>
                </a:solidFill>
                <a:effectLst/>
              </a:rPr>
              <a:t>@Provides</a:t>
            </a:r>
            <a:br>
              <a:rPr lang="en-US" sz="2000">
                <a:solidFill>
                  <a:srgbClr val="9E880D"/>
                </a:solidFill>
                <a:effectLst/>
              </a:rPr>
            </a:br>
            <a:r>
              <a:rPr lang="en-US" sz="2000">
                <a:solidFill>
                  <a:srgbClr val="9E880D"/>
                </a:solidFill>
                <a:effectLst/>
              </a:rPr>
              <a:t>    </a:t>
            </a:r>
            <a:r>
              <a:rPr lang="en-US" sz="2000">
                <a:solidFill>
                  <a:srgbClr val="0033B3"/>
                </a:solidFill>
                <a:effectLst/>
              </a:rPr>
              <a:t>fun </a:t>
            </a:r>
            <a:r>
              <a:rPr lang="en-US" sz="2000" err="1">
                <a:solidFill>
                  <a:srgbClr val="00627A"/>
                </a:solidFill>
                <a:effectLst/>
              </a:rPr>
              <a:t>provideProgramRepository</a:t>
            </a:r>
            <a:r>
              <a:rPr lang="en-US" sz="2000">
                <a:solidFill>
                  <a:srgbClr val="080808"/>
                </a:solidFill>
                <a:effectLst/>
              </a:rPr>
              <a:t>(): </a:t>
            </a:r>
            <a:r>
              <a:rPr lang="en-US" sz="2000" err="1">
                <a:solidFill>
                  <a:srgbClr val="000000"/>
                </a:solidFill>
                <a:effectLst/>
              </a:rPr>
              <a:t>ProgramRepository</a:t>
            </a:r>
            <a:r>
              <a:rPr lang="en-US" sz="2000">
                <a:solidFill>
                  <a:srgbClr val="000000"/>
                </a:solidFill>
                <a:effectLst/>
              </a:rPr>
              <a:t> </a:t>
            </a:r>
            <a:r>
              <a:rPr lang="en-US" sz="2000">
                <a:solidFill>
                  <a:srgbClr val="080808"/>
                </a:solidFill>
                <a:effectLst/>
              </a:rPr>
              <a:t>{</a:t>
            </a:r>
            <a:br>
              <a:rPr lang="en-US" sz="2000">
                <a:solidFill>
                  <a:srgbClr val="080808"/>
                </a:solidFill>
                <a:effectLst/>
              </a:rPr>
            </a:br>
            <a:r>
              <a:rPr lang="en-US" sz="2000">
                <a:solidFill>
                  <a:srgbClr val="080808"/>
                </a:solidFill>
                <a:effectLst/>
              </a:rPr>
              <a:t>        </a:t>
            </a:r>
            <a:r>
              <a:rPr lang="en-US" sz="2000">
                <a:solidFill>
                  <a:srgbClr val="0033B3"/>
                </a:solidFill>
                <a:effectLst/>
              </a:rPr>
              <a:t>return </a:t>
            </a:r>
            <a:r>
              <a:rPr lang="en-US" sz="2000" err="1">
                <a:solidFill>
                  <a:srgbClr val="080808"/>
                </a:solidFill>
                <a:effectLst/>
              </a:rPr>
              <a:t>ProgramRepositoryImpl</a:t>
            </a:r>
            <a:r>
              <a:rPr lang="en-US" sz="2000">
                <a:solidFill>
                  <a:srgbClr val="080808"/>
                </a:solidFill>
                <a:effectLst/>
              </a:rPr>
              <a:t>()</a:t>
            </a:r>
            <a:br>
              <a:rPr lang="en-US" sz="2000">
                <a:solidFill>
                  <a:srgbClr val="080808"/>
                </a:solidFill>
                <a:effectLst/>
              </a:rPr>
            </a:br>
            <a:r>
              <a:rPr lang="en-US" sz="2000">
                <a:solidFill>
                  <a:srgbClr val="080808"/>
                </a:solidFill>
                <a:effectLst/>
              </a:rPr>
              <a:t>    }</a:t>
            </a:r>
            <a:br>
              <a:rPr lang="en-US" sz="2000">
                <a:solidFill>
                  <a:srgbClr val="080808"/>
                </a:solidFill>
                <a:effectLst/>
              </a:rPr>
            </a:br>
            <a:r>
              <a:rPr lang="en-US" sz="2000">
                <a:solidFill>
                  <a:srgbClr val="080808"/>
                </a:solidFill>
                <a:effectLst/>
              </a:rPr>
              <a:t>}</a:t>
            </a:r>
          </a:p>
        </p:txBody>
      </p:sp>
      <p:sp>
        <p:nvSpPr>
          <p:cNvPr id="11" name="TextBox 10">
            <a:extLst>
              <a:ext uri="{FF2B5EF4-FFF2-40B4-BE49-F238E27FC236}">
                <a16:creationId xmlns:a16="http://schemas.microsoft.com/office/drawing/2014/main" id="{92F4507B-6626-0F4F-4052-33324FF14EAB}"/>
              </a:ext>
            </a:extLst>
          </p:cNvPr>
          <p:cNvSpPr txBox="1"/>
          <p:nvPr/>
        </p:nvSpPr>
        <p:spPr>
          <a:xfrm>
            <a:off x="238990" y="4271305"/>
            <a:ext cx="11714019" cy="2554545"/>
          </a:xfrm>
          <a:prstGeom prst="rect">
            <a:avLst/>
          </a:prstGeom>
          <a:noFill/>
        </p:spPr>
        <p:txBody>
          <a:bodyPr wrap="square">
            <a:spAutoFit/>
          </a:bodyPr>
          <a:lstStyle/>
          <a:p>
            <a:pPr marL="342900" indent="-342900">
              <a:buFont typeface="+mj-lt"/>
              <a:buAutoNum type="arabicPeriod"/>
            </a:pPr>
            <a:r>
              <a:rPr lang="en-US" sz="2000" b="1">
                <a:solidFill>
                  <a:srgbClr val="0070C0"/>
                </a:solidFill>
              </a:rPr>
              <a:t>@Module</a:t>
            </a:r>
            <a:r>
              <a:rPr lang="en-US" sz="2000"/>
              <a:t> annotation marks the class as a Hilt module. A module tells Hilt how to provide instances of certain types.</a:t>
            </a:r>
          </a:p>
          <a:p>
            <a:pPr marL="342900" indent="-342900">
              <a:buFont typeface="+mj-lt"/>
              <a:buAutoNum type="arabicPeriod"/>
            </a:pPr>
            <a:r>
              <a:rPr lang="en-US" sz="2000" b="1">
                <a:solidFill>
                  <a:srgbClr val="0070C0"/>
                </a:solidFill>
              </a:rPr>
              <a:t>@</a:t>
            </a:r>
            <a:r>
              <a:rPr lang="en-US" sz="2000" b="1" err="1">
                <a:solidFill>
                  <a:srgbClr val="0070C0"/>
                </a:solidFill>
              </a:rPr>
              <a:t>InstallIn</a:t>
            </a:r>
            <a:r>
              <a:rPr lang="en-US" sz="2000" b="1">
                <a:solidFill>
                  <a:srgbClr val="0070C0"/>
                </a:solidFill>
              </a:rPr>
              <a:t>(</a:t>
            </a:r>
            <a:r>
              <a:rPr lang="en-US" sz="2000" b="1" err="1">
                <a:solidFill>
                  <a:srgbClr val="0070C0"/>
                </a:solidFill>
              </a:rPr>
              <a:t>SingletonComponent</a:t>
            </a:r>
            <a:r>
              <a:rPr lang="en-US" sz="2000" b="1">
                <a:solidFill>
                  <a:srgbClr val="0070C0"/>
                </a:solidFill>
              </a:rPr>
              <a:t>::class) </a:t>
            </a:r>
            <a:r>
              <a:rPr lang="en-US" sz="2000"/>
              <a:t>specifies which Hilt component this module will be installed in</a:t>
            </a:r>
          </a:p>
          <a:p>
            <a:pPr marL="342900" indent="-342900">
              <a:buFont typeface="+mj-lt"/>
              <a:buAutoNum type="arabicPeriod"/>
            </a:pPr>
            <a:r>
              <a:rPr lang="en-US" sz="2000" b="1" err="1">
                <a:solidFill>
                  <a:srgbClr val="0070C0"/>
                </a:solidFill>
              </a:rPr>
              <a:t>SingletonComponent</a:t>
            </a:r>
            <a:r>
              <a:rPr lang="en-US" sz="2000"/>
              <a:t> ensures that dependencies provided by this module have a singleton scope, meaning they are created once and shared across the entire app.</a:t>
            </a:r>
          </a:p>
          <a:p>
            <a:pPr marL="342900" indent="-342900">
              <a:buFont typeface="+mj-lt"/>
              <a:buAutoNum type="arabicPeriod"/>
            </a:pPr>
            <a:r>
              <a:rPr lang="en-US" sz="2000"/>
              <a:t>Declaring the module as an object makes it a singleton.</a:t>
            </a:r>
          </a:p>
          <a:p>
            <a:pPr marL="342900" indent="-342900">
              <a:buFont typeface="+mj-lt"/>
              <a:buAutoNum type="arabicPeriod"/>
            </a:pPr>
            <a:r>
              <a:rPr lang="en-US" sz="2000"/>
              <a:t>This ensures that the module itself is instantiated only once, following Kotlin's singleton pattern.</a:t>
            </a:r>
          </a:p>
        </p:txBody>
      </p:sp>
      <p:sp>
        <p:nvSpPr>
          <p:cNvPr id="22" name="Oval 21">
            <a:extLst>
              <a:ext uri="{FF2B5EF4-FFF2-40B4-BE49-F238E27FC236}">
                <a16:creationId xmlns:a16="http://schemas.microsoft.com/office/drawing/2014/main" id="{FD27CD8B-69A1-20B9-030C-56C5CB0C3D91}"/>
              </a:ext>
            </a:extLst>
          </p:cNvPr>
          <p:cNvSpPr/>
          <p:nvPr/>
        </p:nvSpPr>
        <p:spPr>
          <a:xfrm>
            <a:off x="4622094" y="640034"/>
            <a:ext cx="461084" cy="36687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23" name="Oval 22">
            <a:extLst>
              <a:ext uri="{FF2B5EF4-FFF2-40B4-BE49-F238E27FC236}">
                <a16:creationId xmlns:a16="http://schemas.microsoft.com/office/drawing/2014/main" id="{B6171B1D-EF13-20BA-EB4F-272CAEBBC1E6}"/>
              </a:ext>
            </a:extLst>
          </p:cNvPr>
          <p:cNvSpPr/>
          <p:nvPr/>
        </p:nvSpPr>
        <p:spPr>
          <a:xfrm>
            <a:off x="4663709" y="1162899"/>
            <a:ext cx="461084" cy="36687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24" name="Oval 23">
            <a:extLst>
              <a:ext uri="{FF2B5EF4-FFF2-40B4-BE49-F238E27FC236}">
                <a16:creationId xmlns:a16="http://schemas.microsoft.com/office/drawing/2014/main" id="{2740F65D-9C1F-7C83-D2EA-9B3CD2F75A71}"/>
              </a:ext>
            </a:extLst>
          </p:cNvPr>
          <p:cNvSpPr/>
          <p:nvPr/>
        </p:nvSpPr>
        <p:spPr>
          <a:xfrm>
            <a:off x="7232264" y="736343"/>
            <a:ext cx="461084" cy="36687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3" name="Slide Number Placeholder 2">
            <a:extLst>
              <a:ext uri="{FF2B5EF4-FFF2-40B4-BE49-F238E27FC236}">
                <a16:creationId xmlns:a16="http://schemas.microsoft.com/office/drawing/2014/main" id="{9843F128-298E-F285-808D-8AA03E5AF85E}"/>
              </a:ext>
            </a:extLst>
          </p:cNvPr>
          <p:cNvSpPr>
            <a:spLocks noGrp="1"/>
          </p:cNvSpPr>
          <p:nvPr>
            <p:ph type="sldNum" sz="quarter" idx="12"/>
          </p:nvPr>
        </p:nvSpPr>
        <p:spPr/>
        <p:txBody>
          <a:bodyPr/>
          <a:lstStyle/>
          <a:p>
            <a:fld id="{330EA680-D336-4FF7-8B7A-9848BB0A1C32}" type="slidenum">
              <a:rPr lang="en-US" smtClean="0"/>
              <a:t>77</a:t>
            </a:fld>
            <a:endParaRPr lang="en-US"/>
          </a:p>
        </p:txBody>
      </p:sp>
    </p:spTree>
    <p:extLst>
      <p:ext uri="{BB962C8B-B14F-4D97-AF65-F5344CB8AC3E}">
        <p14:creationId xmlns:p14="http://schemas.microsoft.com/office/powerpoint/2010/main" val="66557452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9">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Freeform: Shape 21">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4F1CD0E-1793-EAE2-F56F-9B974065E4D5}"/>
              </a:ext>
            </a:extLst>
          </p:cNvPr>
          <p:cNvSpPr>
            <a:spLocks noGrp="1"/>
          </p:cNvSpPr>
          <p:nvPr>
            <p:ph type="title"/>
          </p:nvPr>
        </p:nvSpPr>
        <p:spPr>
          <a:xfrm>
            <a:off x="477981" y="1122363"/>
            <a:ext cx="3484419" cy="2622164"/>
          </a:xfrm>
        </p:spPr>
        <p:txBody>
          <a:bodyPr vert="horz" lIns="91440" tIns="45720" rIns="91440" bIns="45720" rtlCol="0" anchor="b">
            <a:normAutofit/>
          </a:bodyPr>
          <a:lstStyle/>
          <a:p>
            <a:r>
              <a:rPr lang="en-US" sz="3600" kern="1200">
                <a:solidFill>
                  <a:schemeClr val="tx1"/>
                </a:solidFill>
                <a:latin typeface="+mj-lt"/>
                <a:ea typeface="+mj-ea"/>
                <a:cs typeface="+mj-cs"/>
              </a:rPr>
              <a:t>Create a Hilt module that provides a dependency for </a:t>
            </a:r>
            <a:r>
              <a:rPr lang="en-US" sz="3600" kern="1200" err="1">
                <a:solidFill>
                  <a:schemeClr val="tx1"/>
                </a:solidFill>
                <a:latin typeface="+mj-lt"/>
                <a:ea typeface="+mj-ea"/>
                <a:cs typeface="+mj-cs"/>
              </a:rPr>
              <a:t>DataRepository</a:t>
            </a:r>
            <a:endParaRPr lang="en-US" sz="3600" kern="1200">
              <a:solidFill>
                <a:schemeClr val="tx1"/>
              </a:solidFill>
              <a:latin typeface="+mj-lt"/>
              <a:ea typeface="+mj-ea"/>
              <a:cs typeface="+mj-cs"/>
            </a:endParaRPr>
          </a:p>
        </p:txBody>
      </p:sp>
      <p:sp>
        <p:nvSpPr>
          <p:cNvPr id="24" name="Rectangle 2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Rectangle 2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96391131-835D-39F3-6935-7B2272794243}"/>
              </a:ext>
            </a:extLst>
          </p:cNvPr>
          <p:cNvSpPr/>
          <p:nvPr/>
        </p:nvSpPr>
        <p:spPr>
          <a:xfrm>
            <a:off x="0" y="7806266"/>
            <a:ext cx="5300134" cy="1219825"/>
          </a:xfrm>
          <a:custGeom>
            <a:avLst/>
            <a:gdLst>
              <a:gd name="connsiteX0" fmla="*/ 0 w 5300134"/>
              <a:gd name="connsiteY0" fmla="*/ 0 h 1219825"/>
              <a:gd name="connsiteX1" fmla="*/ 609515 w 5300134"/>
              <a:gd name="connsiteY1" fmla="*/ 0 h 1219825"/>
              <a:gd name="connsiteX2" fmla="*/ 1113028 w 5300134"/>
              <a:gd name="connsiteY2" fmla="*/ 0 h 1219825"/>
              <a:gd name="connsiteX3" fmla="*/ 1881548 w 5300134"/>
              <a:gd name="connsiteY3" fmla="*/ 0 h 1219825"/>
              <a:gd name="connsiteX4" fmla="*/ 2491063 w 5300134"/>
              <a:gd name="connsiteY4" fmla="*/ 0 h 1219825"/>
              <a:gd name="connsiteX5" fmla="*/ 3100578 w 5300134"/>
              <a:gd name="connsiteY5" fmla="*/ 0 h 1219825"/>
              <a:gd name="connsiteX6" fmla="*/ 3869098 w 5300134"/>
              <a:gd name="connsiteY6" fmla="*/ 0 h 1219825"/>
              <a:gd name="connsiteX7" fmla="*/ 4425612 w 5300134"/>
              <a:gd name="connsiteY7" fmla="*/ 0 h 1219825"/>
              <a:gd name="connsiteX8" fmla="*/ 5300134 w 5300134"/>
              <a:gd name="connsiteY8" fmla="*/ 0 h 1219825"/>
              <a:gd name="connsiteX9" fmla="*/ 5300134 w 5300134"/>
              <a:gd name="connsiteY9" fmla="*/ 634309 h 1219825"/>
              <a:gd name="connsiteX10" fmla="*/ 5300134 w 5300134"/>
              <a:gd name="connsiteY10" fmla="*/ 1219825 h 1219825"/>
              <a:gd name="connsiteX11" fmla="*/ 4637617 w 5300134"/>
              <a:gd name="connsiteY11" fmla="*/ 1219825 h 1219825"/>
              <a:gd name="connsiteX12" fmla="*/ 4028102 w 5300134"/>
              <a:gd name="connsiteY12" fmla="*/ 1219825 h 1219825"/>
              <a:gd name="connsiteX13" fmla="*/ 3259582 w 5300134"/>
              <a:gd name="connsiteY13" fmla="*/ 1219825 h 1219825"/>
              <a:gd name="connsiteX14" fmla="*/ 2491063 w 5300134"/>
              <a:gd name="connsiteY14" fmla="*/ 1219825 h 1219825"/>
              <a:gd name="connsiteX15" fmla="*/ 1934549 w 5300134"/>
              <a:gd name="connsiteY15" fmla="*/ 1219825 h 1219825"/>
              <a:gd name="connsiteX16" fmla="*/ 1272032 w 5300134"/>
              <a:gd name="connsiteY16" fmla="*/ 1219825 h 1219825"/>
              <a:gd name="connsiteX17" fmla="*/ 0 w 5300134"/>
              <a:gd name="connsiteY17" fmla="*/ 1219825 h 1219825"/>
              <a:gd name="connsiteX18" fmla="*/ 0 w 5300134"/>
              <a:gd name="connsiteY18" fmla="*/ 609913 h 1219825"/>
              <a:gd name="connsiteX19" fmla="*/ 0 w 5300134"/>
              <a:gd name="connsiteY19" fmla="*/ 0 h 1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00134" h="1219825" extrusionOk="0">
                <a:moveTo>
                  <a:pt x="0" y="0"/>
                </a:moveTo>
                <a:cubicBezTo>
                  <a:pt x="247472" y="-27533"/>
                  <a:pt x="379595" y="-28900"/>
                  <a:pt x="609515" y="0"/>
                </a:cubicBezTo>
                <a:cubicBezTo>
                  <a:pt x="839436" y="28900"/>
                  <a:pt x="871484" y="14594"/>
                  <a:pt x="1113028" y="0"/>
                </a:cubicBezTo>
                <a:cubicBezTo>
                  <a:pt x="1354572" y="-14594"/>
                  <a:pt x="1544765" y="-15105"/>
                  <a:pt x="1881548" y="0"/>
                </a:cubicBezTo>
                <a:cubicBezTo>
                  <a:pt x="2218331" y="15105"/>
                  <a:pt x="2270776" y="-7175"/>
                  <a:pt x="2491063" y="0"/>
                </a:cubicBezTo>
                <a:cubicBezTo>
                  <a:pt x="2711350" y="7175"/>
                  <a:pt x="2925373" y="15297"/>
                  <a:pt x="3100578" y="0"/>
                </a:cubicBezTo>
                <a:cubicBezTo>
                  <a:pt x="3275783" y="-15297"/>
                  <a:pt x="3526406" y="-6471"/>
                  <a:pt x="3869098" y="0"/>
                </a:cubicBezTo>
                <a:cubicBezTo>
                  <a:pt x="4211790" y="6471"/>
                  <a:pt x="4310122" y="1978"/>
                  <a:pt x="4425612" y="0"/>
                </a:cubicBezTo>
                <a:cubicBezTo>
                  <a:pt x="4541102" y="-1978"/>
                  <a:pt x="4989289" y="-20132"/>
                  <a:pt x="5300134" y="0"/>
                </a:cubicBezTo>
                <a:cubicBezTo>
                  <a:pt x="5283288" y="172059"/>
                  <a:pt x="5325856" y="403716"/>
                  <a:pt x="5300134" y="634309"/>
                </a:cubicBezTo>
                <a:cubicBezTo>
                  <a:pt x="5274412" y="864902"/>
                  <a:pt x="5327541" y="952508"/>
                  <a:pt x="5300134" y="1219825"/>
                </a:cubicBezTo>
                <a:cubicBezTo>
                  <a:pt x="5130609" y="1250318"/>
                  <a:pt x="4960221" y="1222321"/>
                  <a:pt x="4637617" y="1219825"/>
                </a:cubicBezTo>
                <a:cubicBezTo>
                  <a:pt x="4315013" y="1217329"/>
                  <a:pt x="4315314" y="1235199"/>
                  <a:pt x="4028102" y="1219825"/>
                </a:cubicBezTo>
                <a:cubicBezTo>
                  <a:pt x="3740890" y="1204451"/>
                  <a:pt x="3526534" y="1222095"/>
                  <a:pt x="3259582" y="1219825"/>
                </a:cubicBezTo>
                <a:cubicBezTo>
                  <a:pt x="2992630" y="1217555"/>
                  <a:pt x="2808696" y="1244864"/>
                  <a:pt x="2491063" y="1219825"/>
                </a:cubicBezTo>
                <a:cubicBezTo>
                  <a:pt x="2173430" y="1194786"/>
                  <a:pt x="2074806" y="1223737"/>
                  <a:pt x="1934549" y="1219825"/>
                </a:cubicBezTo>
                <a:cubicBezTo>
                  <a:pt x="1794292" y="1215913"/>
                  <a:pt x="1416835" y="1201843"/>
                  <a:pt x="1272032" y="1219825"/>
                </a:cubicBezTo>
                <a:cubicBezTo>
                  <a:pt x="1127229" y="1237807"/>
                  <a:pt x="519348" y="1268217"/>
                  <a:pt x="0" y="1219825"/>
                </a:cubicBezTo>
                <a:cubicBezTo>
                  <a:pt x="3586" y="975181"/>
                  <a:pt x="30064" y="898963"/>
                  <a:pt x="0" y="609913"/>
                </a:cubicBezTo>
                <a:cubicBezTo>
                  <a:pt x="-30064" y="320863"/>
                  <a:pt x="-17155" y="171853"/>
                  <a:pt x="0" y="0"/>
                </a:cubicBezTo>
                <a:close/>
              </a:path>
            </a:pathLst>
          </a:custGeom>
          <a:noFill/>
          <a:ln>
            <a:solidFill>
              <a:schemeClr val="accent2"/>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 name="TextBox 4">
            <a:extLst>
              <a:ext uri="{FF2B5EF4-FFF2-40B4-BE49-F238E27FC236}">
                <a16:creationId xmlns:a16="http://schemas.microsoft.com/office/drawing/2014/main" id="{88EC13FD-4208-141E-5BCA-E9BF21298655}"/>
              </a:ext>
            </a:extLst>
          </p:cNvPr>
          <p:cNvSpPr txBox="1"/>
          <p:nvPr/>
        </p:nvSpPr>
        <p:spPr>
          <a:xfrm>
            <a:off x="4979322" y="833441"/>
            <a:ext cx="6535345" cy="3741217"/>
          </a:xfrm>
          <a:prstGeom prst="rect">
            <a:avLst/>
          </a:prstGeom>
          <a:noFill/>
        </p:spPr>
        <p:txBody>
          <a:bodyPr wrap="square">
            <a:spAutoFit/>
          </a:bodyPr>
          <a:lstStyle/>
          <a:p>
            <a:pPr>
              <a:lnSpc>
                <a:spcPct val="150000"/>
              </a:lnSpc>
            </a:pPr>
            <a:r>
              <a:rPr lang="en-US" sz="2000">
                <a:solidFill>
                  <a:srgbClr val="9E880D"/>
                </a:solidFill>
                <a:effectLst/>
              </a:rPr>
              <a:t>@Module</a:t>
            </a:r>
            <a:br>
              <a:rPr lang="en-US" sz="2000">
                <a:solidFill>
                  <a:srgbClr val="9E880D"/>
                </a:solidFill>
                <a:effectLst/>
              </a:rPr>
            </a:br>
            <a:r>
              <a:rPr lang="en-US" sz="2000">
                <a:solidFill>
                  <a:srgbClr val="9E880D"/>
                </a:solidFill>
                <a:effectLst/>
              </a:rPr>
              <a:t>@</a:t>
            </a:r>
            <a:r>
              <a:rPr lang="en-US" sz="2000" err="1">
                <a:solidFill>
                  <a:srgbClr val="9E880D"/>
                </a:solidFill>
                <a:effectLst/>
              </a:rPr>
              <a:t>InstallIn</a:t>
            </a:r>
            <a:r>
              <a:rPr lang="en-US" sz="2000">
                <a:solidFill>
                  <a:srgbClr val="080808"/>
                </a:solidFill>
                <a:effectLst/>
              </a:rPr>
              <a:t>(</a:t>
            </a:r>
            <a:r>
              <a:rPr lang="en-US" sz="2000" err="1">
                <a:solidFill>
                  <a:srgbClr val="000000"/>
                </a:solidFill>
                <a:effectLst/>
              </a:rPr>
              <a:t>SingletonComponent</a:t>
            </a:r>
            <a:r>
              <a:rPr lang="en-US" sz="2000">
                <a:solidFill>
                  <a:srgbClr val="080808"/>
                </a:solidFill>
                <a:effectLst/>
              </a:rPr>
              <a:t>::</a:t>
            </a:r>
            <a:r>
              <a:rPr lang="en-US" sz="2000">
                <a:solidFill>
                  <a:srgbClr val="0033B3"/>
                </a:solidFill>
                <a:effectLst/>
              </a:rPr>
              <a:t>class</a:t>
            </a:r>
            <a:r>
              <a:rPr lang="en-US" sz="2000">
                <a:solidFill>
                  <a:srgbClr val="080808"/>
                </a:solidFill>
                <a:effectLst/>
              </a:rPr>
              <a:t>)</a:t>
            </a:r>
            <a:br>
              <a:rPr lang="en-US" sz="2000">
                <a:solidFill>
                  <a:srgbClr val="080808"/>
                </a:solidFill>
                <a:effectLst/>
              </a:rPr>
            </a:br>
            <a:r>
              <a:rPr lang="en-US" sz="2000">
                <a:solidFill>
                  <a:srgbClr val="0033B3"/>
                </a:solidFill>
                <a:effectLst/>
              </a:rPr>
              <a:t>object </a:t>
            </a:r>
            <a:r>
              <a:rPr lang="en-US" sz="2000" err="1">
                <a:solidFill>
                  <a:srgbClr val="000000"/>
                </a:solidFill>
                <a:effectLst/>
              </a:rPr>
              <a:t>ProgramRepositoryModule</a:t>
            </a:r>
            <a:r>
              <a:rPr lang="en-US" sz="2000">
                <a:solidFill>
                  <a:srgbClr val="000000"/>
                </a:solidFill>
                <a:effectLst/>
              </a:rPr>
              <a:t> </a:t>
            </a:r>
            <a:r>
              <a:rPr lang="en-US" sz="2000">
                <a:solidFill>
                  <a:srgbClr val="080808"/>
                </a:solidFill>
                <a:effectLst/>
              </a:rPr>
              <a:t>{</a:t>
            </a:r>
            <a:br>
              <a:rPr lang="en-US" sz="2000">
                <a:solidFill>
                  <a:srgbClr val="080808"/>
                </a:solidFill>
                <a:effectLst/>
              </a:rPr>
            </a:br>
            <a:r>
              <a:rPr lang="en-US" sz="2000">
                <a:solidFill>
                  <a:srgbClr val="080808"/>
                </a:solidFill>
                <a:effectLst/>
              </a:rPr>
              <a:t>    </a:t>
            </a:r>
            <a:r>
              <a:rPr lang="en-US" sz="2000">
                <a:solidFill>
                  <a:srgbClr val="9E880D"/>
                </a:solidFill>
                <a:effectLst/>
              </a:rPr>
              <a:t>@Provides</a:t>
            </a:r>
            <a:br>
              <a:rPr lang="en-US" sz="2000">
                <a:solidFill>
                  <a:srgbClr val="9E880D"/>
                </a:solidFill>
                <a:effectLst/>
              </a:rPr>
            </a:br>
            <a:r>
              <a:rPr lang="en-US" sz="2000">
                <a:solidFill>
                  <a:srgbClr val="9E880D"/>
                </a:solidFill>
                <a:effectLst/>
              </a:rPr>
              <a:t>    </a:t>
            </a:r>
            <a:r>
              <a:rPr lang="en-US" sz="2000">
                <a:solidFill>
                  <a:srgbClr val="0033B3"/>
                </a:solidFill>
                <a:effectLst/>
              </a:rPr>
              <a:t>fun </a:t>
            </a:r>
            <a:r>
              <a:rPr lang="en-US" sz="2000" err="1">
                <a:solidFill>
                  <a:srgbClr val="00627A"/>
                </a:solidFill>
                <a:effectLst/>
              </a:rPr>
              <a:t>provideProgramRepository</a:t>
            </a:r>
            <a:r>
              <a:rPr lang="en-US" sz="2000">
                <a:solidFill>
                  <a:srgbClr val="080808"/>
                </a:solidFill>
                <a:effectLst/>
              </a:rPr>
              <a:t>(): </a:t>
            </a:r>
            <a:r>
              <a:rPr lang="en-US" sz="2000" err="1">
                <a:solidFill>
                  <a:srgbClr val="000000"/>
                </a:solidFill>
                <a:effectLst/>
              </a:rPr>
              <a:t>ProgramRepository</a:t>
            </a:r>
            <a:r>
              <a:rPr lang="en-US" sz="2000">
                <a:solidFill>
                  <a:srgbClr val="000000"/>
                </a:solidFill>
                <a:effectLst/>
              </a:rPr>
              <a:t> </a:t>
            </a:r>
            <a:r>
              <a:rPr lang="en-US" sz="2000">
                <a:solidFill>
                  <a:srgbClr val="080808"/>
                </a:solidFill>
                <a:effectLst/>
              </a:rPr>
              <a:t>{</a:t>
            </a:r>
            <a:br>
              <a:rPr lang="en-US" sz="2000">
                <a:solidFill>
                  <a:srgbClr val="080808"/>
                </a:solidFill>
                <a:effectLst/>
              </a:rPr>
            </a:br>
            <a:r>
              <a:rPr lang="en-US" sz="2000">
                <a:solidFill>
                  <a:srgbClr val="080808"/>
                </a:solidFill>
                <a:effectLst/>
              </a:rPr>
              <a:t>        </a:t>
            </a:r>
            <a:r>
              <a:rPr lang="en-US" sz="2000">
                <a:solidFill>
                  <a:srgbClr val="0033B3"/>
                </a:solidFill>
                <a:effectLst/>
              </a:rPr>
              <a:t>return </a:t>
            </a:r>
            <a:r>
              <a:rPr lang="en-US" sz="2000" err="1">
                <a:solidFill>
                  <a:srgbClr val="080808"/>
                </a:solidFill>
                <a:effectLst/>
              </a:rPr>
              <a:t>ProgramRepositoryImpl</a:t>
            </a:r>
            <a:r>
              <a:rPr lang="en-US" sz="2000">
                <a:solidFill>
                  <a:srgbClr val="080808"/>
                </a:solidFill>
                <a:effectLst/>
              </a:rPr>
              <a:t>()</a:t>
            </a:r>
            <a:br>
              <a:rPr lang="en-US" sz="2000">
                <a:solidFill>
                  <a:srgbClr val="080808"/>
                </a:solidFill>
                <a:effectLst/>
              </a:rPr>
            </a:br>
            <a:r>
              <a:rPr lang="en-US" sz="2000">
                <a:solidFill>
                  <a:srgbClr val="080808"/>
                </a:solidFill>
                <a:effectLst/>
              </a:rPr>
              <a:t>    }</a:t>
            </a:r>
            <a:br>
              <a:rPr lang="en-US" sz="2000">
                <a:solidFill>
                  <a:srgbClr val="080808"/>
                </a:solidFill>
                <a:effectLst/>
              </a:rPr>
            </a:br>
            <a:r>
              <a:rPr lang="en-US" sz="2000">
                <a:solidFill>
                  <a:srgbClr val="080808"/>
                </a:solidFill>
                <a:effectLst/>
              </a:rPr>
              <a:t>}</a:t>
            </a:r>
          </a:p>
        </p:txBody>
      </p:sp>
      <p:sp>
        <p:nvSpPr>
          <p:cNvPr id="6" name="TextBox 5">
            <a:extLst>
              <a:ext uri="{FF2B5EF4-FFF2-40B4-BE49-F238E27FC236}">
                <a16:creationId xmlns:a16="http://schemas.microsoft.com/office/drawing/2014/main" id="{EB75902E-7F3C-1F63-CBA1-AE95936DBBEE}"/>
              </a:ext>
            </a:extLst>
          </p:cNvPr>
          <p:cNvSpPr txBox="1"/>
          <p:nvPr/>
        </p:nvSpPr>
        <p:spPr>
          <a:xfrm>
            <a:off x="477982" y="4746379"/>
            <a:ext cx="11324552" cy="1323439"/>
          </a:xfrm>
          <a:prstGeom prst="rect">
            <a:avLst/>
          </a:prstGeom>
          <a:noFill/>
        </p:spPr>
        <p:txBody>
          <a:bodyPr wrap="square">
            <a:spAutoFit/>
          </a:bodyPr>
          <a:lstStyle/>
          <a:p>
            <a:pPr marL="342900" indent="-342900">
              <a:buFont typeface="+mj-lt"/>
              <a:buAutoNum type="arabicPeriod"/>
            </a:pPr>
            <a:r>
              <a:rPr lang="en-US" sz="2000" b="1">
                <a:solidFill>
                  <a:srgbClr val="0070C0"/>
                </a:solidFill>
              </a:rPr>
              <a:t>@Provides</a:t>
            </a:r>
            <a:r>
              <a:rPr lang="en-US" sz="2000"/>
              <a:t> annotation tells Hilt that the following method will provide a specific dependency.</a:t>
            </a:r>
          </a:p>
          <a:p>
            <a:pPr marL="800100" lvl="1" indent="-342900">
              <a:buFont typeface="+mj-lt"/>
              <a:buAutoNum type="arabicPeriod"/>
            </a:pPr>
            <a:r>
              <a:rPr lang="en-US" sz="2000"/>
              <a:t>Hilt will call this method to obtain an instance of the type specified.</a:t>
            </a:r>
          </a:p>
          <a:p>
            <a:pPr marL="342900" indent="-342900">
              <a:buFont typeface="+mj-lt"/>
              <a:buAutoNum type="arabicPeriod"/>
            </a:pPr>
            <a:r>
              <a:rPr lang="en-US" sz="2000" b="1" err="1"/>
              <a:t>provideProgramRepository</a:t>
            </a:r>
            <a:r>
              <a:rPr lang="en-US" sz="2000" b="1"/>
              <a:t>() </a:t>
            </a:r>
            <a:r>
              <a:rPr lang="en-US" sz="2000"/>
              <a:t>is a function that Hilt uses to create and provide an instance of </a:t>
            </a:r>
            <a:r>
              <a:rPr lang="en-US" sz="2000" err="1"/>
              <a:t>ProgramRepository</a:t>
            </a:r>
            <a:r>
              <a:rPr lang="en-US" sz="2000"/>
              <a:t>.</a:t>
            </a:r>
          </a:p>
        </p:txBody>
      </p:sp>
      <p:sp>
        <p:nvSpPr>
          <p:cNvPr id="4" name="Slide Number Placeholder 3">
            <a:extLst>
              <a:ext uri="{FF2B5EF4-FFF2-40B4-BE49-F238E27FC236}">
                <a16:creationId xmlns:a16="http://schemas.microsoft.com/office/drawing/2014/main" id="{0E569721-6F43-FA91-A747-08CFF78CD6DB}"/>
              </a:ext>
            </a:extLst>
          </p:cNvPr>
          <p:cNvSpPr>
            <a:spLocks noGrp="1"/>
          </p:cNvSpPr>
          <p:nvPr>
            <p:ph type="sldNum" sz="quarter" idx="12"/>
          </p:nvPr>
        </p:nvSpPr>
        <p:spPr/>
        <p:txBody>
          <a:bodyPr/>
          <a:lstStyle/>
          <a:p>
            <a:fld id="{330EA680-D336-4FF7-8B7A-9848BB0A1C32}" type="slidenum">
              <a:rPr lang="en-US" smtClean="0"/>
              <a:t>78</a:t>
            </a:fld>
            <a:endParaRPr lang="en-US"/>
          </a:p>
        </p:txBody>
      </p:sp>
    </p:spTree>
    <p:extLst>
      <p:ext uri="{BB962C8B-B14F-4D97-AF65-F5344CB8AC3E}">
        <p14:creationId xmlns:p14="http://schemas.microsoft.com/office/powerpoint/2010/main" val="5993734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B9B96D-A8AF-A6CB-1D0A-A4F5DB78F68B}"/>
              </a:ext>
            </a:extLst>
          </p:cNvPr>
          <p:cNvSpPr>
            <a:spLocks noGrp="1"/>
          </p:cNvSpPr>
          <p:nvPr>
            <p:ph type="title"/>
          </p:nvPr>
        </p:nvSpPr>
        <p:spPr>
          <a:xfrm>
            <a:off x="462763" y="921404"/>
            <a:ext cx="4023360" cy="2142045"/>
          </a:xfrm>
        </p:spPr>
        <p:txBody>
          <a:bodyPr vert="horz" lIns="91440" tIns="45720" rIns="91440" bIns="45720" rtlCol="0" anchor="b">
            <a:normAutofit fontScale="90000"/>
          </a:bodyPr>
          <a:lstStyle/>
          <a:p>
            <a:r>
              <a:rPr lang="en-US" sz="4800" kern="1200">
                <a:solidFill>
                  <a:schemeClr val="tx1"/>
                </a:solidFill>
                <a:latin typeface="+mj-lt"/>
                <a:ea typeface="+mj-ea"/>
                <a:cs typeface="+mj-cs"/>
              </a:rPr>
              <a:t>Hierarchy of the components that Hilt generates</a:t>
            </a:r>
          </a:p>
        </p:txBody>
      </p:sp>
      <p:sp>
        <p:nvSpPr>
          <p:cNvPr id="18" name="Rectangle 1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5B4A903C-4624-1810-5ECD-800048A36C88}"/>
              </a:ext>
            </a:extLst>
          </p:cNvPr>
          <p:cNvPicPr>
            <a:picLocks noChangeAspect="1"/>
          </p:cNvPicPr>
          <p:nvPr/>
        </p:nvPicPr>
        <p:blipFill>
          <a:blip r:embed="rId2"/>
          <a:stretch>
            <a:fillRect/>
          </a:stretch>
        </p:blipFill>
        <p:spPr>
          <a:xfrm>
            <a:off x="5610642" y="174437"/>
            <a:ext cx="5929762" cy="5455380"/>
          </a:xfrm>
          <a:prstGeom prst="rect">
            <a:avLst/>
          </a:prstGeom>
        </p:spPr>
      </p:pic>
      <p:sp>
        <p:nvSpPr>
          <p:cNvPr id="9" name="TextBox 8">
            <a:extLst>
              <a:ext uri="{FF2B5EF4-FFF2-40B4-BE49-F238E27FC236}">
                <a16:creationId xmlns:a16="http://schemas.microsoft.com/office/drawing/2014/main" id="{C65BBE5B-6A9C-0CA3-D6EE-C14DE1A65990}"/>
              </a:ext>
            </a:extLst>
          </p:cNvPr>
          <p:cNvSpPr txBox="1"/>
          <p:nvPr/>
        </p:nvSpPr>
        <p:spPr>
          <a:xfrm>
            <a:off x="462763" y="3063449"/>
            <a:ext cx="4023360" cy="646331"/>
          </a:xfrm>
          <a:prstGeom prst="rect">
            <a:avLst/>
          </a:prstGeom>
          <a:noFill/>
        </p:spPr>
        <p:txBody>
          <a:bodyPr wrap="square">
            <a:spAutoFit/>
          </a:bodyPr>
          <a:lstStyle/>
          <a:p>
            <a:r>
              <a:rPr lang="en-US">
                <a:hlinkClick r:id="rId3"/>
              </a:rPr>
              <a:t>https://developer.android.com/training/dependency-injection/hilt-android</a:t>
            </a:r>
            <a:r>
              <a:rPr lang="en-US"/>
              <a:t> </a:t>
            </a:r>
          </a:p>
        </p:txBody>
      </p:sp>
      <p:sp>
        <p:nvSpPr>
          <p:cNvPr id="11" name="TextBox 10">
            <a:extLst>
              <a:ext uri="{FF2B5EF4-FFF2-40B4-BE49-F238E27FC236}">
                <a16:creationId xmlns:a16="http://schemas.microsoft.com/office/drawing/2014/main" id="{A22D4F0B-429B-813A-9444-4316C08E5572}"/>
              </a:ext>
            </a:extLst>
          </p:cNvPr>
          <p:cNvSpPr txBox="1"/>
          <p:nvPr/>
        </p:nvSpPr>
        <p:spPr>
          <a:xfrm>
            <a:off x="436153" y="4751560"/>
            <a:ext cx="9025467" cy="1754326"/>
          </a:xfrm>
          <a:prstGeom prst="rect">
            <a:avLst/>
          </a:prstGeom>
          <a:noFill/>
        </p:spPr>
        <p:txBody>
          <a:bodyPr wrap="square">
            <a:spAutoFit/>
          </a:bodyPr>
          <a:lstStyle/>
          <a:p>
            <a:r>
              <a:rPr lang="en-US" i="1"/>
              <a:t>Note</a:t>
            </a:r>
            <a:r>
              <a:rPr lang="en-US"/>
              <a:t>:</a:t>
            </a:r>
          </a:p>
          <a:p>
            <a:pPr marL="285750" indent="-285750">
              <a:buFont typeface="Arial" panose="020B0604020202020204" pitchFamily="34" charset="0"/>
              <a:buChar char="•"/>
            </a:pPr>
            <a:r>
              <a:rPr lang="en-US"/>
              <a:t>When you use @</a:t>
            </a:r>
            <a:r>
              <a:rPr lang="en-US" err="1"/>
              <a:t>InstallIn</a:t>
            </a:r>
            <a:r>
              <a:rPr lang="en-US"/>
              <a:t>(</a:t>
            </a:r>
            <a:r>
              <a:rPr lang="en-US" err="1"/>
              <a:t>SingletonComponent</a:t>
            </a:r>
            <a:r>
              <a:rPr lang="en-US"/>
              <a:t>::class) in a Hilt module, the dependencies provided by that module are available to components that are subcomponents of the </a:t>
            </a:r>
            <a:r>
              <a:rPr lang="en-US" err="1"/>
              <a:t>SingletonComponent</a:t>
            </a:r>
            <a:r>
              <a:rPr lang="en-US"/>
              <a:t>.</a:t>
            </a:r>
          </a:p>
          <a:p>
            <a:pPr marL="285750" indent="-285750">
              <a:buFont typeface="Arial" panose="020B0604020202020204" pitchFamily="34" charset="0"/>
              <a:buChar char="•"/>
            </a:pPr>
            <a:r>
              <a:rPr lang="en-US"/>
              <a:t>This is the top-level component in Hilt, with a lifecycle tied to the application's lifecycle (it lives as long as the application does).</a:t>
            </a:r>
          </a:p>
        </p:txBody>
      </p:sp>
      <p:sp>
        <p:nvSpPr>
          <p:cNvPr id="3" name="Slide Number Placeholder 2">
            <a:extLst>
              <a:ext uri="{FF2B5EF4-FFF2-40B4-BE49-F238E27FC236}">
                <a16:creationId xmlns:a16="http://schemas.microsoft.com/office/drawing/2014/main" id="{F0B64490-7BED-EBD4-F4BF-529C4C5AC916}"/>
              </a:ext>
            </a:extLst>
          </p:cNvPr>
          <p:cNvSpPr>
            <a:spLocks noGrp="1"/>
          </p:cNvSpPr>
          <p:nvPr>
            <p:ph type="sldNum" sz="quarter" idx="12"/>
          </p:nvPr>
        </p:nvSpPr>
        <p:spPr/>
        <p:txBody>
          <a:bodyPr/>
          <a:lstStyle/>
          <a:p>
            <a:fld id="{330EA680-D336-4FF7-8B7A-9848BB0A1C32}" type="slidenum">
              <a:rPr lang="en-US" smtClean="0"/>
              <a:t>79</a:t>
            </a:fld>
            <a:endParaRPr lang="en-US"/>
          </a:p>
        </p:txBody>
      </p:sp>
    </p:spTree>
    <p:extLst>
      <p:ext uri="{BB962C8B-B14F-4D97-AF65-F5344CB8AC3E}">
        <p14:creationId xmlns:p14="http://schemas.microsoft.com/office/powerpoint/2010/main" val="22786836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Freeform: Shape 31">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4" name="Freeform: Shape 33">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A12818A-AA24-FFB2-4C7C-8B5035795193}"/>
              </a:ext>
            </a:extLst>
          </p:cNvPr>
          <p:cNvSpPr>
            <a:spLocks noGrp="1"/>
          </p:cNvSpPr>
          <p:nvPr>
            <p:ph type="title"/>
          </p:nvPr>
        </p:nvSpPr>
        <p:spPr>
          <a:xfrm>
            <a:off x="226641" y="411163"/>
            <a:ext cx="4737486" cy="994304"/>
          </a:xfrm>
        </p:spPr>
        <p:txBody>
          <a:bodyPr vert="horz" lIns="91440" tIns="45720" rIns="91440" bIns="45720" rtlCol="0" anchor="b">
            <a:normAutofit fontScale="90000"/>
          </a:bodyPr>
          <a:lstStyle/>
          <a:p>
            <a:r>
              <a:rPr lang="en-US" sz="4800" kern="1200">
                <a:solidFill>
                  <a:schemeClr val="tx1"/>
                </a:solidFill>
                <a:latin typeface="+mj-lt"/>
                <a:ea typeface="+mj-ea"/>
                <a:cs typeface="+mj-cs"/>
              </a:rPr>
              <a:t>Annotations Recap</a:t>
            </a:r>
          </a:p>
        </p:txBody>
      </p:sp>
      <p:sp>
        <p:nvSpPr>
          <p:cNvPr id="5" name="TextBox 4">
            <a:extLst>
              <a:ext uri="{FF2B5EF4-FFF2-40B4-BE49-F238E27FC236}">
                <a16:creationId xmlns:a16="http://schemas.microsoft.com/office/drawing/2014/main" id="{A594610D-9015-493C-F63C-955D55D1E238}"/>
              </a:ext>
            </a:extLst>
          </p:cNvPr>
          <p:cNvSpPr txBox="1"/>
          <p:nvPr/>
        </p:nvSpPr>
        <p:spPr>
          <a:xfrm>
            <a:off x="4777601" y="608489"/>
            <a:ext cx="7570445" cy="1208141"/>
          </a:xfrm>
          <a:prstGeom prst="rect">
            <a:avLst/>
          </a:prstGeom>
        </p:spPr>
        <p:txBody>
          <a:bodyPr vert="horz" lIns="91440" tIns="45720" rIns="91440" bIns="45720" rtlCol="0">
            <a:normAutofit/>
          </a:bodyPr>
          <a:lstStyle/>
          <a:p>
            <a:pPr>
              <a:lnSpc>
                <a:spcPct val="90000"/>
              </a:lnSpc>
              <a:spcBef>
                <a:spcPts val="1000"/>
              </a:spcBef>
            </a:pPr>
            <a:r>
              <a:rPr lang="en-US" sz="2000" kern="1200">
                <a:solidFill>
                  <a:schemeClr val="tx1"/>
                </a:solidFill>
                <a:latin typeface="+mn-lt"/>
                <a:ea typeface="+mn-ea"/>
                <a:cs typeface="+mn-cs"/>
              </a:rPr>
              <a:t>Ref: </a:t>
            </a:r>
            <a:r>
              <a:rPr lang="en-US" sz="2000" kern="1200">
                <a:solidFill>
                  <a:schemeClr val="tx1"/>
                </a:solidFill>
                <a:latin typeface="+mn-lt"/>
                <a:ea typeface="+mn-ea"/>
                <a:cs typeface="+mn-cs"/>
                <a:hlinkClick r:id="rId2"/>
              </a:rPr>
              <a:t>https://developer.android.com/images/training/dependency-injection/hilt-annotations.pdf</a:t>
            </a:r>
            <a:r>
              <a:rPr lang="en-US" sz="2000" kern="1200">
                <a:solidFill>
                  <a:schemeClr val="tx1"/>
                </a:solidFill>
                <a:latin typeface="+mn-lt"/>
                <a:ea typeface="+mn-ea"/>
                <a:cs typeface="+mn-cs"/>
              </a:rPr>
              <a:t> </a:t>
            </a:r>
          </a:p>
        </p:txBody>
      </p:sp>
      <p:sp>
        <p:nvSpPr>
          <p:cNvPr id="36" name="Rectangle 3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8" name="Rectangle 3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7C005725-D70E-6916-A89B-8393A734244D}"/>
              </a:ext>
            </a:extLst>
          </p:cNvPr>
          <p:cNvPicPr>
            <a:picLocks noChangeAspect="1"/>
          </p:cNvPicPr>
          <p:nvPr/>
        </p:nvPicPr>
        <p:blipFill>
          <a:blip r:embed="rId3"/>
          <a:stretch>
            <a:fillRect/>
          </a:stretch>
        </p:blipFill>
        <p:spPr>
          <a:xfrm>
            <a:off x="1222321" y="1405467"/>
            <a:ext cx="9747357" cy="5287940"/>
          </a:xfrm>
          <a:prstGeom prst="rect">
            <a:avLst/>
          </a:prstGeom>
        </p:spPr>
      </p:pic>
      <p:sp>
        <p:nvSpPr>
          <p:cNvPr id="3" name="Slide Number Placeholder 2">
            <a:extLst>
              <a:ext uri="{FF2B5EF4-FFF2-40B4-BE49-F238E27FC236}">
                <a16:creationId xmlns:a16="http://schemas.microsoft.com/office/drawing/2014/main" id="{4D93294B-4D20-ABD2-4772-D620A95B03FE}"/>
              </a:ext>
            </a:extLst>
          </p:cNvPr>
          <p:cNvSpPr>
            <a:spLocks noGrp="1"/>
          </p:cNvSpPr>
          <p:nvPr>
            <p:ph type="sldNum" sz="quarter" idx="12"/>
          </p:nvPr>
        </p:nvSpPr>
        <p:spPr/>
        <p:txBody>
          <a:bodyPr/>
          <a:lstStyle/>
          <a:p>
            <a:fld id="{330EA680-D336-4FF7-8B7A-9848BB0A1C32}" type="slidenum">
              <a:rPr lang="en-US" smtClean="0"/>
              <a:t>80</a:t>
            </a:fld>
            <a:endParaRPr lang="en-US"/>
          </a:p>
        </p:txBody>
      </p:sp>
    </p:spTree>
    <p:extLst>
      <p:ext uri="{BB962C8B-B14F-4D97-AF65-F5344CB8AC3E}">
        <p14:creationId xmlns:p14="http://schemas.microsoft.com/office/powerpoint/2010/main" val="350582444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B560B-4087-86AC-D718-D3002A141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24BD1-85E9-673D-F028-8DEC0DDF2892}"/>
              </a:ext>
            </a:extLst>
          </p:cNvPr>
          <p:cNvSpPr>
            <a:spLocks noGrp="1"/>
          </p:cNvSpPr>
          <p:nvPr>
            <p:ph type="title"/>
          </p:nvPr>
        </p:nvSpPr>
        <p:spPr/>
        <p:txBody>
          <a:bodyPr/>
          <a:lstStyle/>
          <a:p>
            <a:r>
              <a:rPr lang="en-US"/>
              <a:t>Dependency Injection for </a:t>
            </a:r>
            <a:r>
              <a:rPr lang="en-US" err="1"/>
              <a:t>ViewModel</a:t>
            </a:r>
            <a:r>
              <a:rPr lang="en-US"/>
              <a:t> by Hilt</a:t>
            </a:r>
          </a:p>
        </p:txBody>
      </p:sp>
      <p:sp>
        <p:nvSpPr>
          <p:cNvPr id="3" name="Content Placeholder 2">
            <a:extLst>
              <a:ext uri="{FF2B5EF4-FFF2-40B4-BE49-F238E27FC236}">
                <a16:creationId xmlns:a16="http://schemas.microsoft.com/office/drawing/2014/main" id="{695CF261-09CC-87C9-2AB3-F5F65D438E66}"/>
              </a:ext>
            </a:extLst>
          </p:cNvPr>
          <p:cNvSpPr>
            <a:spLocks noGrp="1"/>
          </p:cNvSpPr>
          <p:nvPr>
            <p:ph idx="1"/>
          </p:nvPr>
        </p:nvSpPr>
        <p:spPr>
          <a:xfrm>
            <a:off x="838200" y="1825625"/>
            <a:ext cx="10515600" cy="1563004"/>
          </a:xfrm>
        </p:spPr>
        <p:txBody>
          <a:bodyPr/>
          <a:lstStyle/>
          <a:p>
            <a:r>
              <a:rPr lang="en-US"/>
              <a:t>@</a:t>
            </a:r>
            <a:r>
              <a:rPr lang="en-US" err="1"/>
              <a:t>HiltViewModel</a:t>
            </a:r>
            <a:endParaRPr lang="en-US"/>
          </a:p>
          <a:p>
            <a:pPr lvl="1"/>
            <a:r>
              <a:rPr lang="en-US"/>
              <a:t>Tells Hilt how to provide instances of an Architecture Component </a:t>
            </a:r>
            <a:r>
              <a:rPr lang="en-US" err="1"/>
              <a:t>ViewModel</a:t>
            </a:r>
            <a:r>
              <a:rPr lang="en-US"/>
              <a:t>.</a:t>
            </a:r>
          </a:p>
        </p:txBody>
      </p:sp>
      <p:sp>
        <p:nvSpPr>
          <p:cNvPr id="5" name="TextBox 4">
            <a:extLst>
              <a:ext uri="{FF2B5EF4-FFF2-40B4-BE49-F238E27FC236}">
                <a16:creationId xmlns:a16="http://schemas.microsoft.com/office/drawing/2014/main" id="{F14220F6-F0E8-047C-EE02-82BAFFF2908D}"/>
              </a:ext>
            </a:extLst>
          </p:cNvPr>
          <p:cNvSpPr txBox="1"/>
          <p:nvPr/>
        </p:nvSpPr>
        <p:spPr>
          <a:xfrm>
            <a:off x="838200" y="3271528"/>
            <a:ext cx="6096000" cy="1894558"/>
          </a:xfrm>
          <a:prstGeom prst="rect">
            <a:avLst/>
          </a:prstGeom>
          <a:noFill/>
          <a:ln>
            <a:solidFill>
              <a:schemeClr val="accent2"/>
            </a:solidFill>
          </a:ln>
        </p:spPr>
        <p:txBody>
          <a:bodyPr wrap="square">
            <a:spAutoFit/>
          </a:bodyPr>
          <a:lstStyle/>
          <a:p>
            <a:pPr>
              <a:lnSpc>
                <a:spcPct val="150000"/>
              </a:lnSpc>
            </a:pPr>
            <a:r>
              <a:rPr lang="en-US" sz="2000">
                <a:solidFill>
                  <a:srgbClr val="9E880D"/>
                </a:solidFill>
                <a:effectLst/>
              </a:rPr>
              <a:t>@</a:t>
            </a:r>
            <a:r>
              <a:rPr lang="en-US" sz="2000" err="1">
                <a:solidFill>
                  <a:srgbClr val="9E880D"/>
                </a:solidFill>
                <a:effectLst/>
              </a:rPr>
              <a:t>HiltViewModel</a:t>
            </a:r>
            <a:br>
              <a:rPr lang="en-US" sz="2000">
                <a:solidFill>
                  <a:srgbClr val="9E880D"/>
                </a:solidFill>
                <a:effectLst/>
              </a:rPr>
            </a:br>
            <a:r>
              <a:rPr lang="en-US" sz="2000">
                <a:solidFill>
                  <a:srgbClr val="0033B3"/>
                </a:solidFill>
                <a:effectLst/>
              </a:rPr>
              <a:t>class </a:t>
            </a:r>
            <a:r>
              <a:rPr lang="en-US" sz="2000" err="1">
                <a:solidFill>
                  <a:srgbClr val="000000"/>
                </a:solidFill>
                <a:effectLst/>
              </a:rPr>
              <a:t>SharedViewModel</a:t>
            </a:r>
            <a:r>
              <a:rPr lang="en-US" sz="2000">
                <a:solidFill>
                  <a:srgbClr val="000000"/>
                </a:solidFill>
                <a:effectLst/>
              </a:rPr>
              <a:t> </a:t>
            </a:r>
            <a:r>
              <a:rPr lang="en-US" sz="2000">
                <a:solidFill>
                  <a:srgbClr val="9E880D"/>
                </a:solidFill>
                <a:effectLst/>
              </a:rPr>
              <a:t>@Inject </a:t>
            </a:r>
            <a:r>
              <a:rPr lang="en-US" sz="2000">
                <a:solidFill>
                  <a:srgbClr val="0033B3"/>
                </a:solidFill>
                <a:effectLst/>
              </a:rPr>
              <a:t>constructor</a:t>
            </a:r>
            <a:r>
              <a:rPr lang="en-US" sz="2000">
                <a:solidFill>
                  <a:srgbClr val="080808"/>
                </a:solidFill>
                <a:effectLst/>
              </a:rPr>
              <a:t>(</a:t>
            </a:r>
            <a:br>
              <a:rPr lang="en-US" sz="2000">
                <a:solidFill>
                  <a:srgbClr val="080808"/>
                </a:solidFill>
                <a:effectLst/>
              </a:rPr>
            </a:br>
            <a:r>
              <a:rPr lang="en-US" sz="2000">
                <a:solidFill>
                  <a:srgbClr val="080808"/>
                </a:solidFill>
                <a:effectLst/>
              </a:rPr>
              <a:t>    </a:t>
            </a:r>
            <a:r>
              <a:rPr lang="en-US" sz="2000">
                <a:solidFill>
                  <a:srgbClr val="0033B3"/>
                </a:solidFill>
                <a:effectLst/>
              </a:rPr>
              <a:t>private </a:t>
            </a:r>
            <a:r>
              <a:rPr lang="en-US" sz="2000" err="1">
                <a:solidFill>
                  <a:srgbClr val="0033B3"/>
                </a:solidFill>
                <a:effectLst/>
              </a:rPr>
              <a:t>val</a:t>
            </a:r>
            <a:r>
              <a:rPr lang="en-US" sz="2000">
                <a:solidFill>
                  <a:srgbClr val="0033B3"/>
                </a:solidFill>
                <a:effectLst/>
              </a:rPr>
              <a:t> </a:t>
            </a:r>
            <a:r>
              <a:rPr lang="en-US" sz="2000">
                <a:solidFill>
                  <a:srgbClr val="871094"/>
                </a:solidFill>
                <a:effectLst/>
              </a:rPr>
              <a:t>repository</a:t>
            </a:r>
            <a:r>
              <a:rPr lang="en-US" sz="2000">
                <a:solidFill>
                  <a:srgbClr val="080808"/>
                </a:solidFill>
                <a:effectLst/>
              </a:rPr>
              <a:t>: </a:t>
            </a:r>
            <a:r>
              <a:rPr lang="en-US" sz="2000" err="1">
                <a:solidFill>
                  <a:srgbClr val="000000"/>
                </a:solidFill>
                <a:effectLst/>
              </a:rPr>
              <a:t>MusicRepository</a:t>
            </a:r>
            <a:br>
              <a:rPr lang="en-US" sz="2000">
                <a:solidFill>
                  <a:srgbClr val="000000"/>
                </a:solidFill>
                <a:effectLst/>
              </a:rPr>
            </a:br>
            <a:r>
              <a:rPr lang="en-US" sz="2000">
                <a:solidFill>
                  <a:srgbClr val="080808"/>
                </a:solidFill>
                <a:effectLst/>
              </a:rPr>
              <a:t>) : </a:t>
            </a:r>
            <a:r>
              <a:rPr lang="en-US" sz="2000" err="1">
                <a:solidFill>
                  <a:srgbClr val="080808"/>
                </a:solidFill>
                <a:effectLst/>
              </a:rPr>
              <a:t>ViewModel</a:t>
            </a:r>
            <a:r>
              <a:rPr lang="en-US" sz="2000">
                <a:solidFill>
                  <a:srgbClr val="080808"/>
                </a:solidFill>
                <a:effectLst/>
              </a:rPr>
              <a:t>() {</a:t>
            </a:r>
            <a:r>
              <a:rPr lang="en-US" sz="2000">
                <a:solidFill>
                  <a:schemeClr val="bg1">
                    <a:lumMod val="50000"/>
                  </a:schemeClr>
                </a:solidFill>
                <a:effectLst/>
              </a:rPr>
              <a:t>/*…*/</a:t>
            </a:r>
            <a:r>
              <a:rPr lang="en-US" sz="2000">
                <a:solidFill>
                  <a:srgbClr val="080808"/>
                </a:solidFill>
                <a:effectLst/>
              </a:rPr>
              <a:t>}</a:t>
            </a:r>
          </a:p>
        </p:txBody>
      </p:sp>
      <p:sp>
        <p:nvSpPr>
          <p:cNvPr id="7" name="TextBox 6">
            <a:extLst>
              <a:ext uri="{FF2B5EF4-FFF2-40B4-BE49-F238E27FC236}">
                <a16:creationId xmlns:a16="http://schemas.microsoft.com/office/drawing/2014/main" id="{9CC473C6-26FD-522A-AF1A-8C0815456AE5}"/>
              </a:ext>
            </a:extLst>
          </p:cNvPr>
          <p:cNvSpPr txBox="1"/>
          <p:nvPr/>
        </p:nvSpPr>
        <p:spPr>
          <a:xfrm>
            <a:off x="4639733" y="5856933"/>
            <a:ext cx="6908800" cy="400110"/>
          </a:xfrm>
          <a:prstGeom prst="rect">
            <a:avLst/>
          </a:prstGeom>
          <a:noFill/>
          <a:ln>
            <a:solidFill>
              <a:schemeClr val="accent2"/>
            </a:solidFill>
          </a:ln>
        </p:spPr>
        <p:txBody>
          <a:bodyPr wrap="square">
            <a:spAutoFit/>
          </a:bodyPr>
          <a:lstStyle/>
          <a:p>
            <a:r>
              <a:rPr lang="en-US" sz="2000" err="1">
                <a:solidFill>
                  <a:srgbClr val="0033B3"/>
                </a:solidFill>
                <a:effectLst/>
              </a:rPr>
              <a:t>val</a:t>
            </a:r>
            <a:r>
              <a:rPr lang="en-US" sz="2000">
                <a:solidFill>
                  <a:srgbClr val="0033B3"/>
                </a:solidFill>
                <a:effectLst/>
              </a:rPr>
              <a:t> </a:t>
            </a:r>
            <a:r>
              <a:rPr lang="en-US" sz="2000" err="1">
                <a:solidFill>
                  <a:srgbClr val="000000"/>
                </a:solidFill>
                <a:effectLst/>
              </a:rPr>
              <a:t>sharedViewModel</a:t>
            </a:r>
            <a:r>
              <a:rPr lang="en-US" sz="2000">
                <a:solidFill>
                  <a:srgbClr val="080808"/>
                </a:solidFill>
                <a:effectLst/>
              </a:rPr>
              <a:t>: </a:t>
            </a:r>
            <a:r>
              <a:rPr lang="en-US" sz="2000" err="1">
                <a:solidFill>
                  <a:srgbClr val="000000"/>
                </a:solidFill>
                <a:effectLst/>
              </a:rPr>
              <a:t>SharedViewModel</a:t>
            </a:r>
            <a:r>
              <a:rPr lang="en-US" sz="2000">
                <a:solidFill>
                  <a:srgbClr val="000000"/>
                </a:solidFill>
                <a:effectLst/>
              </a:rPr>
              <a:t> </a:t>
            </a:r>
            <a:r>
              <a:rPr lang="en-US" sz="2000">
                <a:solidFill>
                  <a:srgbClr val="080808"/>
                </a:solidFill>
                <a:effectLst/>
              </a:rPr>
              <a:t>= </a:t>
            </a:r>
            <a:r>
              <a:rPr lang="en-US" sz="2000" err="1">
                <a:solidFill>
                  <a:srgbClr val="009900"/>
                </a:solidFill>
                <a:effectLst/>
              </a:rPr>
              <a:t>hiltViewModel</a:t>
            </a:r>
            <a:r>
              <a:rPr lang="en-US" sz="2000">
                <a:solidFill>
                  <a:srgbClr val="080808"/>
                </a:solidFill>
                <a:effectLst/>
              </a:rPr>
              <a:t>()</a:t>
            </a:r>
          </a:p>
        </p:txBody>
      </p:sp>
      <p:sp>
        <p:nvSpPr>
          <p:cNvPr id="4" name="Slide Number Placeholder 3">
            <a:extLst>
              <a:ext uri="{FF2B5EF4-FFF2-40B4-BE49-F238E27FC236}">
                <a16:creationId xmlns:a16="http://schemas.microsoft.com/office/drawing/2014/main" id="{7FCEAB35-89C5-34F3-405C-05F20C898400}"/>
              </a:ext>
            </a:extLst>
          </p:cNvPr>
          <p:cNvSpPr>
            <a:spLocks noGrp="1"/>
          </p:cNvSpPr>
          <p:nvPr>
            <p:ph type="sldNum" sz="quarter" idx="12"/>
          </p:nvPr>
        </p:nvSpPr>
        <p:spPr/>
        <p:txBody>
          <a:bodyPr/>
          <a:lstStyle/>
          <a:p>
            <a:fld id="{330EA680-D336-4FF7-8B7A-9848BB0A1C32}" type="slidenum">
              <a:rPr lang="en-US" smtClean="0"/>
              <a:t>81</a:t>
            </a:fld>
            <a:endParaRPr lang="en-US"/>
          </a:p>
        </p:txBody>
      </p:sp>
    </p:spTree>
    <p:extLst>
      <p:ext uri="{BB962C8B-B14F-4D97-AF65-F5344CB8AC3E}">
        <p14:creationId xmlns:p14="http://schemas.microsoft.com/office/powerpoint/2010/main" val="13438683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66C96E-DA1F-F9A3-784E-AC967E7ADB94}"/>
              </a:ext>
            </a:extLst>
          </p:cNvPr>
          <p:cNvSpPr>
            <a:spLocks noGrp="1"/>
          </p:cNvSpPr>
          <p:nvPr>
            <p:ph type="title"/>
          </p:nvPr>
        </p:nvSpPr>
        <p:spPr>
          <a:xfrm>
            <a:off x="411480" y="991443"/>
            <a:ext cx="4443154" cy="1087819"/>
          </a:xfrm>
        </p:spPr>
        <p:txBody>
          <a:bodyPr vert="horz" lIns="91440" tIns="45720" rIns="91440" bIns="45720" rtlCol="0" anchor="b">
            <a:normAutofit/>
          </a:bodyPr>
          <a:lstStyle/>
          <a:p>
            <a:r>
              <a:rPr lang="en-US" sz="3400" kern="1200">
                <a:solidFill>
                  <a:schemeClr val="tx1"/>
                </a:solidFill>
                <a:latin typeface="+mj-lt"/>
                <a:ea typeface="+mj-ea"/>
                <a:cs typeface="+mj-cs"/>
              </a:rPr>
              <a:t>Hilt + </a:t>
            </a:r>
            <a:r>
              <a:rPr lang="en-US" sz="3400" kern="1200" err="1">
                <a:solidFill>
                  <a:schemeClr val="tx1"/>
                </a:solidFill>
                <a:latin typeface="+mj-lt"/>
                <a:ea typeface="+mj-ea"/>
                <a:cs typeface="+mj-cs"/>
              </a:rPr>
              <a:t>ViewModel</a:t>
            </a:r>
            <a:endParaRPr lang="en-US" sz="3400" kern="1200">
              <a:solidFill>
                <a:schemeClr val="tx1"/>
              </a:solidFill>
              <a:latin typeface="+mj-lt"/>
              <a:ea typeface="+mj-ea"/>
              <a:cs typeface="+mj-cs"/>
            </a:endParaRPr>
          </a:p>
        </p:txBody>
      </p:sp>
      <p:sp>
        <p:nvSpPr>
          <p:cNvPr id="12" name="Rectangle 11">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TextBox 4">
            <a:extLst>
              <a:ext uri="{FF2B5EF4-FFF2-40B4-BE49-F238E27FC236}">
                <a16:creationId xmlns:a16="http://schemas.microsoft.com/office/drawing/2014/main" id="{C64985B6-2A76-8441-D9EB-3DA2A4FBC40A}"/>
              </a:ext>
            </a:extLst>
          </p:cNvPr>
          <p:cNvSpPr txBox="1"/>
          <p:nvPr/>
        </p:nvSpPr>
        <p:spPr>
          <a:xfrm>
            <a:off x="411480" y="2684095"/>
            <a:ext cx="4443154" cy="3492868"/>
          </a:xfrm>
          <a:prstGeom prst="rect">
            <a:avLst/>
          </a:prstGeom>
        </p:spPr>
        <p:txBody>
          <a:bodyPr vert="horz" lIns="91440" tIns="45720" rIns="91440" bIns="45720" rtlCol="0">
            <a:normAutofit/>
          </a:bodyPr>
          <a:lstStyle/>
          <a:p>
            <a:pPr>
              <a:lnSpc>
                <a:spcPct val="90000"/>
              </a:lnSpc>
              <a:spcAft>
                <a:spcPts val="600"/>
              </a:spcAft>
            </a:pPr>
            <a:r>
              <a:rPr lang="en-US">
                <a:hlinkClick r:id="rId2"/>
              </a:rPr>
              <a:t>https://github.com/brightgeevarghese/MusicHiltDemo.git</a:t>
            </a:r>
            <a:r>
              <a:rPr lang="en-US"/>
              <a:t> </a:t>
            </a:r>
          </a:p>
        </p:txBody>
      </p:sp>
      <p:pic>
        <p:nvPicPr>
          <p:cNvPr id="3" name="Picture 2">
            <a:extLst>
              <a:ext uri="{FF2B5EF4-FFF2-40B4-BE49-F238E27FC236}">
                <a16:creationId xmlns:a16="http://schemas.microsoft.com/office/drawing/2014/main" id="{E2719CDA-897B-0262-BC44-F2566A5771FA}"/>
              </a:ext>
            </a:extLst>
          </p:cNvPr>
          <p:cNvPicPr>
            <a:picLocks noChangeAspect="1"/>
          </p:cNvPicPr>
          <p:nvPr/>
        </p:nvPicPr>
        <p:blipFill>
          <a:blip r:embed="rId3"/>
          <a:stretch>
            <a:fillRect/>
          </a:stretch>
        </p:blipFill>
        <p:spPr>
          <a:xfrm>
            <a:off x="6774106" y="625683"/>
            <a:ext cx="3663843" cy="5551280"/>
          </a:xfrm>
          <a:prstGeom prst="rect">
            <a:avLst/>
          </a:prstGeom>
        </p:spPr>
      </p:pic>
      <p:sp>
        <p:nvSpPr>
          <p:cNvPr id="4" name="Slide Number Placeholder 3">
            <a:extLst>
              <a:ext uri="{FF2B5EF4-FFF2-40B4-BE49-F238E27FC236}">
                <a16:creationId xmlns:a16="http://schemas.microsoft.com/office/drawing/2014/main" id="{DBB1C452-6EA1-FECE-3E15-16314D776DD1}"/>
              </a:ext>
            </a:extLst>
          </p:cNvPr>
          <p:cNvSpPr>
            <a:spLocks noGrp="1"/>
          </p:cNvSpPr>
          <p:nvPr>
            <p:ph type="sldNum" sz="quarter" idx="12"/>
          </p:nvPr>
        </p:nvSpPr>
        <p:spPr/>
        <p:txBody>
          <a:bodyPr/>
          <a:lstStyle/>
          <a:p>
            <a:fld id="{330EA680-D336-4FF7-8B7A-9848BB0A1C32}" type="slidenum">
              <a:rPr lang="en-US" smtClean="0"/>
              <a:t>82</a:t>
            </a:fld>
            <a:endParaRPr lang="en-US"/>
          </a:p>
        </p:txBody>
      </p:sp>
    </p:spTree>
    <p:extLst>
      <p:ext uri="{BB962C8B-B14F-4D97-AF65-F5344CB8AC3E}">
        <p14:creationId xmlns:p14="http://schemas.microsoft.com/office/powerpoint/2010/main" val="33378905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37940BB-FBC4-492E-BD92-3B7B914D0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2055DF-EA63-E744-2EB2-592115CC708E}"/>
              </a:ext>
            </a:extLst>
          </p:cNvPr>
          <p:cNvSpPr>
            <a:spLocks noGrp="1"/>
          </p:cNvSpPr>
          <p:nvPr>
            <p:ph type="title"/>
          </p:nvPr>
        </p:nvSpPr>
        <p:spPr>
          <a:xfrm>
            <a:off x="4853988" y="320041"/>
            <a:ext cx="6707084" cy="3892668"/>
          </a:xfrm>
        </p:spPr>
        <p:txBody>
          <a:bodyPr vert="horz" lIns="91440" tIns="45720" rIns="91440" bIns="45720" rtlCol="0" anchor="b">
            <a:normAutofit/>
          </a:bodyPr>
          <a:lstStyle/>
          <a:p>
            <a:r>
              <a:rPr lang="en-US" sz="6600" kern="1200">
                <a:solidFill>
                  <a:schemeClr val="tx1"/>
                </a:solidFill>
                <a:latin typeface="+mj-lt"/>
                <a:ea typeface="+mj-ea"/>
                <a:cs typeface="+mj-cs"/>
              </a:rPr>
              <a:t>Radio Button</a:t>
            </a:r>
          </a:p>
        </p:txBody>
      </p:sp>
      <p:sp>
        <p:nvSpPr>
          <p:cNvPr id="8" name="Text Placeholder 7">
            <a:extLst>
              <a:ext uri="{FF2B5EF4-FFF2-40B4-BE49-F238E27FC236}">
                <a16:creationId xmlns:a16="http://schemas.microsoft.com/office/drawing/2014/main" id="{A1BE6C78-B86F-78A0-08D9-0B2A1DDF4811}"/>
              </a:ext>
            </a:extLst>
          </p:cNvPr>
          <p:cNvSpPr>
            <a:spLocks noGrp="1"/>
          </p:cNvSpPr>
          <p:nvPr>
            <p:ph type="body" idx="1"/>
          </p:nvPr>
        </p:nvSpPr>
        <p:spPr>
          <a:xfrm>
            <a:off x="4853699" y="4631161"/>
            <a:ext cx="6707366" cy="1569486"/>
          </a:xfrm>
        </p:spPr>
        <p:txBody>
          <a:bodyPr vert="horz" lIns="91440" tIns="45720" rIns="91440" bIns="45720" rtlCol="0">
            <a:normAutofit/>
          </a:bodyPr>
          <a:lstStyle/>
          <a:p>
            <a:endParaRPr lang="en-US" sz="2400" kern="1200">
              <a:solidFill>
                <a:schemeClr val="tx1"/>
              </a:solidFill>
              <a:latin typeface="+mn-lt"/>
              <a:ea typeface="+mn-ea"/>
              <a:cs typeface="+mn-cs"/>
            </a:endParaRPr>
          </a:p>
        </p:txBody>
      </p:sp>
      <p:pic>
        <p:nvPicPr>
          <p:cNvPr id="6" name="Picture 5">
            <a:extLst>
              <a:ext uri="{FF2B5EF4-FFF2-40B4-BE49-F238E27FC236}">
                <a16:creationId xmlns:a16="http://schemas.microsoft.com/office/drawing/2014/main" id="{A246EAA2-776F-2749-C1F6-6BB5C30F96AF}"/>
              </a:ext>
            </a:extLst>
          </p:cNvPr>
          <p:cNvPicPr>
            <a:picLocks noChangeAspect="1"/>
          </p:cNvPicPr>
          <p:nvPr/>
        </p:nvPicPr>
        <p:blipFill>
          <a:blip r:embed="rId2"/>
          <a:stretch>
            <a:fillRect/>
          </a:stretch>
        </p:blipFill>
        <p:spPr>
          <a:xfrm>
            <a:off x="320040" y="1226248"/>
            <a:ext cx="4087368" cy="4087368"/>
          </a:xfrm>
          <a:prstGeom prst="rect">
            <a:avLst/>
          </a:prstGeom>
        </p:spPr>
      </p:pic>
      <p:sp>
        <p:nvSpPr>
          <p:cNvPr id="25"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3987" y="4409267"/>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05C3B414-C96A-6A01-7537-A9E5E94FFCE5}"/>
              </a:ext>
            </a:extLst>
          </p:cNvPr>
          <p:cNvSpPr>
            <a:spLocks noGrp="1"/>
          </p:cNvSpPr>
          <p:nvPr>
            <p:ph type="sldNum" sz="quarter" idx="12"/>
          </p:nvPr>
        </p:nvSpPr>
        <p:spPr/>
        <p:txBody>
          <a:bodyPr/>
          <a:lstStyle/>
          <a:p>
            <a:fld id="{330EA680-D336-4FF7-8B7A-9848BB0A1C32}" type="slidenum">
              <a:rPr lang="en-US" smtClean="0"/>
              <a:t>83</a:t>
            </a:fld>
            <a:endParaRPr lang="en-US"/>
          </a:p>
        </p:txBody>
      </p:sp>
    </p:spTree>
    <p:extLst>
      <p:ext uri="{BB962C8B-B14F-4D97-AF65-F5344CB8AC3E}">
        <p14:creationId xmlns:p14="http://schemas.microsoft.com/office/powerpoint/2010/main" val="26495517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DE2094-B64C-6489-BFF5-E0E7CA071226}"/>
              </a:ext>
            </a:extLst>
          </p:cNvPr>
          <p:cNvSpPr>
            <a:spLocks noGrp="1"/>
          </p:cNvSpPr>
          <p:nvPr>
            <p:ph type="title"/>
          </p:nvPr>
        </p:nvSpPr>
        <p:spPr>
          <a:xfrm>
            <a:off x="841248" y="548640"/>
            <a:ext cx="3600860" cy="5431536"/>
          </a:xfrm>
        </p:spPr>
        <p:txBody>
          <a:bodyPr vert="horz" lIns="91440" tIns="45720" rIns="91440" bIns="45720" rtlCol="0" anchor="ctr">
            <a:normAutofit/>
          </a:bodyPr>
          <a:lstStyle/>
          <a:p>
            <a:r>
              <a:rPr lang="en-US" sz="5000" kern="1200">
                <a:solidFill>
                  <a:schemeClr val="tx1"/>
                </a:solidFill>
                <a:latin typeface="+mj-lt"/>
                <a:ea typeface="+mj-ea"/>
                <a:cs typeface="+mj-cs"/>
              </a:rPr>
              <a:t>RadioButton</a:t>
            </a:r>
          </a:p>
        </p:txBody>
      </p:sp>
      <p:sp>
        <p:nvSpPr>
          <p:cNvPr id="1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C309D26-AE30-A859-0971-DC4D06C18F12}"/>
              </a:ext>
            </a:extLst>
          </p:cNvPr>
          <p:cNvSpPr txBox="1"/>
          <p:nvPr/>
        </p:nvSpPr>
        <p:spPr>
          <a:xfrm>
            <a:off x="5283355" y="933770"/>
            <a:ext cx="6378213" cy="4199611"/>
          </a:xfrm>
          <a:prstGeom prst="rect">
            <a:avLst/>
          </a:prstGeom>
          <a:noFill/>
        </p:spPr>
        <p:txBody>
          <a:bodyPr wrap="square">
            <a:spAutoFit/>
          </a:bodyPr>
          <a:lstStyle/>
          <a:p>
            <a:pPr>
              <a:lnSpc>
                <a:spcPct val="150000"/>
              </a:lnSpc>
              <a:buNone/>
            </a:pPr>
            <a:r>
              <a:rPr lang="en-US" sz="2000">
                <a:solidFill>
                  <a:srgbClr val="9E880D"/>
                </a:solidFill>
                <a:effectLst/>
                <a:latin typeface="JetBrains Mono"/>
              </a:rPr>
              <a:t>@Composable</a:t>
            </a:r>
            <a:br>
              <a:rPr lang="en-US" sz="2000">
                <a:solidFill>
                  <a:srgbClr val="9E880D"/>
                </a:solidFill>
                <a:effectLst/>
                <a:latin typeface="JetBrains Mono"/>
              </a:rPr>
            </a:br>
            <a:r>
              <a:rPr lang="en-US" sz="2000">
                <a:solidFill>
                  <a:srgbClr val="0033B3"/>
                </a:solidFill>
                <a:effectLst/>
                <a:latin typeface="JetBrains Mono"/>
              </a:rPr>
              <a:t>fun </a:t>
            </a:r>
            <a:r>
              <a:rPr lang="en-US" sz="2000" err="1">
                <a:solidFill>
                  <a:srgbClr val="00627A"/>
                </a:solidFill>
                <a:effectLst/>
                <a:latin typeface="JetBrains Mono"/>
              </a:rPr>
              <a:t>RadioButton</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00000"/>
                </a:solidFill>
                <a:effectLst/>
                <a:latin typeface="JetBrains Mono"/>
              </a:rPr>
              <a:t>selected</a:t>
            </a:r>
            <a:r>
              <a:rPr lang="en-US" sz="2000">
                <a:solidFill>
                  <a:srgbClr val="080808"/>
                </a:solidFill>
                <a:effectLst/>
                <a:latin typeface="JetBrains Mono"/>
              </a:rPr>
              <a:t>: </a:t>
            </a:r>
            <a:r>
              <a:rPr lang="en-US" sz="2000">
                <a:solidFill>
                  <a:srgbClr val="000000"/>
                </a:solidFill>
                <a:effectLst/>
                <a:latin typeface="JetBrains Mono"/>
              </a:rPr>
              <a:t>Boolean</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err="1">
                <a:solidFill>
                  <a:srgbClr val="000000"/>
                </a:solidFill>
                <a:effectLst/>
                <a:latin typeface="JetBrains Mono"/>
              </a:rPr>
              <a:t>onClick</a:t>
            </a:r>
            <a:r>
              <a:rPr lang="en-US" sz="2000">
                <a:solidFill>
                  <a:srgbClr val="080808"/>
                </a:solidFill>
                <a:effectLst/>
                <a:latin typeface="JetBrains Mono"/>
              </a:rPr>
              <a:t>: (() -&gt; </a:t>
            </a:r>
            <a:r>
              <a:rPr lang="en-US" sz="2000">
                <a:solidFill>
                  <a:srgbClr val="000000"/>
                </a:solidFill>
                <a:effectLst/>
                <a:latin typeface="JetBrains Mono"/>
              </a:rPr>
              <a:t>Unit</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00000"/>
                </a:solidFill>
                <a:effectLst/>
                <a:latin typeface="JetBrains Mono"/>
              </a:rPr>
              <a:t>modifier</a:t>
            </a:r>
            <a:r>
              <a:rPr lang="en-US" sz="2000">
                <a:solidFill>
                  <a:srgbClr val="080808"/>
                </a:solidFill>
                <a:effectLst/>
                <a:latin typeface="JetBrains Mono"/>
              </a:rPr>
              <a:t>: </a:t>
            </a:r>
            <a:r>
              <a:rPr lang="en-US" sz="2000">
                <a:solidFill>
                  <a:srgbClr val="000000"/>
                </a:solidFill>
                <a:effectLst/>
                <a:latin typeface="JetBrains Mono"/>
              </a:rPr>
              <a:t>Modifier </a:t>
            </a:r>
            <a:r>
              <a:rPr lang="en-US" sz="2000">
                <a:solidFill>
                  <a:srgbClr val="080808"/>
                </a:solidFill>
                <a:effectLst/>
                <a:latin typeface="JetBrains Mono"/>
              </a:rPr>
              <a:t>= </a:t>
            </a:r>
            <a:r>
              <a:rPr lang="en-US" sz="2000">
                <a:solidFill>
                  <a:srgbClr val="000000"/>
                </a:solidFill>
                <a:effectLst/>
                <a:latin typeface="JetBrains Mono"/>
              </a:rPr>
              <a:t>Modifier</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00000"/>
                </a:solidFill>
                <a:effectLst/>
                <a:latin typeface="JetBrains Mono"/>
              </a:rPr>
              <a:t>enabled</a:t>
            </a:r>
            <a:r>
              <a:rPr lang="en-US" sz="2000">
                <a:solidFill>
                  <a:srgbClr val="080808"/>
                </a:solidFill>
                <a:effectLst/>
                <a:latin typeface="JetBrains Mono"/>
              </a:rPr>
              <a:t>: </a:t>
            </a:r>
            <a:r>
              <a:rPr lang="en-US" sz="2000">
                <a:solidFill>
                  <a:srgbClr val="000000"/>
                </a:solidFill>
                <a:effectLst/>
                <a:latin typeface="JetBrains Mono"/>
              </a:rPr>
              <a:t>Boolean </a:t>
            </a:r>
            <a:r>
              <a:rPr lang="en-US" sz="2000">
                <a:solidFill>
                  <a:srgbClr val="080808"/>
                </a:solidFill>
                <a:effectLst/>
                <a:latin typeface="JetBrains Mono"/>
              </a:rPr>
              <a:t>= </a:t>
            </a:r>
            <a:r>
              <a:rPr lang="en-US" sz="2000">
                <a:solidFill>
                  <a:srgbClr val="0033B3"/>
                </a:solidFill>
                <a:effectLst/>
                <a:latin typeface="JetBrains Mono"/>
              </a:rPr>
              <a:t>true</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a:solidFill>
                  <a:srgbClr val="000000"/>
                </a:solidFill>
                <a:effectLst/>
                <a:latin typeface="JetBrains Mono"/>
              </a:rPr>
              <a:t>colors</a:t>
            </a:r>
            <a:r>
              <a:rPr lang="en-US" sz="2000">
                <a:solidFill>
                  <a:srgbClr val="080808"/>
                </a:solidFill>
                <a:effectLst/>
                <a:latin typeface="JetBrains Mono"/>
              </a:rPr>
              <a:t>: </a:t>
            </a:r>
            <a:r>
              <a:rPr lang="en-US" sz="2000" err="1">
                <a:solidFill>
                  <a:srgbClr val="000000"/>
                </a:solidFill>
                <a:effectLst/>
                <a:latin typeface="JetBrains Mono"/>
              </a:rPr>
              <a:t>RadioButtonColors</a:t>
            </a:r>
            <a:r>
              <a:rPr lang="en-US" sz="2000">
                <a:solidFill>
                  <a:srgbClr val="000000"/>
                </a:solidFill>
                <a:effectLst/>
                <a:latin typeface="JetBrains Mono"/>
              </a:rPr>
              <a:t> </a:t>
            </a:r>
            <a:r>
              <a:rPr lang="en-US" sz="2000">
                <a:solidFill>
                  <a:srgbClr val="080808"/>
                </a:solidFill>
                <a:effectLst/>
                <a:latin typeface="JetBrains Mono"/>
              </a:rPr>
              <a:t>= </a:t>
            </a:r>
            <a:r>
              <a:rPr lang="en-US" sz="2000" err="1">
                <a:solidFill>
                  <a:srgbClr val="000000"/>
                </a:solidFill>
                <a:effectLst/>
                <a:latin typeface="JetBrains Mono"/>
              </a:rPr>
              <a:t>RadioButtonDefaults</a:t>
            </a:r>
            <a:r>
              <a:rPr lang="en-US" sz="2000" err="1">
                <a:solidFill>
                  <a:srgbClr val="080808"/>
                </a:solidFill>
                <a:effectLst/>
                <a:latin typeface="JetBrains Mono"/>
              </a:rPr>
              <a:t>.</a:t>
            </a:r>
            <a:r>
              <a:rPr lang="en-US" sz="2000" err="1">
                <a:solidFill>
                  <a:srgbClr val="009900"/>
                </a:solidFill>
                <a:effectLst/>
                <a:latin typeface="JetBrains Mono"/>
              </a:rPr>
              <a:t>colors</a:t>
            </a:r>
            <a:r>
              <a:rPr lang="en-US" sz="2000">
                <a:solidFill>
                  <a:srgbClr val="080808"/>
                </a:solidFill>
                <a:effectLst/>
                <a:latin typeface="JetBrains Mono"/>
              </a:rPr>
              <a:t>(),</a:t>
            </a:r>
            <a:br>
              <a:rPr lang="en-US" sz="2000">
                <a:solidFill>
                  <a:srgbClr val="080808"/>
                </a:solidFill>
                <a:effectLst/>
                <a:latin typeface="JetBrains Mono"/>
              </a:rPr>
            </a:br>
            <a:r>
              <a:rPr lang="en-US" sz="2000">
                <a:solidFill>
                  <a:srgbClr val="080808"/>
                </a:solidFill>
                <a:effectLst/>
                <a:latin typeface="JetBrains Mono"/>
              </a:rPr>
              <a:t>    </a:t>
            </a:r>
            <a:r>
              <a:rPr lang="en-US" sz="2000" err="1">
                <a:solidFill>
                  <a:srgbClr val="000000"/>
                </a:solidFill>
                <a:effectLst/>
                <a:latin typeface="JetBrains Mono"/>
              </a:rPr>
              <a:t>interactionSource</a:t>
            </a:r>
            <a:r>
              <a:rPr lang="en-US" sz="2000">
                <a:solidFill>
                  <a:srgbClr val="080808"/>
                </a:solidFill>
                <a:effectLst/>
                <a:latin typeface="JetBrains Mono"/>
              </a:rPr>
              <a:t>: </a:t>
            </a:r>
            <a:r>
              <a:rPr lang="en-US" sz="2000" err="1">
                <a:solidFill>
                  <a:srgbClr val="000000"/>
                </a:solidFill>
                <a:effectLst/>
                <a:latin typeface="JetBrains Mono"/>
              </a:rPr>
              <a:t>MutableInteractionSource</a:t>
            </a:r>
            <a:r>
              <a:rPr lang="en-US" sz="2000">
                <a:solidFill>
                  <a:srgbClr val="080808"/>
                </a:solidFill>
                <a:effectLst/>
                <a:latin typeface="JetBrains Mono"/>
              </a:rPr>
              <a:t>? = </a:t>
            </a:r>
            <a:r>
              <a:rPr lang="en-US" sz="2000">
                <a:solidFill>
                  <a:srgbClr val="0033B3"/>
                </a:solidFill>
                <a:effectLst/>
                <a:latin typeface="JetBrains Mono"/>
              </a:rPr>
              <a:t>null</a:t>
            </a:r>
            <a:br>
              <a:rPr lang="en-US" sz="2000">
                <a:solidFill>
                  <a:srgbClr val="0033B3"/>
                </a:solidFill>
                <a:effectLst/>
                <a:latin typeface="JetBrains Mono"/>
              </a:rPr>
            </a:br>
            <a:r>
              <a:rPr lang="en-US" sz="2000">
                <a:solidFill>
                  <a:srgbClr val="080808"/>
                </a:solidFill>
                <a:effectLst/>
                <a:latin typeface="JetBrains Mono"/>
              </a:rPr>
              <a:t>)</a:t>
            </a:r>
          </a:p>
        </p:txBody>
      </p:sp>
      <p:sp>
        <p:nvSpPr>
          <p:cNvPr id="3" name="Slide Number Placeholder 2">
            <a:extLst>
              <a:ext uri="{FF2B5EF4-FFF2-40B4-BE49-F238E27FC236}">
                <a16:creationId xmlns:a16="http://schemas.microsoft.com/office/drawing/2014/main" id="{005D4B29-D79D-C2E8-BE57-77D400162CA9}"/>
              </a:ext>
            </a:extLst>
          </p:cNvPr>
          <p:cNvSpPr>
            <a:spLocks noGrp="1"/>
          </p:cNvSpPr>
          <p:nvPr>
            <p:ph type="sldNum" sz="quarter" idx="12"/>
          </p:nvPr>
        </p:nvSpPr>
        <p:spPr/>
        <p:txBody>
          <a:bodyPr/>
          <a:lstStyle/>
          <a:p>
            <a:fld id="{330EA680-D336-4FF7-8B7A-9848BB0A1C32}" type="slidenum">
              <a:rPr lang="en-US" smtClean="0"/>
              <a:t>84</a:t>
            </a:fld>
            <a:endParaRPr lang="en-US"/>
          </a:p>
        </p:txBody>
      </p:sp>
    </p:spTree>
    <p:extLst>
      <p:ext uri="{BB962C8B-B14F-4D97-AF65-F5344CB8AC3E}">
        <p14:creationId xmlns:p14="http://schemas.microsoft.com/office/powerpoint/2010/main" val="37385092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87662E-4E7E-AF72-A043-2CF9667993FD}"/>
              </a:ext>
            </a:extLst>
          </p:cNvPr>
          <p:cNvSpPr>
            <a:spLocks noGrp="1"/>
          </p:cNvSpPr>
          <p:nvPr>
            <p:ph type="title"/>
          </p:nvPr>
        </p:nvSpPr>
        <p:spPr>
          <a:xfrm>
            <a:off x="841248" y="334644"/>
            <a:ext cx="10509504" cy="597060"/>
          </a:xfrm>
        </p:spPr>
        <p:txBody>
          <a:bodyPr vert="horz" lIns="91440" tIns="45720" rIns="91440" bIns="45720" rtlCol="0" anchor="ctr">
            <a:normAutofit fontScale="90000"/>
          </a:bodyPr>
          <a:lstStyle/>
          <a:p>
            <a:r>
              <a:rPr lang="en-US" sz="4000" kern="1200">
                <a:solidFill>
                  <a:schemeClr val="tx1"/>
                </a:solidFill>
                <a:latin typeface="+mj-lt"/>
                <a:ea typeface="+mj-ea"/>
                <a:cs typeface="+mj-cs"/>
              </a:rPr>
              <a:t>Create two </a:t>
            </a:r>
            <a:r>
              <a:rPr lang="en-US" sz="4000" kern="1200" err="1">
                <a:solidFill>
                  <a:schemeClr val="tx1"/>
                </a:solidFill>
                <a:latin typeface="+mj-lt"/>
                <a:ea typeface="+mj-ea"/>
                <a:cs typeface="+mj-cs"/>
              </a:rPr>
              <a:t>RadioButton</a:t>
            </a:r>
            <a:endParaRPr lang="en-US" sz="4000" kern="1200">
              <a:solidFill>
                <a:schemeClr val="tx1"/>
              </a:solidFill>
              <a:latin typeface="+mj-lt"/>
              <a:ea typeface="+mj-ea"/>
              <a:cs typeface="+mj-cs"/>
            </a:endParaRPr>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 name="Group 5">
            <a:extLst>
              <a:ext uri="{FF2B5EF4-FFF2-40B4-BE49-F238E27FC236}">
                <a16:creationId xmlns:a16="http://schemas.microsoft.com/office/drawing/2014/main" id="{0D61EBF5-388B-F6BC-E651-03C6EE1C0BE6}"/>
              </a:ext>
            </a:extLst>
          </p:cNvPr>
          <p:cNvGrpSpPr/>
          <p:nvPr/>
        </p:nvGrpSpPr>
        <p:grpSpPr>
          <a:xfrm>
            <a:off x="838200" y="1357048"/>
            <a:ext cx="11034219" cy="5135827"/>
            <a:chOff x="838200" y="1229221"/>
            <a:chExt cx="11034219" cy="5135827"/>
          </a:xfrm>
        </p:grpSpPr>
        <p:pic>
          <p:nvPicPr>
            <p:cNvPr id="7" name="Picture 6">
              <a:extLst>
                <a:ext uri="{FF2B5EF4-FFF2-40B4-BE49-F238E27FC236}">
                  <a16:creationId xmlns:a16="http://schemas.microsoft.com/office/drawing/2014/main" id="{BF5EC7D6-9709-FA62-62CA-7203D4C9E7BA}"/>
                </a:ext>
              </a:extLst>
            </p:cNvPr>
            <p:cNvPicPr>
              <a:picLocks noChangeAspect="1"/>
            </p:cNvPicPr>
            <p:nvPr/>
          </p:nvPicPr>
          <p:blipFill>
            <a:blip r:embed="rId2"/>
            <a:stretch>
              <a:fillRect/>
            </a:stretch>
          </p:blipFill>
          <p:spPr>
            <a:xfrm>
              <a:off x="838200" y="1229221"/>
              <a:ext cx="11034219" cy="5135827"/>
            </a:xfrm>
            <a:prstGeom prst="rect">
              <a:avLst/>
            </a:prstGeom>
          </p:spPr>
        </p:pic>
        <p:sp>
          <p:nvSpPr>
            <p:cNvPr id="8" name="Rounded Rectangle 7">
              <a:extLst>
                <a:ext uri="{FF2B5EF4-FFF2-40B4-BE49-F238E27FC236}">
                  <a16:creationId xmlns:a16="http://schemas.microsoft.com/office/drawing/2014/main" id="{134AB2AB-DE65-3543-C679-2FB1849CE1CC}"/>
                </a:ext>
              </a:extLst>
            </p:cNvPr>
            <p:cNvSpPr/>
            <p:nvPr/>
          </p:nvSpPr>
          <p:spPr>
            <a:xfrm>
              <a:off x="8704613" y="1828799"/>
              <a:ext cx="3167806" cy="356261"/>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lide Number Placeholder 2">
            <a:extLst>
              <a:ext uri="{FF2B5EF4-FFF2-40B4-BE49-F238E27FC236}">
                <a16:creationId xmlns:a16="http://schemas.microsoft.com/office/drawing/2014/main" id="{CFF972C4-98B8-B14D-85DA-A30B23F6881E}"/>
              </a:ext>
            </a:extLst>
          </p:cNvPr>
          <p:cNvSpPr>
            <a:spLocks noGrp="1"/>
          </p:cNvSpPr>
          <p:nvPr>
            <p:ph type="sldNum" sz="quarter" idx="12"/>
          </p:nvPr>
        </p:nvSpPr>
        <p:spPr/>
        <p:txBody>
          <a:bodyPr/>
          <a:lstStyle/>
          <a:p>
            <a:fld id="{330EA680-D336-4FF7-8B7A-9848BB0A1C32}" type="slidenum">
              <a:rPr lang="en-US" smtClean="0"/>
              <a:t>85</a:t>
            </a:fld>
            <a:endParaRPr lang="en-US"/>
          </a:p>
        </p:txBody>
      </p:sp>
    </p:spTree>
    <p:extLst>
      <p:ext uri="{BB962C8B-B14F-4D97-AF65-F5344CB8AC3E}">
        <p14:creationId xmlns:p14="http://schemas.microsoft.com/office/powerpoint/2010/main" val="309269278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D06A6C-8C30-FCAD-AC28-493D5C01794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BB8F0E7-F80F-8E8C-21EC-57ABB2076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0D06FA-748C-2A3E-E863-EDD306C0F5ED}"/>
              </a:ext>
            </a:extLst>
          </p:cNvPr>
          <p:cNvSpPr>
            <a:spLocks noGrp="1"/>
          </p:cNvSpPr>
          <p:nvPr>
            <p:ph type="title"/>
          </p:nvPr>
        </p:nvSpPr>
        <p:spPr>
          <a:xfrm>
            <a:off x="841248" y="334644"/>
            <a:ext cx="10509504" cy="597060"/>
          </a:xfrm>
        </p:spPr>
        <p:txBody>
          <a:bodyPr vert="horz" lIns="91440" tIns="45720" rIns="91440" bIns="45720" rtlCol="0" anchor="ctr">
            <a:normAutofit fontScale="90000"/>
          </a:bodyPr>
          <a:lstStyle/>
          <a:p>
            <a:pPr algn="r"/>
            <a:r>
              <a:rPr lang="en-US" sz="4000" kern="1200">
                <a:solidFill>
                  <a:schemeClr val="tx1"/>
                </a:solidFill>
                <a:latin typeface="+mj-lt"/>
                <a:ea typeface="+mj-ea"/>
                <a:cs typeface="+mj-cs"/>
              </a:rPr>
              <a:t>Align Center Vertically</a:t>
            </a:r>
          </a:p>
        </p:txBody>
      </p:sp>
      <p:sp>
        <p:nvSpPr>
          <p:cNvPr id="12" name="Rectangle 11">
            <a:extLst>
              <a:ext uri="{FF2B5EF4-FFF2-40B4-BE49-F238E27FC236}">
                <a16:creationId xmlns:a16="http://schemas.microsoft.com/office/drawing/2014/main" id="{137C97C1-8515-FD55-21D5-4EEFB64B9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F88DB585-5429-25C1-82EF-25DDC049C6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449DB192-9727-20CC-9243-3F5DE96CBDFF}"/>
              </a:ext>
            </a:extLst>
          </p:cNvPr>
          <p:cNvPicPr>
            <a:picLocks noChangeAspect="1"/>
          </p:cNvPicPr>
          <p:nvPr/>
        </p:nvPicPr>
        <p:blipFill>
          <a:blip r:embed="rId2"/>
          <a:stretch>
            <a:fillRect/>
          </a:stretch>
        </p:blipFill>
        <p:spPr>
          <a:xfrm>
            <a:off x="533399" y="1222349"/>
            <a:ext cx="10607080" cy="4413302"/>
          </a:xfrm>
          <a:prstGeom prst="rect">
            <a:avLst/>
          </a:prstGeom>
        </p:spPr>
      </p:pic>
      <p:sp>
        <p:nvSpPr>
          <p:cNvPr id="8" name="Rounded Rectangle 7">
            <a:extLst>
              <a:ext uri="{FF2B5EF4-FFF2-40B4-BE49-F238E27FC236}">
                <a16:creationId xmlns:a16="http://schemas.microsoft.com/office/drawing/2014/main" id="{5A22CDC2-6984-8202-4383-B618DF39F20D}"/>
              </a:ext>
            </a:extLst>
          </p:cNvPr>
          <p:cNvSpPr/>
          <p:nvPr/>
        </p:nvSpPr>
        <p:spPr>
          <a:xfrm>
            <a:off x="1651880" y="2038260"/>
            <a:ext cx="5206120" cy="377681"/>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AD3D9799-2CA7-C202-D013-5DA64883EE0D}"/>
              </a:ext>
            </a:extLst>
          </p:cNvPr>
          <p:cNvSpPr>
            <a:spLocks noGrp="1"/>
          </p:cNvSpPr>
          <p:nvPr>
            <p:ph type="sldNum" sz="quarter" idx="12"/>
          </p:nvPr>
        </p:nvSpPr>
        <p:spPr/>
        <p:txBody>
          <a:bodyPr/>
          <a:lstStyle/>
          <a:p>
            <a:fld id="{330EA680-D336-4FF7-8B7A-9848BB0A1C32}" type="slidenum">
              <a:rPr lang="en-US" smtClean="0"/>
              <a:t>86</a:t>
            </a:fld>
            <a:endParaRPr lang="en-US"/>
          </a:p>
        </p:txBody>
      </p:sp>
    </p:spTree>
    <p:extLst>
      <p:ext uri="{BB962C8B-B14F-4D97-AF65-F5344CB8AC3E}">
        <p14:creationId xmlns:p14="http://schemas.microsoft.com/office/powerpoint/2010/main" val="52839522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0130E7-392C-DA07-6B96-4FE212C3C2E4}"/>
              </a:ext>
            </a:extLst>
          </p:cNvPr>
          <p:cNvSpPr>
            <a:spLocks noGrp="1"/>
          </p:cNvSpPr>
          <p:nvPr>
            <p:ph type="title"/>
          </p:nvPr>
        </p:nvSpPr>
        <p:spPr>
          <a:xfrm>
            <a:off x="481029" y="-122033"/>
            <a:ext cx="4023360" cy="894021"/>
          </a:xfrm>
        </p:spPr>
        <p:txBody>
          <a:bodyPr vert="horz" lIns="91440" tIns="45720" rIns="91440" bIns="45720" rtlCol="0" anchor="b">
            <a:normAutofit/>
          </a:bodyPr>
          <a:lstStyle/>
          <a:p>
            <a:r>
              <a:rPr lang="en-US" sz="4800" kern="1200">
                <a:solidFill>
                  <a:schemeClr val="tx1"/>
                </a:solidFill>
                <a:latin typeface="+mj-lt"/>
                <a:ea typeface="+mj-ea"/>
                <a:cs typeface="+mj-cs"/>
              </a:rPr>
              <a:t>Add a Button</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DFF90285-5597-D12D-70D1-E0D8109A76FE}"/>
              </a:ext>
            </a:extLst>
          </p:cNvPr>
          <p:cNvPicPr>
            <a:picLocks noChangeAspect="1"/>
          </p:cNvPicPr>
          <p:nvPr/>
        </p:nvPicPr>
        <p:blipFill>
          <a:blip r:embed="rId2"/>
          <a:srcRect t="2399"/>
          <a:stretch>
            <a:fillRect/>
          </a:stretch>
        </p:blipFill>
        <p:spPr>
          <a:xfrm>
            <a:off x="210096" y="1032933"/>
            <a:ext cx="9653230" cy="5653024"/>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C5DEF05C-1CE4-3D6A-5BED-034DC25E1667}"/>
              </a:ext>
            </a:extLst>
          </p:cNvPr>
          <p:cNvPicPr>
            <a:picLocks noChangeAspect="1"/>
          </p:cNvPicPr>
          <p:nvPr/>
        </p:nvPicPr>
        <p:blipFill>
          <a:blip r:embed="rId3"/>
          <a:stretch>
            <a:fillRect/>
          </a:stretch>
        </p:blipFill>
        <p:spPr>
          <a:xfrm>
            <a:off x="7381062" y="3593083"/>
            <a:ext cx="4600842" cy="3092874"/>
          </a:xfrm>
          <a:prstGeom prst="rect">
            <a:avLst/>
          </a:prstGeom>
          <a:ln>
            <a:noFill/>
          </a:ln>
          <a:effectLst>
            <a:outerShdw blurRad="292100" dist="139700" dir="2700000" algn="tl" rotWithShape="0">
              <a:srgbClr val="333333">
                <a:alpha val="65000"/>
              </a:srgbClr>
            </a:outerShdw>
          </a:effectLst>
        </p:spPr>
      </p:pic>
      <p:sp>
        <p:nvSpPr>
          <p:cNvPr id="3" name="Slide Number Placeholder 2">
            <a:extLst>
              <a:ext uri="{FF2B5EF4-FFF2-40B4-BE49-F238E27FC236}">
                <a16:creationId xmlns:a16="http://schemas.microsoft.com/office/drawing/2014/main" id="{E6A969A2-8F15-1787-D43B-BCF166DE9BD5}"/>
              </a:ext>
            </a:extLst>
          </p:cNvPr>
          <p:cNvSpPr>
            <a:spLocks noGrp="1"/>
          </p:cNvSpPr>
          <p:nvPr>
            <p:ph type="sldNum" sz="quarter" idx="12"/>
          </p:nvPr>
        </p:nvSpPr>
        <p:spPr/>
        <p:txBody>
          <a:bodyPr/>
          <a:lstStyle/>
          <a:p>
            <a:fld id="{330EA680-D336-4FF7-8B7A-9848BB0A1C32}" type="slidenum">
              <a:rPr lang="en-US" smtClean="0"/>
              <a:t>87</a:t>
            </a:fld>
            <a:endParaRPr lang="en-US"/>
          </a:p>
        </p:txBody>
      </p:sp>
    </p:spTree>
    <p:extLst>
      <p:ext uri="{BB962C8B-B14F-4D97-AF65-F5344CB8AC3E}">
        <p14:creationId xmlns:p14="http://schemas.microsoft.com/office/powerpoint/2010/main" val="39558233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7940BB-FBC4-492E-BD92-3B7B914D0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EB9299-9D6E-8250-D9D6-26B9BD059B04}"/>
              </a:ext>
            </a:extLst>
          </p:cNvPr>
          <p:cNvSpPr>
            <a:spLocks noGrp="1"/>
          </p:cNvSpPr>
          <p:nvPr>
            <p:ph type="title"/>
          </p:nvPr>
        </p:nvSpPr>
        <p:spPr>
          <a:xfrm>
            <a:off x="4853988" y="320041"/>
            <a:ext cx="6707084" cy="3892668"/>
          </a:xfrm>
        </p:spPr>
        <p:txBody>
          <a:bodyPr vert="horz" lIns="91440" tIns="45720" rIns="91440" bIns="45720" rtlCol="0" anchor="b">
            <a:normAutofit/>
          </a:bodyPr>
          <a:lstStyle/>
          <a:p>
            <a:r>
              <a:rPr lang="en-US" sz="6600" kern="1200">
                <a:solidFill>
                  <a:schemeClr val="tx1"/>
                </a:solidFill>
                <a:latin typeface="+mj-lt"/>
                <a:ea typeface="+mj-ea"/>
                <a:cs typeface="+mj-cs"/>
              </a:rPr>
              <a:t>Checkbox</a:t>
            </a:r>
          </a:p>
        </p:txBody>
      </p:sp>
      <p:sp>
        <p:nvSpPr>
          <p:cNvPr id="3" name="Text Placeholder 2">
            <a:extLst>
              <a:ext uri="{FF2B5EF4-FFF2-40B4-BE49-F238E27FC236}">
                <a16:creationId xmlns:a16="http://schemas.microsoft.com/office/drawing/2014/main" id="{FA775D05-202A-FA9C-CDED-5D7330329818}"/>
              </a:ext>
            </a:extLst>
          </p:cNvPr>
          <p:cNvSpPr>
            <a:spLocks noGrp="1"/>
          </p:cNvSpPr>
          <p:nvPr>
            <p:ph type="body" idx="1"/>
          </p:nvPr>
        </p:nvSpPr>
        <p:spPr>
          <a:xfrm>
            <a:off x="4853699" y="4631161"/>
            <a:ext cx="6707366" cy="1569486"/>
          </a:xfrm>
        </p:spPr>
        <p:txBody>
          <a:bodyPr vert="horz" lIns="91440" tIns="45720" rIns="91440" bIns="45720" rtlCol="0">
            <a:normAutofit/>
          </a:bodyPr>
          <a:lstStyle/>
          <a:p>
            <a:endParaRPr lang="en-US" sz="2400" kern="1200">
              <a:solidFill>
                <a:schemeClr val="tx1"/>
              </a:solidFill>
              <a:latin typeface="+mn-lt"/>
              <a:ea typeface="+mn-ea"/>
              <a:cs typeface="+mn-cs"/>
            </a:endParaRPr>
          </a:p>
        </p:txBody>
      </p:sp>
      <p:pic>
        <p:nvPicPr>
          <p:cNvPr id="4" name="Picture 3">
            <a:extLst>
              <a:ext uri="{FF2B5EF4-FFF2-40B4-BE49-F238E27FC236}">
                <a16:creationId xmlns:a16="http://schemas.microsoft.com/office/drawing/2014/main" id="{0810E897-3838-B0CB-CCFA-EBCF377EF045}"/>
              </a:ext>
            </a:extLst>
          </p:cNvPr>
          <p:cNvPicPr>
            <a:picLocks noChangeAspect="1"/>
          </p:cNvPicPr>
          <p:nvPr/>
        </p:nvPicPr>
        <p:blipFill>
          <a:blip r:embed="rId2"/>
          <a:stretch>
            <a:fillRect/>
          </a:stretch>
        </p:blipFill>
        <p:spPr>
          <a:xfrm>
            <a:off x="320040" y="1226248"/>
            <a:ext cx="4087368" cy="4087368"/>
          </a:xfrm>
          <a:prstGeom prst="rect">
            <a:avLst/>
          </a:prstGeom>
        </p:spPr>
      </p:pic>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3987" y="4409267"/>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CC887E7C-5DF9-55E7-80E3-B51F77902692}"/>
              </a:ext>
            </a:extLst>
          </p:cNvPr>
          <p:cNvSpPr>
            <a:spLocks noGrp="1"/>
          </p:cNvSpPr>
          <p:nvPr>
            <p:ph type="sldNum" sz="quarter" idx="12"/>
          </p:nvPr>
        </p:nvSpPr>
        <p:spPr/>
        <p:txBody>
          <a:bodyPr/>
          <a:lstStyle/>
          <a:p>
            <a:fld id="{330EA680-D336-4FF7-8B7A-9848BB0A1C32}" type="slidenum">
              <a:rPr lang="en-US" smtClean="0"/>
              <a:t>88</a:t>
            </a:fld>
            <a:endParaRPr lang="en-US"/>
          </a:p>
        </p:txBody>
      </p:sp>
    </p:spTree>
    <p:extLst>
      <p:ext uri="{BB962C8B-B14F-4D97-AF65-F5344CB8AC3E}">
        <p14:creationId xmlns:p14="http://schemas.microsoft.com/office/powerpoint/2010/main" val="130418374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4411E6-CD4B-41F6-94F7-737BA9605FE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031104D-3E25-7B4C-0914-2088EB2BE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588E52-E327-C616-0A29-0FD6E2A52062}"/>
              </a:ext>
            </a:extLst>
          </p:cNvPr>
          <p:cNvSpPr>
            <a:spLocks noGrp="1"/>
          </p:cNvSpPr>
          <p:nvPr>
            <p:ph type="title"/>
          </p:nvPr>
        </p:nvSpPr>
        <p:spPr>
          <a:xfrm>
            <a:off x="841248" y="548640"/>
            <a:ext cx="3600860" cy="5431536"/>
          </a:xfrm>
        </p:spPr>
        <p:txBody>
          <a:bodyPr vert="horz" lIns="91440" tIns="45720" rIns="91440" bIns="45720" rtlCol="0" anchor="ctr">
            <a:normAutofit/>
          </a:bodyPr>
          <a:lstStyle/>
          <a:p>
            <a:r>
              <a:rPr lang="en-US" sz="5000" kern="1200">
                <a:solidFill>
                  <a:schemeClr val="tx1"/>
                </a:solidFill>
                <a:latin typeface="+mj-lt"/>
                <a:ea typeface="+mj-ea"/>
                <a:cs typeface="+mj-cs"/>
              </a:rPr>
              <a:t>Checkbox</a:t>
            </a:r>
          </a:p>
        </p:txBody>
      </p:sp>
      <p:sp>
        <p:nvSpPr>
          <p:cNvPr id="11" name="sketch line">
            <a:extLst>
              <a:ext uri="{FF2B5EF4-FFF2-40B4-BE49-F238E27FC236}">
                <a16:creationId xmlns:a16="http://schemas.microsoft.com/office/drawing/2014/main" id="{62093E69-CA82-7D71-F89A-87797EE41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3D0E309-AD33-B2FF-F0F0-BF67AE80318E}"/>
              </a:ext>
            </a:extLst>
          </p:cNvPr>
          <p:cNvSpPr txBox="1"/>
          <p:nvPr/>
        </p:nvSpPr>
        <p:spPr>
          <a:xfrm>
            <a:off x="5022555" y="918472"/>
            <a:ext cx="6937248" cy="5021055"/>
          </a:xfrm>
          <a:prstGeom prst="rect">
            <a:avLst/>
          </a:prstGeom>
          <a:noFill/>
        </p:spPr>
        <p:txBody>
          <a:bodyPr wrap="square">
            <a:spAutoFit/>
          </a:bodyPr>
          <a:lstStyle/>
          <a:p>
            <a:pPr>
              <a:lnSpc>
                <a:spcPct val="150000"/>
              </a:lnSpc>
              <a:buNone/>
            </a:pPr>
            <a:r>
              <a:rPr lang="en-US" sz="2400">
                <a:solidFill>
                  <a:srgbClr val="9E880D"/>
                </a:solidFill>
                <a:effectLst/>
                <a:latin typeface="JetBrains Mono"/>
              </a:rPr>
              <a:t>@Composable</a:t>
            </a:r>
            <a:br>
              <a:rPr lang="en-US" sz="2400">
                <a:solidFill>
                  <a:srgbClr val="9E880D"/>
                </a:solidFill>
                <a:effectLst/>
                <a:latin typeface="JetBrains Mono"/>
              </a:rPr>
            </a:br>
            <a:r>
              <a:rPr lang="en-US" sz="2400">
                <a:solidFill>
                  <a:srgbClr val="0033B3"/>
                </a:solidFill>
                <a:effectLst/>
                <a:latin typeface="JetBrains Mono"/>
              </a:rPr>
              <a:t>fun </a:t>
            </a:r>
            <a:r>
              <a:rPr lang="en-US" sz="2400">
                <a:solidFill>
                  <a:srgbClr val="00627A"/>
                </a:solidFill>
                <a:effectLst/>
                <a:latin typeface="JetBrains Mono"/>
              </a:rPr>
              <a:t>Checkbox</a:t>
            </a:r>
            <a:r>
              <a:rPr lang="en-US" sz="2400">
                <a:solidFill>
                  <a:srgbClr val="080808"/>
                </a:solidFill>
                <a:effectLst/>
                <a:latin typeface="JetBrains Mono"/>
              </a:rPr>
              <a:t>(</a:t>
            </a:r>
            <a:br>
              <a:rPr lang="en-US" sz="2400">
                <a:solidFill>
                  <a:srgbClr val="080808"/>
                </a:solidFill>
                <a:effectLst/>
                <a:latin typeface="JetBrains Mono"/>
              </a:rPr>
            </a:br>
            <a:r>
              <a:rPr lang="en-US" sz="2400">
                <a:solidFill>
                  <a:srgbClr val="080808"/>
                </a:solidFill>
                <a:effectLst/>
                <a:latin typeface="JetBrains Mono"/>
              </a:rPr>
              <a:t>    </a:t>
            </a:r>
            <a:r>
              <a:rPr lang="en-US" sz="2400">
                <a:solidFill>
                  <a:srgbClr val="000000"/>
                </a:solidFill>
                <a:effectLst/>
                <a:latin typeface="JetBrains Mono"/>
              </a:rPr>
              <a:t>checked</a:t>
            </a:r>
            <a:r>
              <a:rPr lang="en-US" sz="2400">
                <a:solidFill>
                  <a:srgbClr val="080808"/>
                </a:solidFill>
                <a:effectLst/>
                <a:latin typeface="JetBrains Mono"/>
              </a:rPr>
              <a:t>: </a:t>
            </a:r>
            <a:r>
              <a:rPr lang="en-US" sz="2400">
                <a:solidFill>
                  <a:srgbClr val="000000"/>
                </a:solidFill>
                <a:effectLst/>
                <a:latin typeface="JetBrains Mono"/>
              </a:rPr>
              <a:t>Boolean</a:t>
            </a:r>
            <a:r>
              <a:rPr lang="en-US" sz="2400">
                <a:solidFill>
                  <a:srgbClr val="080808"/>
                </a:solidFill>
                <a:effectLst/>
                <a:latin typeface="JetBrains Mono"/>
              </a:rPr>
              <a:t>,</a:t>
            </a:r>
            <a:br>
              <a:rPr lang="en-US" sz="2400">
                <a:solidFill>
                  <a:srgbClr val="080808"/>
                </a:solidFill>
                <a:effectLst/>
                <a:latin typeface="JetBrains Mono"/>
              </a:rPr>
            </a:br>
            <a:r>
              <a:rPr lang="en-US" sz="2400">
                <a:solidFill>
                  <a:srgbClr val="080808"/>
                </a:solidFill>
                <a:effectLst/>
                <a:latin typeface="JetBrains Mono"/>
              </a:rPr>
              <a:t>    </a:t>
            </a:r>
            <a:r>
              <a:rPr lang="en-US" sz="2400" err="1">
                <a:solidFill>
                  <a:srgbClr val="000000"/>
                </a:solidFill>
                <a:effectLst/>
                <a:latin typeface="JetBrains Mono"/>
              </a:rPr>
              <a:t>onCheckedChange</a:t>
            </a:r>
            <a:r>
              <a:rPr lang="en-US" sz="2400">
                <a:solidFill>
                  <a:srgbClr val="080808"/>
                </a:solidFill>
                <a:effectLst/>
                <a:latin typeface="JetBrains Mono"/>
              </a:rPr>
              <a:t>: ((</a:t>
            </a:r>
            <a:r>
              <a:rPr lang="en-US" sz="2400">
                <a:solidFill>
                  <a:srgbClr val="000000"/>
                </a:solidFill>
                <a:effectLst/>
                <a:latin typeface="JetBrains Mono"/>
              </a:rPr>
              <a:t>Boolean</a:t>
            </a:r>
            <a:r>
              <a:rPr lang="en-US" sz="2400">
                <a:solidFill>
                  <a:srgbClr val="080808"/>
                </a:solidFill>
                <a:effectLst/>
                <a:latin typeface="JetBrains Mono"/>
              </a:rPr>
              <a:t>) -&gt; </a:t>
            </a:r>
            <a:r>
              <a:rPr lang="en-US" sz="2400">
                <a:solidFill>
                  <a:srgbClr val="000000"/>
                </a:solidFill>
                <a:effectLst/>
                <a:latin typeface="JetBrains Mono"/>
              </a:rPr>
              <a:t>Unit</a:t>
            </a:r>
            <a:r>
              <a:rPr lang="en-US" sz="2400">
                <a:solidFill>
                  <a:srgbClr val="080808"/>
                </a:solidFill>
                <a:effectLst/>
                <a:latin typeface="JetBrains Mono"/>
              </a:rPr>
              <a:t>)?,</a:t>
            </a:r>
            <a:br>
              <a:rPr lang="en-US" sz="2400">
                <a:solidFill>
                  <a:srgbClr val="080808"/>
                </a:solidFill>
                <a:effectLst/>
                <a:latin typeface="JetBrains Mono"/>
              </a:rPr>
            </a:br>
            <a:r>
              <a:rPr lang="en-US" sz="2400">
                <a:solidFill>
                  <a:srgbClr val="080808"/>
                </a:solidFill>
                <a:effectLst/>
                <a:latin typeface="JetBrains Mono"/>
              </a:rPr>
              <a:t>    </a:t>
            </a:r>
            <a:r>
              <a:rPr lang="en-US" sz="2400">
                <a:solidFill>
                  <a:srgbClr val="000000"/>
                </a:solidFill>
                <a:effectLst/>
                <a:latin typeface="JetBrains Mono"/>
              </a:rPr>
              <a:t>modifier</a:t>
            </a:r>
            <a:r>
              <a:rPr lang="en-US" sz="2400">
                <a:solidFill>
                  <a:srgbClr val="080808"/>
                </a:solidFill>
                <a:effectLst/>
                <a:latin typeface="JetBrains Mono"/>
              </a:rPr>
              <a:t>: </a:t>
            </a:r>
            <a:r>
              <a:rPr lang="en-US" sz="2400">
                <a:solidFill>
                  <a:srgbClr val="000000"/>
                </a:solidFill>
                <a:effectLst/>
                <a:latin typeface="JetBrains Mono"/>
              </a:rPr>
              <a:t>Modifier </a:t>
            </a:r>
            <a:r>
              <a:rPr lang="en-US" sz="2400">
                <a:solidFill>
                  <a:srgbClr val="080808"/>
                </a:solidFill>
                <a:effectLst/>
                <a:latin typeface="JetBrains Mono"/>
              </a:rPr>
              <a:t>= </a:t>
            </a:r>
            <a:r>
              <a:rPr lang="en-US" sz="2400">
                <a:solidFill>
                  <a:srgbClr val="000000"/>
                </a:solidFill>
                <a:effectLst/>
                <a:latin typeface="JetBrains Mono"/>
              </a:rPr>
              <a:t>Modifier</a:t>
            </a:r>
            <a:r>
              <a:rPr lang="en-US" sz="2400">
                <a:solidFill>
                  <a:srgbClr val="080808"/>
                </a:solidFill>
                <a:effectLst/>
                <a:latin typeface="JetBrains Mono"/>
              </a:rPr>
              <a:t>,</a:t>
            </a:r>
            <a:br>
              <a:rPr lang="en-US" sz="2400">
                <a:solidFill>
                  <a:srgbClr val="080808"/>
                </a:solidFill>
                <a:effectLst/>
                <a:latin typeface="JetBrains Mono"/>
              </a:rPr>
            </a:br>
            <a:r>
              <a:rPr lang="en-US" sz="2400">
                <a:solidFill>
                  <a:srgbClr val="080808"/>
                </a:solidFill>
                <a:effectLst/>
                <a:latin typeface="JetBrains Mono"/>
              </a:rPr>
              <a:t>    </a:t>
            </a:r>
            <a:r>
              <a:rPr lang="en-US" sz="2400">
                <a:solidFill>
                  <a:srgbClr val="000000"/>
                </a:solidFill>
                <a:effectLst/>
                <a:latin typeface="JetBrains Mono"/>
              </a:rPr>
              <a:t>enabled</a:t>
            </a:r>
            <a:r>
              <a:rPr lang="en-US" sz="2400">
                <a:solidFill>
                  <a:srgbClr val="080808"/>
                </a:solidFill>
                <a:effectLst/>
                <a:latin typeface="JetBrains Mono"/>
              </a:rPr>
              <a:t>: </a:t>
            </a:r>
            <a:r>
              <a:rPr lang="en-US" sz="2400">
                <a:solidFill>
                  <a:srgbClr val="000000"/>
                </a:solidFill>
                <a:effectLst/>
                <a:latin typeface="JetBrains Mono"/>
              </a:rPr>
              <a:t>Boolean </a:t>
            </a:r>
            <a:r>
              <a:rPr lang="en-US" sz="2400">
                <a:solidFill>
                  <a:srgbClr val="080808"/>
                </a:solidFill>
                <a:effectLst/>
                <a:latin typeface="JetBrains Mono"/>
              </a:rPr>
              <a:t>= </a:t>
            </a:r>
            <a:r>
              <a:rPr lang="en-US" sz="2400">
                <a:solidFill>
                  <a:srgbClr val="0033B3"/>
                </a:solidFill>
                <a:effectLst/>
                <a:latin typeface="JetBrains Mono"/>
              </a:rPr>
              <a:t>true</a:t>
            </a:r>
            <a:r>
              <a:rPr lang="en-US" sz="2400">
                <a:solidFill>
                  <a:srgbClr val="080808"/>
                </a:solidFill>
                <a:effectLst/>
                <a:latin typeface="JetBrains Mono"/>
              </a:rPr>
              <a:t>,</a:t>
            </a:r>
            <a:br>
              <a:rPr lang="en-US" sz="2400">
                <a:solidFill>
                  <a:srgbClr val="080808"/>
                </a:solidFill>
                <a:effectLst/>
                <a:latin typeface="JetBrains Mono"/>
              </a:rPr>
            </a:br>
            <a:r>
              <a:rPr lang="en-US" sz="2400">
                <a:solidFill>
                  <a:srgbClr val="080808"/>
                </a:solidFill>
                <a:effectLst/>
                <a:latin typeface="JetBrains Mono"/>
              </a:rPr>
              <a:t>    </a:t>
            </a:r>
            <a:r>
              <a:rPr lang="en-US" sz="2400">
                <a:solidFill>
                  <a:srgbClr val="000000"/>
                </a:solidFill>
                <a:effectLst/>
                <a:latin typeface="JetBrains Mono"/>
              </a:rPr>
              <a:t>colors</a:t>
            </a:r>
            <a:r>
              <a:rPr lang="en-US" sz="2400">
                <a:solidFill>
                  <a:srgbClr val="080808"/>
                </a:solidFill>
                <a:effectLst/>
                <a:latin typeface="JetBrains Mono"/>
              </a:rPr>
              <a:t>: </a:t>
            </a:r>
            <a:r>
              <a:rPr lang="en-US" sz="2400" err="1">
                <a:solidFill>
                  <a:srgbClr val="000000"/>
                </a:solidFill>
                <a:effectLst/>
                <a:latin typeface="JetBrains Mono"/>
              </a:rPr>
              <a:t>CheckboxColors</a:t>
            </a:r>
            <a:r>
              <a:rPr lang="en-US" sz="2400">
                <a:solidFill>
                  <a:srgbClr val="000000"/>
                </a:solidFill>
                <a:effectLst/>
                <a:latin typeface="JetBrains Mono"/>
              </a:rPr>
              <a:t> </a:t>
            </a:r>
            <a:r>
              <a:rPr lang="en-US" sz="2400">
                <a:solidFill>
                  <a:srgbClr val="080808"/>
                </a:solidFill>
                <a:effectLst/>
                <a:latin typeface="JetBrains Mono"/>
              </a:rPr>
              <a:t>= </a:t>
            </a:r>
            <a:r>
              <a:rPr lang="en-US" sz="2400" err="1">
                <a:solidFill>
                  <a:srgbClr val="000000"/>
                </a:solidFill>
                <a:effectLst/>
                <a:latin typeface="JetBrains Mono"/>
              </a:rPr>
              <a:t>CheckboxDefaults</a:t>
            </a:r>
            <a:r>
              <a:rPr lang="en-US" sz="2400" err="1">
                <a:solidFill>
                  <a:srgbClr val="080808"/>
                </a:solidFill>
                <a:effectLst/>
                <a:latin typeface="JetBrains Mono"/>
              </a:rPr>
              <a:t>.</a:t>
            </a:r>
            <a:r>
              <a:rPr lang="en-US" sz="2400" err="1">
                <a:solidFill>
                  <a:srgbClr val="009900"/>
                </a:solidFill>
                <a:effectLst/>
                <a:latin typeface="JetBrains Mono"/>
              </a:rPr>
              <a:t>colors</a:t>
            </a:r>
            <a:r>
              <a:rPr lang="en-US" sz="2400">
                <a:solidFill>
                  <a:srgbClr val="080808"/>
                </a:solidFill>
                <a:effectLst/>
                <a:latin typeface="JetBrains Mono"/>
              </a:rPr>
              <a:t>(),</a:t>
            </a:r>
            <a:br>
              <a:rPr lang="en-US" sz="2400">
                <a:solidFill>
                  <a:srgbClr val="080808"/>
                </a:solidFill>
                <a:effectLst/>
                <a:latin typeface="JetBrains Mono"/>
              </a:rPr>
            </a:br>
            <a:r>
              <a:rPr lang="en-US" sz="2400">
                <a:solidFill>
                  <a:srgbClr val="080808"/>
                </a:solidFill>
                <a:effectLst/>
                <a:latin typeface="JetBrains Mono"/>
              </a:rPr>
              <a:t>    </a:t>
            </a:r>
            <a:r>
              <a:rPr lang="en-US" sz="2400" err="1">
                <a:solidFill>
                  <a:srgbClr val="000000"/>
                </a:solidFill>
                <a:effectLst/>
                <a:latin typeface="JetBrains Mono"/>
              </a:rPr>
              <a:t>interactionSource</a:t>
            </a:r>
            <a:r>
              <a:rPr lang="en-US" sz="2400">
                <a:solidFill>
                  <a:srgbClr val="080808"/>
                </a:solidFill>
                <a:effectLst/>
                <a:latin typeface="JetBrains Mono"/>
              </a:rPr>
              <a:t>: </a:t>
            </a:r>
            <a:r>
              <a:rPr lang="en-US" sz="2400" err="1">
                <a:solidFill>
                  <a:srgbClr val="000000"/>
                </a:solidFill>
                <a:effectLst/>
                <a:latin typeface="JetBrains Mono"/>
              </a:rPr>
              <a:t>MutableInteractionSource</a:t>
            </a:r>
            <a:r>
              <a:rPr lang="en-US" sz="2400">
                <a:solidFill>
                  <a:srgbClr val="080808"/>
                </a:solidFill>
                <a:effectLst/>
                <a:latin typeface="JetBrains Mono"/>
              </a:rPr>
              <a:t>? = </a:t>
            </a:r>
            <a:r>
              <a:rPr lang="en-US" sz="2400">
                <a:solidFill>
                  <a:srgbClr val="0033B3"/>
                </a:solidFill>
                <a:effectLst/>
                <a:latin typeface="JetBrains Mono"/>
              </a:rPr>
              <a:t>null</a:t>
            </a:r>
            <a:br>
              <a:rPr lang="en-US" sz="2400">
                <a:solidFill>
                  <a:srgbClr val="0033B3"/>
                </a:solidFill>
                <a:effectLst/>
                <a:latin typeface="JetBrains Mono"/>
              </a:rPr>
            </a:br>
            <a:r>
              <a:rPr lang="en-US" sz="2400">
                <a:solidFill>
                  <a:srgbClr val="080808"/>
                </a:solidFill>
                <a:effectLst/>
                <a:latin typeface="JetBrains Mono"/>
              </a:rPr>
              <a:t>) </a:t>
            </a:r>
          </a:p>
        </p:txBody>
      </p:sp>
      <p:sp>
        <p:nvSpPr>
          <p:cNvPr id="3" name="Slide Number Placeholder 2">
            <a:extLst>
              <a:ext uri="{FF2B5EF4-FFF2-40B4-BE49-F238E27FC236}">
                <a16:creationId xmlns:a16="http://schemas.microsoft.com/office/drawing/2014/main" id="{29B5C6FB-0788-54AB-0CE8-4F039539BB85}"/>
              </a:ext>
            </a:extLst>
          </p:cNvPr>
          <p:cNvSpPr>
            <a:spLocks noGrp="1"/>
          </p:cNvSpPr>
          <p:nvPr>
            <p:ph type="sldNum" sz="quarter" idx="12"/>
          </p:nvPr>
        </p:nvSpPr>
        <p:spPr/>
        <p:txBody>
          <a:bodyPr/>
          <a:lstStyle/>
          <a:p>
            <a:fld id="{330EA680-D336-4FF7-8B7A-9848BB0A1C32}" type="slidenum">
              <a:rPr lang="en-US" smtClean="0"/>
              <a:t>89</a:t>
            </a:fld>
            <a:endParaRPr lang="en-US"/>
          </a:p>
        </p:txBody>
      </p:sp>
    </p:spTree>
    <p:extLst>
      <p:ext uri="{BB962C8B-B14F-4D97-AF65-F5344CB8AC3E}">
        <p14:creationId xmlns:p14="http://schemas.microsoft.com/office/powerpoint/2010/main" val="349070985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1C4758-798F-8586-F1FE-2496CD29C94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EDDD92A-D6F3-C983-FDA4-FE862713A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72B9DF-4860-2368-5659-648560D7315F}"/>
              </a:ext>
            </a:extLst>
          </p:cNvPr>
          <p:cNvSpPr>
            <a:spLocks noGrp="1"/>
          </p:cNvSpPr>
          <p:nvPr>
            <p:ph type="title"/>
          </p:nvPr>
        </p:nvSpPr>
        <p:spPr>
          <a:xfrm>
            <a:off x="841248" y="334644"/>
            <a:ext cx="10509504" cy="1022404"/>
          </a:xfrm>
        </p:spPr>
        <p:txBody>
          <a:bodyPr vert="horz" lIns="91440" tIns="45720" rIns="91440" bIns="45720" rtlCol="0" anchor="ctr">
            <a:normAutofit fontScale="90000"/>
          </a:bodyPr>
          <a:lstStyle/>
          <a:p>
            <a:r>
              <a:rPr lang="en-US" sz="4000" kern="1200">
                <a:solidFill>
                  <a:schemeClr val="tx1"/>
                </a:solidFill>
                <a:latin typeface="+mj-lt"/>
                <a:ea typeface="+mj-ea"/>
                <a:cs typeface="+mj-cs"/>
              </a:rPr>
              <a:t>Create a list of items </a:t>
            </a:r>
            <a:r>
              <a:rPr lang="en-US" sz="4000"/>
              <a:t>for UI</a:t>
            </a:r>
            <a:br>
              <a:rPr lang="en-US" sz="4000"/>
            </a:br>
            <a:r>
              <a:rPr lang="en-US" sz="4000"/>
              <a:t>Hold the set of currently-selected skills.</a:t>
            </a:r>
            <a:endParaRPr lang="en-US" sz="4000" kern="1200">
              <a:solidFill>
                <a:schemeClr val="tx1"/>
              </a:solidFill>
              <a:latin typeface="+mj-lt"/>
              <a:ea typeface="+mj-ea"/>
              <a:cs typeface="+mj-cs"/>
            </a:endParaRPr>
          </a:p>
        </p:txBody>
      </p:sp>
      <p:sp>
        <p:nvSpPr>
          <p:cNvPr id="12" name="Rectangle 11">
            <a:extLst>
              <a:ext uri="{FF2B5EF4-FFF2-40B4-BE49-F238E27FC236}">
                <a16:creationId xmlns:a16="http://schemas.microsoft.com/office/drawing/2014/main" id="{87261F43-7E1C-9455-66BB-2FEF8CD83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BF0AC2A3-695D-6209-9DC5-2E68EBBC42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622AE0C3-1AB3-CF80-A869-F99C4BF30258}"/>
              </a:ext>
            </a:extLst>
          </p:cNvPr>
          <p:cNvSpPr txBox="1"/>
          <p:nvPr/>
        </p:nvSpPr>
        <p:spPr>
          <a:xfrm>
            <a:off x="841248" y="1711675"/>
            <a:ext cx="9640485" cy="1143070"/>
          </a:xfrm>
          <a:prstGeom prst="rect">
            <a:avLst/>
          </a:prstGeom>
          <a:noFill/>
        </p:spPr>
        <p:txBody>
          <a:bodyPr wrap="square">
            <a:spAutoFit/>
          </a:bodyPr>
          <a:lstStyle/>
          <a:p>
            <a:pPr>
              <a:lnSpc>
                <a:spcPct val="150000"/>
              </a:lnSpc>
              <a:buNone/>
            </a:pPr>
            <a:r>
              <a:rPr lang="en-US" sz="2400" err="1">
                <a:solidFill>
                  <a:srgbClr val="0033B3"/>
                </a:solidFill>
                <a:effectLst/>
                <a:latin typeface="JetBrains Mono"/>
              </a:rPr>
              <a:t>val</a:t>
            </a:r>
            <a:r>
              <a:rPr lang="en-US" sz="2400">
                <a:solidFill>
                  <a:srgbClr val="0033B3"/>
                </a:solidFill>
                <a:effectLst/>
                <a:latin typeface="JetBrains Mono"/>
              </a:rPr>
              <a:t> </a:t>
            </a:r>
            <a:r>
              <a:rPr lang="en-US" sz="2400">
                <a:solidFill>
                  <a:srgbClr val="000000"/>
                </a:solidFill>
                <a:effectLst/>
                <a:latin typeface="JetBrains Mono"/>
              </a:rPr>
              <a:t>skills </a:t>
            </a:r>
            <a:r>
              <a:rPr lang="en-US" sz="2400">
                <a:solidFill>
                  <a:srgbClr val="080808"/>
                </a:solidFill>
                <a:effectLst/>
                <a:latin typeface="JetBrains Mono"/>
              </a:rPr>
              <a:t>= </a:t>
            </a:r>
            <a:r>
              <a:rPr lang="en-US" sz="2400" i="1" err="1">
                <a:solidFill>
                  <a:srgbClr val="00627A"/>
                </a:solidFill>
                <a:effectLst/>
                <a:latin typeface="JetBrains Mono"/>
              </a:rPr>
              <a:t>listOf</a:t>
            </a:r>
            <a:r>
              <a:rPr lang="en-US" sz="2400">
                <a:solidFill>
                  <a:srgbClr val="080808"/>
                </a:solidFill>
                <a:effectLst/>
                <a:latin typeface="JetBrains Mono"/>
              </a:rPr>
              <a:t>(</a:t>
            </a:r>
            <a:r>
              <a:rPr lang="en-US" sz="2400">
                <a:solidFill>
                  <a:srgbClr val="067D17"/>
                </a:solidFill>
                <a:effectLst/>
                <a:latin typeface="JetBrains Mono"/>
              </a:rPr>
              <a:t>"Android"</a:t>
            </a:r>
            <a:r>
              <a:rPr lang="en-US" sz="2400">
                <a:solidFill>
                  <a:srgbClr val="080808"/>
                </a:solidFill>
                <a:effectLst/>
                <a:latin typeface="JetBrains Mono"/>
              </a:rPr>
              <a:t>, </a:t>
            </a:r>
            <a:r>
              <a:rPr lang="en-US" sz="2400">
                <a:solidFill>
                  <a:srgbClr val="067D17"/>
                </a:solidFill>
                <a:effectLst/>
                <a:latin typeface="JetBrains Mono"/>
              </a:rPr>
              <a:t>"Kotlin"</a:t>
            </a:r>
            <a:r>
              <a:rPr lang="en-US" sz="2400">
                <a:solidFill>
                  <a:srgbClr val="080808"/>
                </a:solidFill>
                <a:effectLst/>
                <a:latin typeface="JetBrains Mono"/>
              </a:rPr>
              <a:t>, </a:t>
            </a:r>
            <a:r>
              <a:rPr lang="en-US" sz="2400">
                <a:solidFill>
                  <a:srgbClr val="067D17"/>
                </a:solidFill>
                <a:effectLst/>
                <a:latin typeface="JetBrains Mono"/>
              </a:rPr>
              <a:t>"Java"</a:t>
            </a:r>
            <a:r>
              <a:rPr lang="en-US" sz="2400">
                <a:solidFill>
                  <a:srgbClr val="080808"/>
                </a:solidFill>
                <a:effectLst/>
                <a:latin typeface="JetBrains Mono"/>
              </a:rPr>
              <a:t>, </a:t>
            </a:r>
            <a:r>
              <a:rPr lang="en-US" sz="2400">
                <a:solidFill>
                  <a:srgbClr val="067D17"/>
                </a:solidFill>
                <a:effectLst/>
                <a:latin typeface="JetBrains Mono"/>
              </a:rPr>
              <a:t>"Swift"</a:t>
            </a:r>
            <a:r>
              <a:rPr lang="en-US" sz="2400">
                <a:solidFill>
                  <a:srgbClr val="080808"/>
                </a:solidFill>
                <a:effectLst/>
                <a:latin typeface="JetBrains Mono"/>
              </a:rPr>
              <a:t>)</a:t>
            </a:r>
            <a:br>
              <a:rPr lang="en-US" sz="2400">
                <a:solidFill>
                  <a:srgbClr val="080808"/>
                </a:solidFill>
                <a:effectLst/>
                <a:latin typeface="JetBrains Mono"/>
              </a:rPr>
            </a:br>
            <a:r>
              <a:rPr lang="en-US" sz="2400">
                <a:solidFill>
                  <a:srgbClr val="0033B3"/>
                </a:solidFill>
                <a:effectLst/>
                <a:latin typeface="JetBrains Mono"/>
              </a:rPr>
              <a:t>var </a:t>
            </a:r>
            <a:r>
              <a:rPr lang="en-US" sz="2400" err="1">
                <a:solidFill>
                  <a:srgbClr val="000000"/>
                </a:solidFill>
                <a:effectLst/>
                <a:latin typeface="JetBrains Mono"/>
              </a:rPr>
              <a:t>selectedSkills</a:t>
            </a:r>
            <a:r>
              <a:rPr lang="en-US" sz="2400">
                <a:solidFill>
                  <a:srgbClr val="000000"/>
                </a:solidFill>
                <a:effectLst/>
                <a:latin typeface="JetBrains Mono"/>
              </a:rPr>
              <a:t> </a:t>
            </a:r>
            <a:r>
              <a:rPr lang="en-US" sz="2400">
                <a:solidFill>
                  <a:srgbClr val="0033B3"/>
                </a:solidFill>
                <a:effectLst/>
                <a:latin typeface="JetBrains Mono"/>
              </a:rPr>
              <a:t>by </a:t>
            </a:r>
            <a:r>
              <a:rPr lang="en-US" sz="2400" err="1">
                <a:solidFill>
                  <a:srgbClr val="009900"/>
                </a:solidFill>
                <a:effectLst/>
                <a:latin typeface="JetBrains Mono"/>
              </a:rPr>
              <a:t>rememberSaveable</a:t>
            </a:r>
            <a:r>
              <a:rPr lang="en-US" sz="2400">
                <a:solidFill>
                  <a:srgbClr val="009900"/>
                </a:solidFill>
                <a:effectLst/>
                <a:latin typeface="JetBrains Mono"/>
              </a:rPr>
              <a:t> </a:t>
            </a:r>
            <a:r>
              <a:rPr lang="en-US" sz="2400" b="1">
                <a:solidFill>
                  <a:srgbClr val="080808"/>
                </a:solidFill>
                <a:effectLst/>
                <a:latin typeface="JetBrains Mono"/>
              </a:rPr>
              <a:t>{ </a:t>
            </a:r>
            <a:r>
              <a:rPr lang="en-US" sz="2400" i="1" err="1">
                <a:solidFill>
                  <a:srgbClr val="00627A"/>
                </a:solidFill>
                <a:effectLst/>
                <a:latin typeface="JetBrains Mono"/>
              </a:rPr>
              <a:t>mutableStateOf</a:t>
            </a:r>
            <a:r>
              <a:rPr lang="en-US" sz="2400">
                <a:solidFill>
                  <a:srgbClr val="080808"/>
                </a:solidFill>
                <a:effectLst/>
                <a:latin typeface="JetBrains Mono"/>
              </a:rPr>
              <a:t>(</a:t>
            </a:r>
            <a:r>
              <a:rPr lang="en-US" sz="2400" i="1" err="1">
                <a:solidFill>
                  <a:srgbClr val="00627A"/>
                </a:solidFill>
                <a:effectLst/>
                <a:latin typeface="JetBrains Mono"/>
              </a:rPr>
              <a:t>setOf</a:t>
            </a:r>
            <a:r>
              <a:rPr lang="en-US" sz="2400">
                <a:solidFill>
                  <a:srgbClr val="080808"/>
                </a:solidFill>
                <a:effectLst/>
                <a:latin typeface="JetBrains Mono"/>
              </a:rPr>
              <a:t>&lt;</a:t>
            </a:r>
            <a:r>
              <a:rPr lang="en-US" sz="2400">
                <a:solidFill>
                  <a:srgbClr val="000000"/>
                </a:solidFill>
                <a:effectLst/>
                <a:latin typeface="JetBrains Mono"/>
              </a:rPr>
              <a:t>String</a:t>
            </a:r>
            <a:r>
              <a:rPr lang="en-US" sz="2400">
                <a:solidFill>
                  <a:srgbClr val="080808"/>
                </a:solidFill>
                <a:effectLst/>
                <a:latin typeface="JetBrains Mono"/>
              </a:rPr>
              <a:t>&gt;()) </a:t>
            </a:r>
            <a:r>
              <a:rPr lang="en-US" sz="2400" b="1">
                <a:solidFill>
                  <a:srgbClr val="080808"/>
                </a:solidFill>
                <a:effectLst/>
                <a:latin typeface="JetBrains Mono"/>
              </a:rPr>
              <a:t>}</a:t>
            </a:r>
            <a:endParaRPr lang="en-US" sz="2400">
              <a:solidFill>
                <a:srgbClr val="080808"/>
              </a:solidFill>
              <a:effectLst/>
              <a:latin typeface="JetBrains Mono"/>
            </a:endParaRPr>
          </a:p>
        </p:txBody>
      </p:sp>
      <p:sp>
        <p:nvSpPr>
          <p:cNvPr id="3" name="Slide Number Placeholder 2">
            <a:extLst>
              <a:ext uri="{FF2B5EF4-FFF2-40B4-BE49-F238E27FC236}">
                <a16:creationId xmlns:a16="http://schemas.microsoft.com/office/drawing/2014/main" id="{922A0839-2B2F-037B-2F8A-1C949DB26FCC}"/>
              </a:ext>
            </a:extLst>
          </p:cNvPr>
          <p:cNvSpPr>
            <a:spLocks noGrp="1"/>
          </p:cNvSpPr>
          <p:nvPr>
            <p:ph type="sldNum" sz="quarter" idx="12"/>
          </p:nvPr>
        </p:nvSpPr>
        <p:spPr/>
        <p:txBody>
          <a:bodyPr/>
          <a:lstStyle/>
          <a:p>
            <a:fld id="{330EA680-D336-4FF7-8B7A-9848BB0A1C32}" type="slidenum">
              <a:rPr lang="en-US" smtClean="0"/>
              <a:t>90</a:t>
            </a:fld>
            <a:endParaRPr lang="en-US"/>
          </a:p>
        </p:txBody>
      </p:sp>
    </p:spTree>
    <p:extLst>
      <p:ext uri="{BB962C8B-B14F-4D97-AF65-F5344CB8AC3E}">
        <p14:creationId xmlns:p14="http://schemas.microsoft.com/office/powerpoint/2010/main" val="283178268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C228BF-D43C-2AF7-10A9-E3B1C8171D2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1516EA-CEFA-55BB-B3F6-D6DE32A39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060A99A-E8B0-0B08-6908-1F0294C951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0A7B0D5-E13A-7473-13E7-B2F1FFF15F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76CA572F-B80C-1834-BEBB-A658F183D46A}"/>
              </a:ext>
            </a:extLst>
          </p:cNvPr>
          <p:cNvPicPr>
            <a:picLocks noChangeAspect="1"/>
          </p:cNvPicPr>
          <p:nvPr/>
        </p:nvPicPr>
        <p:blipFill>
          <a:blip r:embed="rId2"/>
          <a:stretch>
            <a:fillRect/>
          </a:stretch>
        </p:blipFill>
        <p:spPr>
          <a:xfrm>
            <a:off x="1594104" y="390231"/>
            <a:ext cx="7772400" cy="6077537"/>
          </a:xfrm>
          <a:prstGeom prst="rect">
            <a:avLst/>
          </a:prstGeom>
        </p:spPr>
      </p:pic>
      <p:sp>
        <p:nvSpPr>
          <p:cNvPr id="6" name="Title 5">
            <a:extLst>
              <a:ext uri="{FF2B5EF4-FFF2-40B4-BE49-F238E27FC236}">
                <a16:creationId xmlns:a16="http://schemas.microsoft.com/office/drawing/2014/main" id="{ACC1DFD9-1C78-E4A3-D1B0-E16C48650662}"/>
              </a:ext>
            </a:extLst>
          </p:cNvPr>
          <p:cNvSpPr>
            <a:spLocks noGrp="1"/>
          </p:cNvSpPr>
          <p:nvPr>
            <p:ph type="title"/>
          </p:nvPr>
        </p:nvSpPr>
        <p:spPr/>
        <p:txBody>
          <a:bodyPr/>
          <a:lstStyle/>
          <a:p>
            <a:endParaRPr lang="en-US"/>
          </a:p>
        </p:txBody>
      </p:sp>
      <p:sp>
        <p:nvSpPr>
          <p:cNvPr id="7" name="TextBox 6">
            <a:extLst>
              <a:ext uri="{FF2B5EF4-FFF2-40B4-BE49-F238E27FC236}">
                <a16:creationId xmlns:a16="http://schemas.microsoft.com/office/drawing/2014/main" id="{40C48446-3012-81B9-3A82-C50F32E6D1BB}"/>
              </a:ext>
            </a:extLst>
          </p:cNvPr>
          <p:cNvSpPr txBox="1"/>
          <p:nvPr/>
        </p:nvSpPr>
        <p:spPr>
          <a:xfrm>
            <a:off x="1594104" y="6492874"/>
            <a:ext cx="604293" cy="369332"/>
          </a:xfrm>
          <a:prstGeom prst="rect">
            <a:avLst/>
          </a:prstGeom>
          <a:noFill/>
        </p:spPr>
        <p:txBody>
          <a:bodyPr wrap="square" rtlCol="0">
            <a:spAutoFit/>
          </a:bodyPr>
          <a:lstStyle/>
          <a:p>
            <a:r>
              <a:rPr lang="en-US">
                <a:solidFill>
                  <a:schemeClr val="bg1">
                    <a:lumMod val="65000"/>
                  </a:schemeClr>
                </a:solidFill>
              </a:rPr>
              <a:t>//…</a:t>
            </a:r>
          </a:p>
        </p:txBody>
      </p:sp>
      <p:sp>
        <p:nvSpPr>
          <p:cNvPr id="2" name="Slide Number Placeholder 1">
            <a:extLst>
              <a:ext uri="{FF2B5EF4-FFF2-40B4-BE49-F238E27FC236}">
                <a16:creationId xmlns:a16="http://schemas.microsoft.com/office/drawing/2014/main" id="{6DF89EA1-B0E3-A041-AAA3-A841C0464769}"/>
              </a:ext>
            </a:extLst>
          </p:cNvPr>
          <p:cNvSpPr>
            <a:spLocks noGrp="1"/>
          </p:cNvSpPr>
          <p:nvPr>
            <p:ph type="sldNum" sz="quarter" idx="12"/>
          </p:nvPr>
        </p:nvSpPr>
        <p:spPr/>
        <p:txBody>
          <a:bodyPr/>
          <a:lstStyle/>
          <a:p>
            <a:fld id="{330EA680-D336-4FF7-8B7A-9848BB0A1C32}" type="slidenum">
              <a:rPr lang="en-US" smtClean="0"/>
              <a:t>91</a:t>
            </a:fld>
            <a:endParaRPr lang="en-US"/>
          </a:p>
        </p:txBody>
      </p:sp>
    </p:spTree>
    <p:extLst>
      <p:ext uri="{BB962C8B-B14F-4D97-AF65-F5344CB8AC3E}">
        <p14:creationId xmlns:p14="http://schemas.microsoft.com/office/powerpoint/2010/main" val="20559543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6092AA-CD6D-540C-6DB7-BA8525499BA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1CE9F-6EFC-9ACF-F956-C22890225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A99649-832F-F82A-7331-E7D016F9C275}"/>
              </a:ext>
            </a:extLst>
          </p:cNvPr>
          <p:cNvSpPr>
            <a:spLocks noGrp="1"/>
          </p:cNvSpPr>
          <p:nvPr>
            <p:ph type="title"/>
          </p:nvPr>
        </p:nvSpPr>
        <p:spPr>
          <a:xfrm>
            <a:off x="6186085" y="334644"/>
            <a:ext cx="2314448" cy="1022404"/>
          </a:xfrm>
        </p:spPr>
        <p:txBody>
          <a:bodyPr vert="horz" lIns="91440" tIns="45720" rIns="91440" bIns="45720" rtlCol="0" anchor="ctr">
            <a:normAutofit fontScale="90000"/>
          </a:bodyPr>
          <a:lstStyle/>
          <a:p>
            <a:pPr algn="r"/>
            <a:r>
              <a:rPr lang="en-US" sz="4000" kern="1200">
                <a:solidFill>
                  <a:schemeClr val="tx1"/>
                </a:solidFill>
                <a:latin typeface="+mj-lt"/>
                <a:ea typeface="+mj-ea"/>
                <a:cs typeface="+mj-cs"/>
              </a:rPr>
              <a:t>Add a Button</a:t>
            </a:r>
          </a:p>
        </p:txBody>
      </p:sp>
      <p:sp>
        <p:nvSpPr>
          <p:cNvPr id="12" name="Rectangle 11">
            <a:extLst>
              <a:ext uri="{FF2B5EF4-FFF2-40B4-BE49-F238E27FC236}">
                <a16:creationId xmlns:a16="http://schemas.microsoft.com/office/drawing/2014/main" id="{FBC10EE5-FEA2-5770-3A94-9FBB15A6CE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1C3E2AC4-ED57-02F8-DE5B-10BB748A24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5D3829C7-25CB-9D4C-DE56-38F1A111ECA9}"/>
              </a:ext>
            </a:extLst>
          </p:cNvPr>
          <p:cNvPicPr>
            <a:picLocks noChangeAspect="1"/>
          </p:cNvPicPr>
          <p:nvPr/>
        </p:nvPicPr>
        <p:blipFill>
          <a:blip r:embed="rId2"/>
          <a:srcRect r="22767"/>
          <a:stretch>
            <a:fillRect/>
          </a:stretch>
        </p:blipFill>
        <p:spPr>
          <a:xfrm>
            <a:off x="841248" y="334644"/>
            <a:ext cx="6002867" cy="6300094"/>
          </a:xfrm>
          <a:prstGeom prst="rect">
            <a:avLst/>
          </a:prstGeom>
        </p:spPr>
      </p:pic>
      <p:pic>
        <p:nvPicPr>
          <p:cNvPr id="7" name="Picture 6" descr="A screenshot of a phone&#10;&#10;AI-generated content may be incorrect.">
            <a:extLst>
              <a:ext uri="{FF2B5EF4-FFF2-40B4-BE49-F238E27FC236}">
                <a16:creationId xmlns:a16="http://schemas.microsoft.com/office/drawing/2014/main" id="{0B001462-B716-7292-DE0F-DB2151A90B18}"/>
              </a:ext>
            </a:extLst>
          </p:cNvPr>
          <p:cNvPicPr>
            <a:picLocks noChangeAspect="1"/>
          </p:cNvPicPr>
          <p:nvPr/>
        </p:nvPicPr>
        <p:blipFill>
          <a:blip r:embed="rId3">
            <a:extLst>
              <a:ext uri="{28A0092B-C50C-407E-A947-70E740481C1C}">
                <a14:useLocalDpi xmlns:a14="http://schemas.microsoft.com/office/drawing/2010/main" val="0"/>
              </a:ext>
            </a:extLst>
          </a:blip>
          <a:srcRect l="24" t="6078" r="-24" b="-6078"/>
          <a:stretch>
            <a:fillRect/>
          </a:stretch>
        </p:blipFill>
        <p:spPr>
          <a:xfrm>
            <a:off x="8602185" y="416814"/>
            <a:ext cx="3167667" cy="6858000"/>
          </a:xfrm>
          <a:prstGeom prst="rect">
            <a:avLst/>
          </a:prstGeom>
          <a:ln>
            <a:noFill/>
          </a:ln>
          <a:effectLst>
            <a:outerShdw blurRad="292100" dist="139700" dir="2700000" algn="tl" rotWithShape="0">
              <a:srgbClr val="333333">
                <a:alpha val="65000"/>
              </a:srgbClr>
            </a:outerShdw>
          </a:effectLst>
        </p:spPr>
      </p:pic>
      <p:sp>
        <p:nvSpPr>
          <p:cNvPr id="4" name="Slide Number Placeholder 3">
            <a:extLst>
              <a:ext uri="{FF2B5EF4-FFF2-40B4-BE49-F238E27FC236}">
                <a16:creationId xmlns:a16="http://schemas.microsoft.com/office/drawing/2014/main" id="{83159239-F62B-CB83-3C7C-408FD6594080}"/>
              </a:ext>
            </a:extLst>
          </p:cNvPr>
          <p:cNvSpPr>
            <a:spLocks noGrp="1"/>
          </p:cNvSpPr>
          <p:nvPr>
            <p:ph type="sldNum" sz="quarter" idx="12"/>
          </p:nvPr>
        </p:nvSpPr>
        <p:spPr/>
        <p:txBody>
          <a:bodyPr/>
          <a:lstStyle/>
          <a:p>
            <a:fld id="{330EA680-D336-4FF7-8B7A-9848BB0A1C32}" type="slidenum">
              <a:rPr lang="en-US" smtClean="0"/>
              <a:t>92</a:t>
            </a:fld>
            <a:endParaRPr lang="en-US"/>
          </a:p>
        </p:txBody>
      </p:sp>
    </p:spTree>
    <p:extLst>
      <p:ext uri="{BB962C8B-B14F-4D97-AF65-F5344CB8AC3E}">
        <p14:creationId xmlns:p14="http://schemas.microsoft.com/office/powerpoint/2010/main" val="162686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7A80F97-B14A-0D46-93CF-4412BC403316}">
  <we:reference id="6a7bd4f3-0563-43af-8c08-79110eebdff6" version="1.1.4.0" store="EXCatalog" storeType="EXCatalog"/>
  <we:alternateReferences>
    <we:reference id="WA104381155" version="1.1.4.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271</TotalTime>
  <Words>6399</Words>
  <Application>Microsoft Office PowerPoint</Application>
  <PresentationFormat>Widescreen</PresentationFormat>
  <Paragraphs>433</Paragraphs>
  <Slides>92</Slides>
  <Notes>7</Notes>
  <HiddenSlides>0</HiddenSlides>
  <MMClips>0</MMClips>
  <ScaleCrop>false</ScaleCrop>
  <HeadingPairs>
    <vt:vector size="4" baseType="variant">
      <vt:variant>
        <vt:lpstr>Theme</vt:lpstr>
      </vt:variant>
      <vt:variant>
        <vt:i4>1</vt:i4>
      </vt:variant>
      <vt:variant>
        <vt:lpstr>Slide Titles</vt:lpstr>
      </vt:variant>
      <vt:variant>
        <vt:i4>92</vt:i4>
      </vt:variant>
    </vt:vector>
  </HeadingPairs>
  <TitlesOfParts>
    <vt:vector size="93" baseType="lpstr">
      <vt:lpstr>office theme</vt:lpstr>
      <vt:lpstr>PowerPoint Presentation</vt:lpstr>
      <vt:lpstr>PowerPoint Presentation</vt:lpstr>
      <vt:lpstr>Lesson - 5 App Architecture and Dependency Injection</vt:lpstr>
      <vt:lpstr>WHOLENESS OF THE LESSON</vt:lpstr>
      <vt:lpstr>Agenda</vt:lpstr>
      <vt:lpstr>Mobile App Architecture</vt:lpstr>
      <vt:lpstr>App Architecture</vt:lpstr>
      <vt:lpstr>Recommended app architecture</vt:lpstr>
      <vt:lpstr>UI Layer</vt:lpstr>
      <vt:lpstr>UI Layer</vt:lpstr>
      <vt:lpstr>ViewModel</vt:lpstr>
      <vt:lpstr>Do not mix Logic with View</vt:lpstr>
      <vt:lpstr>PowerPoint Presentation</vt:lpstr>
      <vt:lpstr>rememberSaveable{ }</vt:lpstr>
      <vt:lpstr>PowerPoint Presentation</vt:lpstr>
      <vt:lpstr>Separate Logic and View</vt:lpstr>
      <vt:lpstr>Create a ViewModel class for Logic</vt:lpstr>
      <vt:lpstr>ViewModel</vt:lpstr>
      <vt:lpstr>Expose read-only data from ViewModel</vt:lpstr>
      <vt:lpstr>Include lambda(s) for increment &amp; decrement</vt:lpstr>
      <vt:lpstr>Integrating StateFlow with Compose</vt:lpstr>
      <vt:lpstr>Integrating StateFlow with Compose</vt:lpstr>
      <vt:lpstr>Integrating StateFlow with Compose</vt:lpstr>
      <vt:lpstr>UI State</vt:lpstr>
      <vt:lpstr>PowerPoint Presentation</vt:lpstr>
      <vt:lpstr>Create a data class for UIState</vt:lpstr>
      <vt:lpstr>Refactor the code in MainScreenViewModel</vt:lpstr>
      <vt:lpstr>Refactor the code in MainScreenViewModel</vt:lpstr>
      <vt:lpstr>Refactor the code in MainScreenViewModel</vt:lpstr>
      <vt:lpstr>Simulate loading in MainScreenViewModel</vt:lpstr>
      <vt:lpstr>PowerPoint Presentation</vt:lpstr>
      <vt:lpstr>Refactor the code in MainScreen</vt:lpstr>
      <vt:lpstr>Package Hierarchy &amp; Output</vt:lpstr>
      <vt:lpstr>Create an alphabet explorer app which incorporates the recommended architecture</vt:lpstr>
      <vt:lpstr>Create a data package to hold the data source</vt:lpstr>
      <vt:lpstr>Use the ui package to hold the ViewModel, UIState, and Composable function</vt:lpstr>
      <vt:lpstr>Create a class for UIState</vt:lpstr>
      <vt:lpstr>Create  ViewModel  class</vt:lpstr>
      <vt:lpstr>Include a fun in  ViewModel  class to find the next pair</vt:lpstr>
      <vt:lpstr>Create a composable fun</vt:lpstr>
      <vt:lpstr>UI elements + UI State + ViewModel + Data</vt:lpstr>
      <vt:lpstr>Repository Pattern</vt:lpstr>
      <vt:lpstr>Repository Pattern</vt:lpstr>
      <vt:lpstr>Create a Repository</vt:lpstr>
      <vt:lpstr>Implement the Repository</vt:lpstr>
      <vt:lpstr>Implement the Repository</vt:lpstr>
      <vt:lpstr>Include repository as a constructor parameter</vt:lpstr>
      <vt:lpstr>Unit Testing</vt:lpstr>
      <vt:lpstr>Set up a Fake Repository</vt:lpstr>
      <vt:lpstr>Create a Test class, AlphabetViewModelTest</vt:lpstr>
      <vt:lpstr>Write a test to check initial state</vt:lpstr>
      <vt:lpstr>Write a test to check the next alphabet after initial state</vt:lpstr>
      <vt:lpstr>Write a test to check the completed alphabet</vt:lpstr>
      <vt:lpstr>Run all test cases</vt:lpstr>
      <vt:lpstr>Examine the test report</vt:lpstr>
      <vt:lpstr>Dependency injection with Hilt</vt:lpstr>
      <vt:lpstr>Hilt</vt:lpstr>
      <vt:lpstr>Setting Up Hilt</vt:lpstr>
      <vt:lpstr>PowerPoint Presentation</vt:lpstr>
      <vt:lpstr>Create an Application Class</vt:lpstr>
      <vt:lpstr>Register Application class in AndroidManifest.xml </vt:lpstr>
      <vt:lpstr>Create an Application Class</vt:lpstr>
      <vt:lpstr>Quick Start</vt:lpstr>
      <vt:lpstr>Create a Hilt module that provides a dependency for DataRepository</vt:lpstr>
      <vt:lpstr>Create a Hilt module that provides a dependency for Repository</vt:lpstr>
      <vt:lpstr>Dependency Injection for ViewModel by Hilt</vt:lpstr>
      <vt:lpstr>Hilt + ViewModel</vt:lpstr>
      <vt:lpstr>Another Example using Hilt</vt:lpstr>
      <vt:lpstr>Quick Start</vt:lpstr>
      <vt:lpstr>How does Hilt know to provide an instance of MusicPlayer?</vt:lpstr>
      <vt:lpstr>Manual DI</vt:lpstr>
      <vt:lpstr>Manual DI</vt:lpstr>
      <vt:lpstr>Annotations Recap</vt:lpstr>
      <vt:lpstr>Inject other types</vt:lpstr>
      <vt:lpstr>Manual DI</vt:lpstr>
      <vt:lpstr>Create a Hilt module that provides a dependency for DataRepository</vt:lpstr>
      <vt:lpstr>Create a Hilt module that provides a dependency for DataRepository</vt:lpstr>
      <vt:lpstr>Create a Hilt module that provides a dependency for DataRepository</vt:lpstr>
      <vt:lpstr>Hierarchy of the components that Hilt generates</vt:lpstr>
      <vt:lpstr>Annotations Recap</vt:lpstr>
      <vt:lpstr>Dependency Injection for ViewModel by Hilt</vt:lpstr>
      <vt:lpstr>Hilt + ViewModel</vt:lpstr>
      <vt:lpstr>Radio Button</vt:lpstr>
      <vt:lpstr>RadioButton</vt:lpstr>
      <vt:lpstr>Create two RadioButton</vt:lpstr>
      <vt:lpstr>Align Center Vertically</vt:lpstr>
      <vt:lpstr>Add a Button</vt:lpstr>
      <vt:lpstr>Checkbox</vt:lpstr>
      <vt:lpstr>Checkbox</vt:lpstr>
      <vt:lpstr>Create a list of items for UI Hold the set of currently-selected skills.</vt:lpstr>
      <vt:lpstr>PowerPoint Presentation</vt:lpstr>
      <vt:lpstr>Add a Button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bright varghese</cp:lastModifiedBy>
  <cp:revision>2</cp:revision>
  <dcterms:created xsi:type="dcterms:W3CDTF">2024-07-17T17:04:15Z</dcterms:created>
  <dcterms:modified xsi:type="dcterms:W3CDTF">2025-10-06T22:28:26Z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2aa0bd3-5b9a-41d8-afbc-9cbdabc32b2c_Enabled">
    <vt:lpwstr>True</vt:lpwstr>
  </property>
  <property fmtid="{D5CDD505-2E9C-101B-9397-08002B2CF9AE}" pid="3" name="MSIP_Label_42aa0bd3-5b9a-41d8-afbc-9cbdabc32b2c_SiteId">
    <vt:lpwstr>28fd0d9a-e529-413f-88d5-7f33f67675ef</vt:lpwstr>
  </property>
  <property fmtid="{D5CDD505-2E9C-101B-9397-08002B2CF9AE}" pid="4" name="MSIP_Label_42aa0bd3-5b9a-41d8-afbc-9cbdabc32b2c_SetDate">
    <vt:lpwstr>2025-10-03T07:19:15Z</vt:lpwstr>
  </property>
  <property fmtid="{D5CDD505-2E9C-101B-9397-08002B2CF9AE}" pid="5" name="MSIP_Label_42aa0bd3-5b9a-41d8-afbc-9cbdabc32b2c_Name">
    <vt:lpwstr>Confidential \ All Employees</vt:lpwstr>
  </property>
  <property fmtid="{D5CDD505-2E9C-101B-9397-08002B2CF9AE}" pid="6" name="MSIP_Label_42aa0bd3-5b9a-41d8-afbc-9cbdabc32b2c_ActionId">
    <vt:lpwstr>91cbf685-9d49-4371-9f5a-353ac2f18245</vt:lpwstr>
  </property>
  <property fmtid="{D5CDD505-2E9C-101B-9397-08002B2CF9AE}" pid="7" name="MSIP_Label_42aa0bd3-5b9a-41d8-afbc-9cbdabc32b2c_Removed">
    <vt:lpwstr>False</vt:lpwstr>
  </property>
  <property fmtid="{D5CDD505-2E9C-101B-9397-08002B2CF9AE}" pid="8" name="MSIP_Label_42aa0bd3-5b9a-41d8-afbc-9cbdabc32b2c_Parent">
    <vt:lpwstr>6abfde06-b9f0-4674-bc23-4c918847de28</vt:lpwstr>
  </property>
  <property fmtid="{D5CDD505-2E9C-101B-9397-08002B2CF9AE}" pid="9" name="MSIP_Label_42aa0bd3-5b9a-41d8-afbc-9cbdabc32b2c_Extended_MSFT_Method">
    <vt:lpwstr>Standard</vt:lpwstr>
  </property>
  <property fmtid="{D5CDD505-2E9C-101B-9397-08002B2CF9AE}" pid="10" name="MSIP_Label_6abfde06-b9f0-4674-bc23-4c918847de28_Enabled">
    <vt:lpwstr>True</vt:lpwstr>
  </property>
  <property fmtid="{D5CDD505-2E9C-101B-9397-08002B2CF9AE}" pid="11" name="MSIP_Label_6abfde06-b9f0-4674-bc23-4c918847de28_SiteId">
    <vt:lpwstr>28fd0d9a-e529-413f-88d5-7f33f67675ef</vt:lpwstr>
  </property>
  <property fmtid="{D5CDD505-2E9C-101B-9397-08002B2CF9AE}" pid="12" name="MSIP_Label_6abfde06-b9f0-4674-bc23-4c918847de28_SetDate">
    <vt:lpwstr>2025-10-03T07:19:15Z</vt:lpwstr>
  </property>
  <property fmtid="{D5CDD505-2E9C-101B-9397-08002B2CF9AE}" pid="13" name="MSIP_Label_6abfde06-b9f0-4674-bc23-4c918847de28_Name">
    <vt:lpwstr>Confidential</vt:lpwstr>
  </property>
  <property fmtid="{D5CDD505-2E9C-101B-9397-08002B2CF9AE}" pid="14" name="MSIP_Label_6abfde06-b9f0-4674-bc23-4c918847de28_ActionId">
    <vt:lpwstr>55aaef67-10fc-436b-9c54-dc3055190272</vt:lpwstr>
  </property>
  <property fmtid="{D5CDD505-2E9C-101B-9397-08002B2CF9AE}" pid="15" name="MSIP_Label_6abfde06-b9f0-4674-bc23-4c918847de28_Extended_MSFT_Method">
    <vt:lpwstr>Standard</vt:lpwstr>
  </property>
  <property fmtid="{D5CDD505-2E9C-101B-9397-08002B2CF9AE}" pid="16" name="Sensitivity">
    <vt:lpwstr>Confidential \ All Employees Confidential</vt:lpwstr>
  </property>
</Properties>
</file>